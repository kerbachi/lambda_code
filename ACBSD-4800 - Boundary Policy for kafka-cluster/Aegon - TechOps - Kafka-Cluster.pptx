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5" r:id="rId5"/>
  </p:sldMasterIdLst>
  <p:notesMasterIdLst>
    <p:notesMasterId r:id="rId12"/>
  </p:notesMasterIdLst>
  <p:sldIdLst>
    <p:sldId id="258" r:id="rId6"/>
    <p:sldId id="444" r:id="rId7"/>
    <p:sldId id="448" r:id="rId8"/>
    <p:sldId id="450" r:id="rId9"/>
    <p:sldId id="451" r:id="rId10"/>
    <p:sldId id="373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4DA8423-4516-E313-13F9-F9F884D43F10}" name="Ramos, Edgar" initials="ER" userId="S::ramos.edgar@aegon.es::8e7e1d15-1aad-4dd7-b9e3-6abda046bebe" providerId="AD"/>
  <p188:author id="{DCFDBC43-72B4-F5BF-3165-F0D3782A9500}" name="Gragera, Francisco" initials="FG" userId="S::Gragera.francisco@aegon.es::c4036169-8810-451b-9b39-f9457b18d3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B6FF"/>
    <a:srgbClr val="E7FF00"/>
    <a:srgbClr val="4CD300"/>
    <a:srgbClr val="572309"/>
    <a:srgbClr val="1D2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828E50-9D94-4D84-A890-A99C2DAF0354}" v="1" dt="2026-04-30T14:13:34.661"/>
    <p1510:client id="{C3A177CD-BC4D-4D7D-95F3-23899EE082C2}" v="64" dt="2026-04-30T11:30:50.2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FA945D-02E0-4D63-86EA-0B3AC728033C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36E09-EC52-4886-BFE7-276DF29641C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2126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3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4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5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2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4" Type="http://schemas.openxmlformats.org/officeDocument/2006/relationships/image" Target="../media/image5.emf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4" Type="http://schemas.openxmlformats.org/officeDocument/2006/relationships/image" Target="../media/image5.emf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5" Type="http://schemas.openxmlformats.org/officeDocument/2006/relationships/image" Target="../media/image4.svg"/><Relationship Id="rId4" Type="http://schemas.openxmlformats.org/officeDocument/2006/relationships/image" Target="../media/image5.emf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1.xml"/><Relationship Id="rId5" Type="http://schemas.openxmlformats.org/officeDocument/2006/relationships/image" Target="../media/image2.svg"/><Relationship Id="rId4" Type="http://schemas.openxmlformats.org/officeDocument/2006/relationships/image" Target="../media/image5.emf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2.xml"/><Relationship Id="rId4" Type="http://schemas.openxmlformats.org/officeDocument/2006/relationships/image" Target="../media/image5.emf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4" Type="http://schemas.openxmlformats.org/officeDocument/2006/relationships/image" Target="../media/image5.emf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4" Type="http://schemas.openxmlformats.org/officeDocument/2006/relationships/image" Target="../media/image5.emf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6.xml"/><Relationship Id="rId5" Type="http://schemas.openxmlformats.org/officeDocument/2006/relationships/image" Target="../media/image2.svg"/><Relationship Id="rId4" Type="http://schemas.openxmlformats.org/officeDocument/2006/relationships/image" Target="../media/image1.emf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7.xml"/><Relationship Id="rId5" Type="http://schemas.openxmlformats.org/officeDocument/2006/relationships/image" Target="../media/image3.svg"/><Relationship Id="rId4" Type="http://schemas.openxmlformats.org/officeDocument/2006/relationships/image" Target="../media/image1.emf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8.xml"/><Relationship Id="rId5" Type="http://schemas.openxmlformats.org/officeDocument/2006/relationships/image" Target="../media/image4.svg"/><Relationship Id="rId4" Type="http://schemas.openxmlformats.org/officeDocument/2006/relationships/image" Target="../media/image5.emf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9.xml"/><Relationship Id="rId5" Type="http://schemas.openxmlformats.org/officeDocument/2006/relationships/image" Target="../media/image3.svg"/><Relationship Id="rId4" Type="http://schemas.openxmlformats.org/officeDocument/2006/relationships/image" Target="../media/image5.emf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0.xml"/><Relationship Id="rId5" Type="http://schemas.openxmlformats.org/officeDocument/2006/relationships/image" Target="../media/image4.svg"/><Relationship Id="rId4" Type="http://schemas.openxmlformats.org/officeDocument/2006/relationships/image" Target="../media/image5.emf"/></Relationships>
</file>

<file path=ppt/slideLayouts/_rels/slideLayout1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1.xml"/><Relationship Id="rId5" Type="http://schemas.openxmlformats.org/officeDocument/2006/relationships/image" Target="../media/image3.svg"/><Relationship Id="rId4" Type="http://schemas.openxmlformats.org/officeDocument/2006/relationships/image" Target="../media/image5.emf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2.xml"/><Relationship Id="rId5" Type="http://schemas.openxmlformats.org/officeDocument/2006/relationships/image" Target="../media/image3.svg"/><Relationship Id="rId4" Type="http://schemas.openxmlformats.org/officeDocument/2006/relationships/image" Target="../media/image5.emf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3.xml"/><Relationship Id="rId5" Type="http://schemas.openxmlformats.org/officeDocument/2006/relationships/image" Target="../media/image4.svg"/><Relationship Id="rId4" Type="http://schemas.openxmlformats.org/officeDocument/2006/relationships/image" Target="../media/image5.emf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4.xml"/><Relationship Id="rId5" Type="http://schemas.openxmlformats.org/officeDocument/2006/relationships/image" Target="../media/image4.svg"/><Relationship Id="rId4" Type="http://schemas.openxmlformats.org/officeDocument/2006/relationships/image" Target="../media/image5.emf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5.xml"/><Relationship Id="rId5" Type="http://schemas.openxmlformats.org/officeDocument/2006/relationships/image" Target="../media/image4.svg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E0C52-1438-4384-DED4-F6F2E6847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7C2413-473D-BA79-6989-30BBCA8F8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29879-5E56-B549-DBBF-FEF8A670D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08FA5-A09D-6EEF-6E26-249214258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0ECD2-CE1B-3C15-753B-B1FAFE39E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479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B5F32-D1BA-7457-FE74-BF93946EE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F4D96-D2FF-B691-9052-2F92D9B2D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E61470-4AA6-AD86-01A8-CCDBFBD17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1D94A9-5CE1-6E55-E1C5-4F2E70602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17545-BE9E-0A90-BB6E-C73BC0E87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2343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CFC8C-F70C-D9F8-A07D-299C454FA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564D-73E6-846D-EBD1-362CD3FC0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9B415-3C93-140C-7C63-C418B25B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04D5-3591-4E79-AF3A-567A3B24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DECD7-E9A5-0383-1E06-D92642C1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109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8C1B5-8665-9196-8036-89438F84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3FEDD-B7A0-C77D-7CB5-48EA4E213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21575-FDA2-A7CD-C713-468E1630E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C72CB-AA2B-8BA7-2D26-BECAD5B3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4C1CA9-D0C1-7432-3804-229B27E1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A30B3A-3793-D1B8-7590-0BB623A2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0307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5DB4-B43D-B690-1955-FA74D3CA4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7A9200-E461-677C-DC0D-0EDB4E8CD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AE67A-328F-1CF4-0CA0-4FB3DCAE08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5D15D0-B206-9ED0-B26C-9D7A8380B5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684E46-FCF3-0458-6C1D-D33B3AB97F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248A6-7FD8-9046-4389-F51A83AE9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A6651A-9E57-2EEC-65C3-5512F31A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9A3EBB-0935-C404-3713-9A9C5749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531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AAEF6-66DB-3D69-C62C-5C414E0F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30595-38FA-FD95-DB10-CAE8DD71D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7DF2C-5B5D-2282-416D-4E819AC4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A6F3F3-A690-9360-BB2D-17F93DFCE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547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A1F281-8279-E4F6-CCA1-3752CDA7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6FE0F-AB71-25D0-EC2E-D4F6D38B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B6556-D6CD-3A17-BC82-F029057F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3895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68A9-5582-86CD-2A71-43CCB64AE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AE08B-41F0-61E3-BA9D-1C23E8472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B96AB7-7231-CC22-3457-B3F00DEEF1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A0438D-C3FC-23E5-27C2-6D7480C4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B8A2F-81E4-4E33-2A0A-4931E0EA6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6904A4-8DB4-11A1-6DD1-9A30D2A5F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8648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A5E13-C69A-B170-BC8B-A3D80D814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172322-AB8C-6B9F-2F91-B655FABBEC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987E29-8952-2BB8-FB9C-E3C526DC4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B7B13-C388-FC0B-415F-51A65E646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87DBE-E06C-1849-FEA7-E8C386AF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C5EED7-FB65-2500-87B8-1EF9CB0A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36275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D22CD-6F59-2049-3819-0CB90CBE0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A240A-D7F8-FE27-A9B7-DD48B967F2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7C7F95-CBE1-3290-88E3-48B2CB34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8DE36-9A8B-39C9-B80F-136984E6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82A04-CEE3-D1D8-C500-A1AC42338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6017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C11A8-764F-B396-0154-ED15FD734C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B00121-1C4B-52A0-2720-F05181A48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D75B0-9A7D-C446-3049-24B9E1D0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2DCBA-F3A1-7B95-0DD2-673B1CC20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13BC0-E980-81ED-B1A9-8A4D4FE9A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0335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EE5D4DD8-351D-44AA-1072-4D8EFEF43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330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5D4DD8-351D-44AA-1072-4D8EFEF43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E3E4B855-D6FE-45F4-28AB-00C307E09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555FFE8B-9687-80D9-BFE9-BCD182C9F6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1789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89AA79-FE14-E0F1-2C43-0C235E6B09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50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89AA79-FE14-E0F1-2C43-0C235E6B0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E914A8-3612-EF49-8B87-BA69D8CE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531000"/>
            <a:ext cx="10223499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828E5-4B10-6E6A-149E-A60A260E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5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63DBFA-4F5A-77A5-9D39-A989002125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006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39DA44C5-759C-86D6-2BFE-0A72E0BD52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3823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9DA44C5-759C-86D6-2BFE-0A72E0BD52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53289920-CD43-7CB8-0AAA-A2C3754FB3A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02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FCBF8F5F-733E-74E4-7C64-9117FC4D5B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620251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CBF8F5F-733E-74E4-7C64-9117FC4D5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47A533-2FD3-9753-3ADE-EB1C9100D2F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41DE89F7-364A-A2D0-6579-DECC755BF94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640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EE5D4DD8-351D-44AA-1072-4D8EFEF432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133003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E5D4DD8-351D-44AA-1072-4D8EFEF43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1" name="Picture Placeholder 11">
            <a:extLst>
              <a:ext uri="{FF2B5EF4-FFF2-40B4-BE49-F238E27FC236}">
                <a16:creationId xmlns:a16="http://schemas.microsoft.com/office/drawing/2014/main" id="{E3E4B855-D6FE-45F4-28AB-00C307E09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555FFE8B-9687-80D9-BFE9-BCD182C9F61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38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3EC261A2-C7BD-0672-61C2-02612A82E2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86321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C261A2-C7BD-0672-61C2-02612A82E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A6C0EB9-6612-9349-33C0-B254B608C4A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544B47FC-2ABD-EB1B-853D-2E1EB32107DA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6818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DE485D1B-E628-6B49-B07F-271523F56F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42541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E485D1B-E628-6B49-B07F-271523F56F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044000"/>
            <a:ext cx="5652000" cy="2448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AA084D-363D-B650-0E58-F7892FE1196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1D38-D6E1-7E0C-EF78-D061302A3D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667F62F-CC07-72CC-6EE6-BFC83E0447F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000" y="5687840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27DECF5-F9C0-3F23-B881-8BA36288E14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7085745-44F8-7C15-54D2-D993A5A8737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51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4BC31170-CCDA-08DB-74B5-981CBA9D196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267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Sky Blue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4BC31170-CCDA-08DB-74B5-981CBA9D196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12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Sky Blue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4BC31170-CCDA-08DB-74B5-981CBA9D196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4647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 Sky Blue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234383" cy="298870"/>
          </a:xfrm>
          <a:noFill/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4BC31170-CCDA-08DB-74B5-981CBA9D196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121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 Sky Blue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234383" cy="298870"/>
          </a:xfrm>
          <a:noFill/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4BC31170-CCDA-08DB-74B5-981CBA9D196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4149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 Sky Blue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B34DCEB-A2B9-7D10-4BEA-09C4EFDC9A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9360104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03BF681-E041-212F-1FDB-1B7DFA956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9360104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F1242B42-28A7-191E-911E-BFB97050E8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792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E8356C8-BD44-0E04-13EE-46D47744C3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792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AB73D2-6D45-1B7A-77E2-416004E363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0000" y="5687336"/>
            <a:ext cx="1234383" cy="298870"/>
          </a:xfrm>
          <a:noFill/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4BC31170-CCDA-08DB-74B5-981CBA9D196F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799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31EC33-65E4-C19F-0B44-3E21361728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CEF09BA-1159-E7A1-E4CC-A4351FB6D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625006-84B5-CAD3-1E73-ADA1ED733E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361CC56-CF23-A0B7-3177-55077B1DA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3BD44E8-E89B-7B23-33FB-80594FF3D9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818FDCF4-D564-F92C-A91F-6036885B17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DE66F04-9903-B2AC-1E21-16C59DECA03E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42011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Sky Blue A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31EC33-65E4-C19F-0B44-3E21361728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CEF09BA-1159-E7A1-E4CC-A4351FB6D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625006-84B5-CAD3-1E73-ADA1ED733E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361CC56-CF23-A0B7-3177-55077B1DA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3BD44E8-E89B-7B23-33FB-80594FF3D9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818FDCF4-D564-F92C-A91F-6036885B17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DE66F04-9903-B2AC-1E21-16C59DECA03E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4820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Sky Blue A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31EC33-65E4-C19F-0B44-3E21361728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5868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CEF09BA-1159-E7A1-E4CC-A4351FB6D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5868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625006-84B5-CAD3-1E73-ADA1ED733E7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5868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361CC56-CF23-A0B7-3177-55077B1DA8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5868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23BD44E8-E89B-7B23-33FB-80594FF3D9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818FDCF4-D564-F92C-A91F-6036885B17F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564000" y="0"/>
            <a:ext cx="5628000" cy="6858000"/>
          </a:xfrm>
          <a:custGeom>
            <a:avLst/>
            <a:gdLst>
              <a:gd name="connsiteX0" fmla="*/ 1948790 w 5706327"/>
              <a:gd name="connsiteY0" fmla="*/ 0 h 6858000"/>
              <a:gd name="connsiteX1" fmla="*/ 1948794 w 5706327"/>
              <a:gd name="connsiteY1" fmla="*/ 7 h 6858000"/>
              <a:gd name="connsiteX2" fmla="*/ 1948794 w 5706327"/>
              <a:gd name="connsiteY2" fmla="*/ 0 h 6858000"/>
              <a:gd name="connsiteX3" fmla="*/ 5706327 w 5706327"/>
              <a:gd name="connsiteY3" fmla="*/ 0 h 6858000"/>
              <a:gd name="connsiteX4" fmla="*/ 5706327 w 5706327"/>
              <a:gd name="connsiteY4" fmla="*/ 6858000 h 6858000"/>
              <a:gd name="connsiteX5" fmla="*/ 1948794 w 5706327"/>
              <a:gd name="connsiteY5" fmla="*/ 6858000 h 6858000"/>
              <a:gd name="connsiteX6" fmla="*/ 1948794 w 5706327"/>
              <a:gd name="connsiteY6" fmla="*/ 6857993 h 6858000"/>
              <a:gd name="connsiteX7" fmla="*/ 1948790 w 5706327"/>
              <a:gd name="connsiteY7" fmla="*/ 6858000 h 6858000"/>
              <a:gd name="connsiteX8" fmla="*/ 0 w 5706327"/>
              <a:gd name="connsiteY8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06327" h="6858000">
                <a:moveTo>
                  <a:pt x="1948790" y="0"/>
                </a:moveTo>
                <a:lnTo>
                  <a:pt x="1948794" y="7"/>
                </a:lnTo>
                <a:lnTo>
                  <a:pt x="1948794" y="0"/>
                </a:lnTo>
                <a:lnTo>
                  <a:pt x="5706327" y="0"/>
                </a:lnTo>
                <a:lnTo>
                  <a:pt x="5706327" y="6858000"/>
                </a:lnTo>
                <a:lnTo>
                  <a:pt x="1948794" y="6858000"/>
                </a:lnTo>
                <a:lnTo>
                  <a:pt x="1948794" y="6857993"/>
                </a:lnTo>
                <a:lnTo>
                  <a:pt x="1948790" y="6858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DE66F04-9903-B2AC-1E21-16C59DECA03E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9904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6F852D-335F-A336-AFBC-347B5C9DF8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320BCF-3C64-B99E-657C-7B6E980C5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8BB9C8-7F40-0D74-D54B-EDDEBB805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6A8E42-1CF5-209B-27A2-3B4207CB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A77E39D-F1EE-4844-DF8B-A8C414EF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0D99342-E3F8-8397-079F-AF9F8F78EBE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5E4109C-C554-39D1-FA03-B6F703B30C80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60370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Sky Blue B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6F852D-335F-A336-AFBC-347B5C9DF8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320BCF-3C64-B99E-657C-7B6E980C5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8BB9C8-7F40-0D74-D54B-EDDEBB805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6A8E42-1CF5-209B-27A2-3B4207CB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A77E39D-F1EE-4844-DF8B-A8C414EF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0D99342-E3F8-8397-079F-AF9F8F78EBE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5E4109C-C554-39D1-FA03-B6F703B30C80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5926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Sky Blue B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6F852D-335F-A336-AFBC-347B5C9DF8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6336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B320BCF-3C64-B99E-657C-7B6E980C5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6336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18BB9C8-7F40-0D74-D54B-EDDEBB8058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6336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6E6A8E42-1CF5-209B-27A2-3B4207CB89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6336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A77E39D-F1EE-4844-DF8B-A8C414EFE43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79999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80D99342-E3F8-8397-079F-AF9F8F78EBE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032000" y="0"/>
            <a:ext cx="5160000" cy="6858000"/>
          </a:xfrm>
          <a:custGeom>
            <a:avLst/>
            <a:gdLst>
              <a:gd name="connsiteX0" fmla="*/ 1356017 w 4995290"/>
              <a:gd name="connsiteY0" fmla="*/ 0 h 6858000"/>
              <a:gd name="connsiteX1" fmla="*/ 4995290 w 4995290"/>
              <a:gd name="connsiteY1" fmla="*/ 0 h 6858000"/>
              <a:gd name="connsiteX2" fmla="*/ 4995290 w 4995290"/>
              <a:gd name="connsiteY2" fmla="*/ 6858000 h 6858000"/>
              <a:gd name="connsiteX3" fmla="*/ 1360213 w 4995290"/>
              <a:gd name="connsiteY3" fmla="*/ 6858000 h 6858000"/>
              <a:gd name="connsiteX4" fmla="*/ 0 w 4995290"/>
              <a:gd name="connsiteY4" fmla="*/ 5497788 h 6858000"/>
              <a:gd name="connsiteX5" fmla="*/ 0 w 4995290"/>
              <a:gd name="connsiteY5" fmla="*/ 135601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5290" h="6858000">
                <a:moveTo>
                  <a:pt x="1356017" y="0"/>
                </a:moveTo>
                <a:lnTo>
                  <a:pt x="4995290" y="0"/>
                </a:lnTo>
                <a:lnTo>
                  <a:pt x="4995290" y="6858000"/>
                </a:lnTo>
                <a:lnTo>
                  <a:pt x="1360213" y="6858000"/>
                </a:lnTo>
                <a:lnTo>
                  <a:pt x="0" y="5497788"/>
                </a:lnTo>
                <a:lnTo>
                  <a:pt x="0" y="135601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5E4109C-C554-39D1-FA03-B6F703B30C80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184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D337C6-B66B-3482-98D7-0E9C85A745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4EAD39C-187A-27D3-99EA-8AADC920F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C0A6845-A6FA-64F6-8B98-E063C7E56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8AB11D-DFB6-529B-2E90-BAC2003F5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FAEC182-6D0D-6E1A-AA42-6A07E838CB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3ACBE8A-A386-6462-15AB-24DE532558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3DB2248-F899-0F2A-0CD1-ADE165764C0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44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Sky Blue C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D337C6-B66B-3482-98D7-0E9C85A745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4EAD39C-187A-27D3-99EA-8AADC920F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C0A6845-A6FA-64F6-8B98-E063C7E56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8AB11D-DFB6-529B-2E90-BAC2003F5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FAEC182-6D0D-6E1A-AA42-6A07E838CB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3ACBE8A-A386-6462-15AB-24DE532558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3DB2248-F899-0F2A-0CD1-ADE165764C0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52813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Sky Blue C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2D337C6-B66B-3482-98D7-0E9C85A745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0000" y="1044000"/>
            <a:ext cx="6300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4EAD39C-187A-27D3-99EA-8AADC920F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0000" y="3708000"/>
            <a:ext cx="6300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AC0A6845-A6FA-64F6-8B98-E063C7E56D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000" y="4752000"/>
            <a:ext cx="6300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58AB11D-DFB6-529B-2E90-BAC2003F5C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5040000"/>
            <a:ext cx="6300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FAEC182-6D0D-6E1A-AA42-6A07E838CB1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0000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3ACBE8A-A386-6462-15AB-24DE532558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828000" y="0"/>
            <a:ext cx="5364000" cy="6858001"/>
          </a:xfrm>
          <a:custGeom>
            <a:avLst/>
            <a:gdLst>
              <a:gd name="connsiteX0" fmla="*/ 0 w 5245100"/>
              <a:gd name="connsiteY0" fmla="*/ 0 h 6879505"/>
              <a:gd name="connsiteX1" fmla="*/ 3635634 w 5245100"/>
              <a:gd name="connsiteY1" fmla="*/ 0 h 6879505"/>
              <a:gd name="connsiteX2" fmla="*/ 3738839 w 5245100"/>
              <a:gd name="connsiteY2" fmla="*/ 0 h 6879505"/>
              <a:gd name="connsiteX3" fmla="*/ 3751742 w 5245100"/>
              <a:gd name="connsiteY3" fmla="*/ 0 h 6879505"/>
              <a:gd name="connsiteX4" fmla="*/ 3855366 w 5245100"/>
              <a:gd name="connsiteY4" fmla="*/ 0 h 6879505"/>
              <a:gd name="connsiteX5" fmla="*/ 5245100 w 5245100"/>
              <a:gd name="connsiteY5" fmla="*/ 0 h 6879505"/>
              <a:gd name="connsiteX6" fmla="*/ 5245100 w 5245100"/>
              <a:gd name="connsiteY6" fmla="*/ 6879505 h 6879505"/>
              <a:gd name="connsiteX7" fmla="*/ 3855366 w 5245100"/>
              <a:gd name="connsiteY7" fmla="*/ 6879505 h 6879505"/>
              <a:gd name="connsiteX8" fmla="*/ 3751742 w 5245100"/>
              <a:gd name="connsiteY8" fmla="*/ 6879505 h 6879505"/>
              <a:gd name="connsiteX9" fmla="*/ 3738839 w 5245100"/>
              <a:gd name="connsiteY9" fmla="*/ 6879505 h 6879505"/>
              <a:gd name="connsiteX10" fmla="*/ 3635634 w 5245100"/>
              <a:gd name="connsiteY10" fmla="*/ 6879505 h 6879505"/>
              <a:gd name="connsiteX11" fmla="*/ 0 w 5245100"/>
              <a:gd name="connsiteY11" fmla="*/ 6879505 h 6879505"/>
              <a:gd name="connsiteX12" fmla="*/ 2119120 w 5245100"/>
              <a:gd name="connsiteY12" fmla="*/ 3439753 h 6879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245100" h="6879505">
                <a:moveTo>
                  <a:pt x="0" y="0"/>
                </a:moveTo>
                <a:lnTo>
                  <a:pt x="3635634" y="0"/>
                </a:lnTo>
                <a:lnTo>
                  <a:pt x="3738839" y="0"/>
                </a:lnTo>
                <a:lnTo>
                  <a:pt x="3751742" y="0"/>
                </a:lnTo>
                <a:lnTo>
                  <a:pt x="3855366" y="0"/>
                </a:lnTo>
                <a:lnTo>
                  <a:pt x="5245100" y="0"/>
                </a:lnTo>
                <a:lnTo>
                  <a:pt x="5245100" y="6879505"/>
                </a:lnTo>
                <a:lnTo>
                  <a:pt x="3855366" y="6879505"/>
                </a:lnTo>
                <a:lnTo>
                  <a:pt x="3751742" y="6879505"/>
                </a:lnTo>
                <a:lnTo>
                  <a:pt x="3738839" y="6879505"/>
                </a:lnTo>
                <a:lnTo>
                  <a:pt x="3635634" y="6879505"/>
                </a:lnTo>
                <a:lnTo>
                  <a:pt x="0" y="6879505"/>
                </a:lnTo>
                <a:lnTo>
                  <a:pt x="2119120" y="34397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201600" rIns="201600" bIns="201600">
            <a:noAutofit/>
          </a:bodyPr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3DB2248-F899-0F2A-0CD1-ADE165764C02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1600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ky Blue D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36A1E-F919-A56F-9819-DA5F984135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78653E3-6DD4-CEC8-F778-0A57D131B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8FD7A1A-52FF-3B6B-7A4F-D634AA968A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001646D-2AD6-AFF2-07F7-B24CF8CB9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3E61F3E-6F19-F1B4-C8E3-0C84124B9D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999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393096AF-22CA-CDB9-3811-23C9184F7C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EE98BF8-0DB2-2AEC-6525-64E7FF12F94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895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Sky Blue D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36A1E-F919-A56F-9819-DA5F984135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78653E3-6DD4-CEC8-F778-0A57D131B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8FD7A1A-52FF-3B6B-7A4F-D634AA968A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001646D-2AD6-AFF2-07F7-B24CF8CB9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3E61F3E-6F19-F1B4-C8E3-0C84124B9D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999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393096AF-22CA-CDB9-3811-23C9184F7C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EE98BF8-0DB2-2AEC-6525-64E7FF12F94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451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Sky Blue D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C536A1E-F919-A56F-9819-DA5F984135B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9999" y="1044000"/>
            <a:ext cx="5652000" cy="2448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78653E3-6DD4-CEC8-F778-0A57D131B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999" y="3708000"/>
            <a:ext cx="5652000" cy="432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B8FD7A1A-52FF-3B6B-7A4F-D634AA968A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9999" y="4752000"/>
            <a:ext cx="5652000" cy="288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 b="1"/>
            </a:lvl1pPr>
          </a:lstStyle>
          <a:p>
            <a:pPr lvl="0"/>
            <a:r>
              <a:rPr lang="en-US"/>
              <a:t>[Presenter name]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001646D-2AD6-AFF2-07F7-B24CF8CB97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5040000"/>
            <a:ext cx="5652000" cy="25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en-US"/>
              <a:t>[Month date year]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63E61F3E-6F19-F1B4-C8E3-0C84124B9DE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79999" y="5687336"/>
            <a:ext cx="1234383" cy="298870"/>
          </a:xfrm>
          <a:solidFill>
            <a:srgbClr val="1D2550"/>
          </a:solidFill>
        </p:spPr>
        <p:txBody>
          <a:bodyPr wrap="none" lIns="75600" tIns="75600" rIns="75600" bIns="75600" anchor="b" anchorCtr="0">
            <a:spAutoFit/>
          </a:bodyPr>
          <a:lstStyle>
            <a:lvl1pPr>
              <a:spcBef>
                <a:spcPts val="0"/>
              </a:spcBef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[Confidentiality level]</a:t>
            </a:r>
          </a:p>
        </p:txBody>
      </p:sp>
      <p:sp>
        <p:nvSpPr>
          <p:cNvPr id="16" name="Picture Placeholder 22">
            <a:extLst>
              <a:ext uri="{FF2B5EF4-FFF2-40B4-BE49-F238E27FC236}">
                <a16:creationId xmlns:a16="http://schemas.microsoft.com/office/drawing/2014/main" id="{393096AF-22CA-CDB9-3811-23C9184F7C4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60000" y="0"/>
            <a:ext cx="58320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EE98BF8-0DB2-2AEC-6525-64E7FF12F94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73198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">
            <a:extLst>
              <a:ext uri="{FF2B5EF4-FFF2-40B4-BE49-F238E27FC236}">
                <a16:creationId xmlns:a16="http://schemas.microsoft.com/office/drawing/2014/main" id="{69730063-4D1C-29DA-1DA8-7B49303C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07" name="think-cell data - do not delete" hidden="1">
            <a:extLst>
              <a:ext uri="{FF2B5EF4-FFF2-40B4-BE49-F238E27FC236}">
                <a16:creationId xmlns:a16="http://schemas.microsoft.com/office/drawing/2014/main" id="{E344D579-EFFA-CB08-7550-795A1D5F1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198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44D579-EFFA-CB08-7550-795A1D5F1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hape">
            <a:extLst>
              <a:ext uri="{FF2B5EF4-FFF2-40B4-BE49-F238E27FC236}">
                <a16:creationId xmlns:a16="http://schemas.microsoft.com/office/drawing/2014/main" id="{2105BD05-E1D8-4F7C-5D84-6656B92AD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6050" y="0"/>
            <a:ext cx="9265951" cy="6858000"/>
          </a:xfrm>
          <a:custGeom>
            <a:avLst/>
            <a:gdLst>
              <a:gd name="connsiteX0" fmla="*/ 0 w 9265951"/>
              <a:gd name="connsiteY0" fmla="*/ 0 h 6858000"/>
              <a:gd name="connsiteX1" fmla="*/ 9265951 w 9265951"/>
              <a:gd name="connsiteY1" fmla="*/ 0 h 6858000"/>
              <a:gd name="connsiteX2" fmla="*/ 9265951 w 9265951"/>
              <a:gd name="connsiteY2" fmla="*/ 6858000 h 6858000"/>
              <a:gd name="connsiteX3" fmla="*/ 0 w 9265951"/>
              <a:gd name="connsiteY3" fmla="*/ 6858000 h 6858000"/>
              <a:gd name="connsiteX4" fmla="*/ 2008745 w 9265951"/>
              <a:gd name="connsiteY4" fmla="*/ 4849258 h 6858000"/>
              <a:gd name="connsiteX5" fmla="*/ 2008745 w 9265951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5951" h="6858000">
                <a:moveTo>
                  <a:pt x="0" y="0"/>
                </a:moveTo>
                <a:lnTo>
                  <a:pt x="9265951" y="0"/>
                </a:lnTo>
                <a:lnTo>
                  <a:pt x="9265951" y="6858000"/>
                </a:lnTo>
                <a:lnTo>
                  <a:pt x="0" y="6858000"/>
                </a:lnTo>
                <a:lnTo>
                  <a:pt x="2008745" y="4849258"/>
                </a:lnTo>
                <a:lnTo>
                  <a:pt x="2008745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90BFB2-423F-59A3-D617-C8CE6299A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1989000"/>
            <a:ext cx="3960000" cy="2880000"/>
          </a:xfrm>
        </p:spPr>
        <p:txBody>
          <a:bodyPr vert="horz" anchor="ctr" anchorCtr="0"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547EBA7-0F9D-B1D0-FAC4-D0B08441E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36E5692-013B-1533-67BD-251533B391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0247BDE-6AE3-F86E-C533-0DF50E7E2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DB92ECD0-57CC-096B-AB77-7489FD4D3E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7FF78BA-26F9-DC27-1117-95F73AD1C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43FFEF-73AC-2E14-88FD-B7A5C3DCC9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E7B4412-1997-B2F4-2CE6-23D58C8785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ABE22D9F-E579-CFEA-ED2C-5C47A536AC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30B9C9D-9968-B0B7-62C2-A751106E65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176C385E-FED2-D58A-98EA-0E179CAA44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D3C9BA7-D056-C0C1-0109-2ED42FED2D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BA732A09-FA5A-E632-A5FA-33D4655741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7CE19CF-53A1-ADDB-5196-555034F9E7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CBB4B3D0-586F-A2CE-8546-F559D89AA1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39E49226-C251-4B90-3395-51FA39BAF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9F5C05DF-687D-754D-4686-DF753BF554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647973D-D207-77A9-E746-0C8D3380C6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F2244D1-8F86-50FC-75D8-2A75F7C3E4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CF0E8-FBB6-0B99-6DF2-88D48B54730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B55953B-2AA6-31B9-FAB1-8392911F4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78310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A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">
            <a:extLst>
              <a:ext uri="{FF2B5EF4-FFF2-40B4-BE49-F238E27FC236}">
                <a16:creationId xmlns:a16="http://schemas.microsoft.com/office/drawing/2014/main" id="{69730063-4D1C-29DA-1DA8-7B49303C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07" name="think-cell data - do not delete" hidden="1">
            <a:extLst>
              <a:ext uri="{FF2B5EF4-FFF2-40B4-BE49-F238E27FC236}">
                <a16:creationId xmlns:a16="http://schemas.microsoft.com/office/drawing/2014/main" id="{E344D579-EFFA-CB08-7550-795A1D5F1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198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44D579-EFFA-CB08-7550-795A1D5F1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hape">
            <a:extLst>
              <a:ext uri="{FF2B5EF4-FFF2-40B4-BE49-F238E27FC236}">
                <a16:creationId xmlns:a16="http://schemas.microsoft.com/office/drawing/2014/main" id="{2105BD05-E1D8-4F7C-5D84-6656B92AD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6050" y="0"/>
            <a:ext cx="9265951" cy="6858000"/>
          </a:xfrm>
          <a:custGeom>
            <a:avLst/>
            <a:gdLst>
              <a:gd name="connsiteX0" fmla="*/ 0 w 9265951"/>
              <a:gd name="connsiteY0" fmla="*/ 0 h 6858000"/>
              <a:gd name="connsiteX1" fmla="*/ 9265951 w 9265951"/>
              <a:gd name="connsiteY1" fmla="*/ 0 h 6858000"/>
              <a:gd name="connsiteX2" fmla="*/ 9265951 w 9265951"/>
              <a:gd name="connsiteY2" fmla="*/ 6858000 h 6858000"/>
              <a:gd name="connsiteX3" fmla="*/ 0 w 9265951"/>
              <a:gd name="connsiteY3" fmla="*/ 6858000 h 6858000"/>
              <a:gd name="connsiteX4" fmla="*/ 2008745 w 9265951"/>
              <a:gd name="connsiteY4" fmla="*/ 4849258 h 6858000"/>
              <a:gd name="connsiteX5" fmla="*/ 2008745 w 9265951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5951" h="6858000">
                <a:moveTo>
                  <a:pt x="0" y="0"/>
                </a:moveTo>
                <a:lnTo>
                  <a:pt x="9265951" y="0"/>
                </a:lnTo>
                <a:lnTo>
                  <a:pt x="9265951" y="6858000"/>
                </a:lnTo>
                <a:lnTo>
                  <a:pt x="0" y="6858000"/>
                </a:lnTo>
                <a:lnTo>
                  <a:pt x="2008745" y="4849258"/>
                </a:lnTo>
                <a:lnTo>
                  <a:pt x="2008745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90BFB2-423F-59A3-D617-C8CE6299A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1989000"/>
            <a:ext cx="3960000" cy="2880000"/>
          </a:xfrm>
        </p:spPr>
        <p:txBody>
          <a:bodyPr vert="horz" anchor="ctr" anchorCtr="0"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547EBA7-0F9D-B1D0-FAC4-D0B08441E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36E5692-013B-1533-67BD-251533B391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0247BDE-6AE3-F86E-C533-0DF50E7E2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DB92ECD0-57CC-096B-AB77-7489FD4D3E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7FF78BA-26F9-DC27-1117-95F73AD1C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43FFEF-73AC-2E14-88FD-B7A5C3DCC9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E7B4412-1997-B2F4-2CE6-23D58C8785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ABE22D9F-E579-CFEA-ED2C-5C47A536AC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30B9C9D-9968-B0B7-62C2-A751106E65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176C385E-FED2-D58A-98EA-0E179CAA44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D3C9BA7-D056-C0C1-0109-2ED42FED2D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BA732A09-FA5A-E632-A5FA-33D4655741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7CE19CF-53A1-ADDB-5196-555034F9E7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CBB4B3D0-586F-A2CE-8546-F559D89AA1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39E49226-C251-4B90-3395-51FA39BAF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9F5C05DF-687D-754D-4686-DF753BF554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647973D-D207-77A9-E746-0C8D3380C6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F2244D1-8F86-50FC-75D8-2A75F7C3E4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CF0E8-FBB6-0B99-6DF2-88D48B54730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B55953B-2AA6-31B9-FAB1-8392911F4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8772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">
            <a:extLst>
              <a:ext uri="{FF2B5EF4-FFF2-40B4-BE49-F238E27FC236}">
                <a16:creationId xmlns:a16="http://schemas.microsoft.com/office/drawing/2014/main" id="{69730063-4D1C-29DA-1DA8-7B49303CF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107" name="think-cell data - do not delete" hidden="1">
            <a:extLst>
              <a:ext uri="{FF2B5EF4-FFF2-40B4-BE49-F238E27FC236}">
                <a16:creationId xmlns:a16="http://schemas.microsoft.com/office/drawing/2014/main" id="{E344D579-EFFA-CB08-7550-795A1D5F11A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1986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10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344D579-EFFA-CB08-7550-795A1D5F11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Shape">
            <a:extLst>
              <a:ext uri="{FF2B5EF4-FFF2-40B4-BE49-F238E27FC236}">
                <a16:creationId xmlns:a16="http://schemas.microsoft.com/office/drawing/2014/main" id="{2105BD05-E1D8-4F7C-5D84-6656B92AD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6050" y="0"/>
            <a:ext cx="9265951" cy="6858000"/>
          </a:xfrm>
          <a:custGeom>
            <a:avLst/>
            <a:gdLst>
              <a:gd name="connsiteX0" fmla="*/ 0 w 9265951"/>
              <a:gd name="connsiteY0" fmla="*/ 0 h 6858000"/>
              <a:gd name="connsiteX1" fmla="*/ 9265951 w 9265951"/>
              <a:gd name="connsiteY1" fmla="*/ 0 h 6858000"/>
              <a:gd name="connsiteX2" fmla="*/ 9265951 w 9265951"/>
              <a:gd name="connsiteY2" fmla="*/ 6858000 h 6858000"/>
              <a:gd name="connsiteX3" fmla="*/ 0 w 9265951"/>
              <a:gd name="connsiteY3" fmla="*/ 6858000 h 6858000"/>
              <a:gd name="connsiteX4" fmla="*/ 2008745 w 9265951"/>
              <a:gd name="connsiteY4" fmla="*/ 4849258 h 6858000"/>
              <a:gd name="connsiteX5" fmla="*/ 2008745 w 9265951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265951" h="6858000">
                <a:moveTo>
                  <a:pt x="0" y="0"/>
                </a:moveTo>
                <a:lnTo>
                  <a:pt x="9265951" y="0"/>
                </a:lnTo>
                <a:lnTo>
                  <a:pt x="9265951" y="6858000"/>
                </a:lnTo>
                <a:lnTo>
                  <a:pt x="0" y="6858000"/>
                </a:lnTo>
                <a:lnTo>
                  <a:pt x="2008745" y="4849258"/>
                </a:lnTo>
                <a:lnTo>
                  <a:pt x="2008745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290BFB2-423F-59A3-D617-C8CE6299A7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000" y="1989000"/>
            <a:ext cx="3960000" cy="2880000"/>
          </a:xfrm>
        </p:spPr>
        <p:txBody>
          <a:bodyPr vert="horz" anchor="ctr" anchorCtr="0"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9">
            <a:extLst>
              <a:ext uri="{FF2B5EF4-FFF2-40B4-BE49-F238E27FC236}">
                <a16:creationId xmlns:a16="http://schemas.microsoft.com/office/drawing/2014/main" id="{E547EBA7-0F9D-B1D0-FAC4-D0B08441E77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8" name="Text Placeholder 21">
            <a:extLst>
              <a:ext uri="{FF2B5EF4-FFF2-40B4-BE49-F238E27FC236}">
                <a16:creationId xmlns:a16="http://schemas.microsoft.com/office/drawing/2014/main" id="{936E5692-013B-1533-67BD-251533B391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E0247BDE-6AE3-F86E-C533-0DF50E7E24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1" name="Text Placeholder 21">
            <a:extLst>
              <a:ext uri="{FF2B5EF4-FFF2-40B4-BE49-F238E27FC236}">
                <a16:creationId xmlns:a16="http://schemas.microsoft.com/office/drawing/2014/main" id="{DB92ECD0-57CC-096B-AB77-7489FD4D3E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2" name="Text Placeholder 19">
            <a:extLst>
              <a:ext uri="{FF2B5EF4-FFF2-40B4-BE49-F238E27FC236}">
                <a16:creationId xmlns:a16="http://schemas.microsoft.com/office/drawing/2014/main" id="{F7FF78BA-26F9-DC27-1117-95F73AD1C9C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43FFEF-73AC-2E14-88FD-B7A5C3DCC9F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4" name="Text Placeholder 19">
            <a:extLst>
              <a:ext uri="{FF2B5EF4-FFF2-40B4-BE49-F238E27FC236}">
                <a16:creationId xmlns:a16="http://schemas.microsoft.com/office/drawing/2014/main" id="{5E7B4412-1997-B2F4-2CE6-23D58C87853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96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5" name="Text Placeholder 21">
            <a:extLst>
              <a:ext uri="{FF2B5EF4-FFF2-40B4-BE49-F238E27FC236}">
                <a16:creationId xmlns:a16="http://schemas.microsoft.com/office/drawing/2014/main" id="{ABE22D9F-E579-CFEA-ED2C-5C47A536ACE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96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6" name="Text Placeholder 19">
            <a:extLst>
              <a:ext uri="{FF2B5EF4-FFF2-40B4-BE49-F238E27FC236}">
                <a16:creationId xmlns:a16="http://schemas.microsoft.com/office/drawing/2014/main" id="{730B9C9D-9968-B0B7-62C2-A751106E65B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96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176C385E-FED2-D58A-98EA-0E179CAA44D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96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8" name="Text Placeholder 19">
            <a:extLst>
              <a:ext uri="{FF2B5EF4-FFF2-40B4-BE49-F238E27FC236}">
                <a16:creationId xmlns:a16="http://schemas.microsoft.com/office/drawing/2014/main" id="{9D3C9BA7-D056-C0C1-0109-2ED42FED2D9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96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9" name="Text Placeholder 21">
            <a:extLst>
              <a:ext uri="{FF2B5EF4-FFF2-40B4-BE49-F238E27FC236}">
                <a16:creationId xmlns:a16="http://schemas.microsoft.com/office/drawing/2014/main" id="{BA732A09-FA5A-E632-A5FA-33D4655741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96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7CE19CF-53A1-ADDB-5196-555034F9E76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828000" y="684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CBB4B3D0-586F-A2CE-8546-F559D89AA1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828000" y="1296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39E49226-C251-4B90-3395-51FA39BAFFF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828000" y="2592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5" name="Text Placeholder 21">
            <a:extLst>
              <a:ext uri="{FF2B5EF4-FFF2-40B4-BE49-F238E27FC236}">
                <a16:creationId xmlns:a16="http://schemas.microsoft.com/office/drawing/2014/main" id="{9F5C05DF-687D-754D-4686-DF753BF554B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828000" y="3204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6" name="Text Placeholder 19">
            <a:extLst>
              <a:ext uri="{FF2B5EF4-FFF2-40B4-BE49-F238E27FC236}">
                <a16:creationId xmlns:a16="http://schemas.microsoft.com/office/drawing/2014/main" id="{D647973D-D207-77A9-E746-0C8D3380C6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28000" y="4500000"/>
            <a:ext cx="1800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7F2244D1-8F86-50FC-75D8-2A75F7C3E42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828000" y="5112000"/>
            <a:ext cx="1800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2CF0E8-FBB6-0B99-6DF2-88D48B54730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B55953B-2AA6-31B9-FAB1-8392911F4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7437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B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2AED4662-CAF7-7ED9-C3CA-FEFD88BC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1537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2AED4662-CAF7-7ED9-C3CA-FEFD88BC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74910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 B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2AED4662-CAF7-7ED9-C3CA-FEFD88BC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297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 B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2AED4662-CAF7-7ED9-C3CA-FEFD88BC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31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genda B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2AED4662-CAF7-7ED9-C3CA-FEFD88BC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623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Agenda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1A0ACED-E331-1403-1DFD-5D1ABE86233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96353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A0ACED-E331-1403-1DFD-5D1ABE8623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0FF496D-74BD-D90E-B686-EB8C1EC6E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361E5FA9-B762-5539-1BBD-BE891C614E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7341C52D-490F-1432-1653-501EF401A0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0E215712-819F-2D9E-EA72-3DC5951C5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B43CAF3E-D765-8A25-4BEC-02C5A1FD85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9FD24BAF-68F2-E28B-790E-7D6F0A5F4E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98D4B18B-5FE7-79B1-BD85-0B5E78D303F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86F4F90-3EF8-6E78-2BE0-F933FFE9A0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F9870F8B-0915-7A65-3BAA-83EE3446E80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1E30E7F4-CD4D-A152-1D72-1F0D8ABE17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F25BFA45-C130-F0AB-AA11-784D4F6221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1421A988-A0D7-014D-AC35-35B80B0FD9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9734DE0C-AD30-1996-B4A5-6EE4399CE8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5D7EF3CF-1F48-BE4F-D625-4D90E45F60A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E28157-5628-6602-C7F1-3D4A648C2CC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2AED4662-CAF7-7ED9-C3CA-FEFD88BCE9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0840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Agenda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1CD584E-3FE1-3141-ACDF-7118D254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8925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Agenda C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1CD584E-3FE1-3141-ACDF-7118D254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12208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Agenda C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1CD584E-3FE1-3141-ACDF-7118D254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21323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C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1CD584E-3FE1-3141-ACDF-7118D254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7752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genda C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1CD584E-3FE1-3141-ACDF-7118D254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87197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Agenda C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10A3D76-AB94-4F36-799C-B4A434504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71906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10A3D76-AB94-4F36-799C-B4A43450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2B7206C7-5453-AAB3-3784-70452E8F3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54441" y="0"/>
            <a:ext cx="9737559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2000"/>
              <a:gd name="connsiteY0" fmla="*/ 685800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2288985 w 12192000"/>
              <a:gd name="connsiteY3" fmla="*/ 6858000 h 6858000"/>
              <a:gd name="connsiteX4" fmla="*/ 3136898 w 12192000"/>
              <a:gd name="connsiteY4" fmla="*/ 3429009 h 6858000"/>
              <a:gd name="connsiteX5" fmla="*/ 2288982 w 12192000"/>
              <a:gd name="connsiteY5" fmla="*/ 1 h 6858000"/>
              <a:gd name="connsiteX6" fmla="*/ 1 w 12192000"/>
              <a:gd name="connsiteY6" fmla="*/ 1 h 6858000"/>
              <a:gd name="connsiteX7" fmla="*/ 1 w 12192000"/>
              <a:gd name="connsiteY7" fmla="*/ 6858000 h 6858000"/>
              <a:gd name="connsiteX8" fmla="*/ 0 w 12192000"/>
              <a:gd name="connsiteY8" fmla="*/ 6858000 h 6858000"/>
              <a:gd name="connsiteX0" fmla="*/ 0 w 12191999"/>
              <a:gd name="connsiteY0" fmla="*/ 6858000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7" fmla="*/ 0 w 12191999"/>
              <a:gd name="connsiteY7" fmla="*/ 6858000 h 6858000"/>
              <a:gd name="connsiteX0" fmla="*/ 0 w 12191999"/>
              <a:gd name="connsiteY0" fmla="*/ 1 h 6858000"/>
              <a:gd name="connsiteX1" fmla="*/ 12191999 w 12191999"/>
              <a:gd name="connsiteY1" fmla="*/ 0 h 6858000"/>
              <a:gd name="connsiteX2" fmla="*/ 12191999 w 12191999"/>
              <a:gd name="connsiteY2" fmla="*/ 6858000 h 6858000"/>
              <a:gd name="connsiteX3" fmla="*/ 2288984 w 12191999"/>
              <a:gd name="connsiteY3" fmla="*/ 6858000 h 6858000"/>
              <a:gd name="connsiteX4" fmla="*/ 3136897 w 12191999"/>
              <a:gd name="connsiteY4" fmla="*/ 3429009 h 6858000"/>
              <a:gd name="connsiteX5" fmla="*/ 2288981 w 12191999"/>
              <a:gd name="connsiteY5" fmla="*/ 1 h 6858000"/>
              <a:gd name="connsiteX6" fmla="*/ 0 w 12191999"/>
              <a:gd name="connsiteY6" fmla="*/ 1 h 6858000"/>
              <a:gd name="connsiteX0" fmla="*/ 0 w 9903018"/>
              <a:gd name="connsiteY0" fmla="*/ 1 h 6858000"/>
              <a:gd name="connsiteX1" fmla="*/ 9903018 w 9903018"/>
              <a:gd name="connsiteY1" fmla="*/ 0 h 6858000"/>
              <a:gd name="connsiteX2" fmla="*/ 9903018 w 9903018"/>
              <a:gd name="connsiteY2" fmla="*/ 6858000 h 6858000"/>
              <a:gd name="connsiteX3" fmla="*/ 3 w 9903018"/>
              <a:gd name="connsiteY3" fmla="*/ 6858000 h 6858000"/>
              <a:gd name="connsiteX4" fmla="*/ 847916 w 9903018"/>
              <a:gd name="connsiteY4" fmla="*/ 3429009 h 6858000"/>
              <a:gd name="connsiteX5" fmla="*/ 0 w 9903018"/>
              <a:gd name="connsiteY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03018" h="6858000">
                <a:moveTo>
                  <a:pt x="0" y="1"/>
                </a:moveTo>
                <a:lnTo>
                  <a:pt x="9903018" y="0"/>
                </a:lnTo>
                <a:lnTo>
                  <a:pt x="9903018" y="6858000"/>
                </a:lnTo>
                <a:lnTo>
                  <a:pt x="3" y="6858000"/>
                </a:lnTo>
                <a:lnTo>
                  <a:pt x="847916" y="342900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Title">
            <a:extLst>
              <a:ext uri="{FF2B5EF4-FFF2-40B4-BE49-F238E27FC236}">
                <a16:creationId xmlns:a16="http://schemas.microsoft.com/office/drawing/2014/main" id="{B7624A6C-E13F-ABBC-7BC4-1BD735BCD4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2088000" cy="2880000"/>
          </a:xfrm>
        </p:spPr>
        <p:txBody>
          <a:bodyPr vert="horz" anchor="ctr" anchorCtr="0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7" name="Text Placeholder 19">
            <a:extLst>
              <a:ext uri="{FF2B5EF4-FFF2-40B4-BE49-F238E27FC236}">
                <a16:creationId xmlns:a16="http://schemas.microsoft.com/office/drawing/2014/main" id="{3A9FBCB7-64C8-3334-37BD-F3B8A49DE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07819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9" name="Text Placeholder 21">
            <a:extLst>
              <a:ext uri="{FF2B5EF4-FFF2-40B4-BE49-F238E27FC236}">
                <a16:creationId xmlns:a16="http://schemas.microsoft.com/office/drawing/2014/main" id="{15CE6E23-185E-6743-91C2-61D59594F9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67820" y="8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0" name="Text Placeholder 19">
            <a:extLst>
              <a:ext uri="{FF2B5EF4-FFF2-40B4-BE49-F238E27FC236}">
                <a16:creationId xmlns:a16="http://schemas.microsoft.com/office/drawing/2014/main" id="{923CF1CE-3D31-7F6E-DCDF-E2F32A2553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07819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32ED8768-6538-2B1A-5362-29FACA673D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7820" y="17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2" name="Text Placeholder 19">
            <a:extLst>
              <a:ext uri="{FF2B5EF4-FFF2-40B4-BE49-F238E27FC236}">
                <a16:creationId xmlns:a16="http://schemas.microsoft.com/office/drawing/2014/main" id="{C1E5DC26-4E6F-3BA6-58B6-F8B36941E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07819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26DE173D-E761-A333-0E17-81FA88BE0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67820" y="26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4" name="Text Placeholder 19">
            <a:extLst>
              <a:ext uri="{FF2B5EF4-FFF2-40B4-BE49-F238E27FC236}">
                <a16:creationId xmlns:a16="http://schemas.microsoft.com/office/drawing/2014/main" id="{CDF225B3-43B7-A7EE-F801-EE1CFF559F7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7819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6" name="Text Placeholder 21">
            <a:extLst>
              <a:ext uri="{FF2B5EF4-FFF2-40B4-BE49-F238E27FC236}">
                <a16:creationId xmlns:a16="http://schemas.microsoft.com/office/drawing/2014/main" id="{221CA5C7-1F08-8BBE-8775-34E8EE29D7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67820" y="35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7" name="Text Placeholder 19">
            <a:extLst>
              <a:ext uri="{FF2B5EF4-FFF2-40B4-BE49-F238E27FC236}">
                <a16:creationId xmlns:a16="http://schemas.microsoft.com/office/drawing/2014/main" id="{97DE4764-8675-CC7C-7D0D-87C75EAE04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07819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48" name="Text Placeholder 21">
            <a:extLst>
              <a:ext uri="{FF2B5EF4-FFF2-40B4-BE49-F238E27FC236}">
                <a16:creationId xmlns:a16="http://schemas.microsoft.com/office/drawing/2014/main" id="{F590146E-A290-D74E-2524-F9FEB48C326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67820" y="44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49" name="Text Placeholder 19">
            <a:extLst>
              <a:ext uri="{FF2B5EF4-FFF2-40B4-BE49-F238E27FC236}">
                <a16:creationId xmlns:a16="http://schemas.microsoft.com/office/drawing/2014/main" id="{53B440B1-4AF1-02C4-D21D-AF9D0377BBF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07819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F425F257-B79D-5713-0549-ACA5273F150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67820" y="5364000"/>
            <a:ext cx="7236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38D6D6-47D1-3EF5-F95F-264F1B5D2F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81CD584E-3FE1-3141-ACDF-7118D2547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614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D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1218586-CFF9-D1B9-A7B1-D06ABC4D38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87956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218586-CFF9-D1B9-A7B1-D06ABC4D38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hape">
            <a:extLst>
              <a:ext uri="{FF2B5EF4-FFF2-40B4-BE49-F238E27FC236}">
                <a16:creationId xmlns:a16="http://schemas.microsoft.com/office/drawing/2014/main" id="{30D817C6-F486-A385-9A34-67A627CEE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81600" y="0"/>
            <a:ext cx="10010401" cy="6858000"/>
          </a:xfrm>
          <a:custGeom>
            <a:avLst/>
            <a:gdLst>
              <a:gd name="connsiteX0" fmla="*/ 0 w 10206564"/>
              <a:gd name="connsiteY0" fmla="*/ 0 h 6858000"/>
              <a:gd name="connsiteX1" fmla="*/ 10206564 w 10206564"/>
              <a:gd name="connsiteY1" fmla="*/ 0 h 6858000"/>
              <a:gd name="connsiteX2" fmla="*/ 10206564 w 10206564"/>
              <a:gd name="connsiteY2" fmla="*/ 6858000 h 6858000"/>
              <a:gd name="connsiteX3" fmla="*/ 0 w 10206564"/>
              <a:gd name="connsiteY3" fmla="*/ 6858000 h 6858000"/>
              <a:gd name="connsiteX4" fmla="*/ 2805637 w 10206564"/>
              <a:gd name="connsiteY4" fmla="*/ 4849258 h 6858000"/>
              <a:gd name="connsiteX5" fmla="*/ 2805637 w 10206564"/>
              <a:gd name="connsiteY5" fmla="*/ 20087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206564" h="6858000">
                <a:moveTo>
                  <a:pt x="0" y="0"/>
                </a:moveTo>
                <a:lnTo>
                  <a:pt x="10206564" y="0"/>
                </a:lnTo>
                <a:lnTo>
                  <a:pt x="10206564" y="6858000"/>
                </a:lnTo>
                <a:lnTo>
                  <a:pt x="0" y="6858000"/>
                </a:lnTo>
                <a:lnTo>
                  <a:pt x="2805637" y="4849258"/>
                </a:lnTo>
                <a:lnTo>
                  <a:pt x="2805637" y="2008742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2B6FC3B0-D36F-1EAC-E756-1040EB21F6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960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19">
            <a:extLst>
              <a:ext uri="{FF2B5EF4-FFF2-40B4-BE49-F238E27FC236}">
                <a16:creationId xmlns:a16="http://schemas.microsoft.com/office/drawing/2014/main" id="{21B11C8A-95E4-FA97-3593-EBA151E16C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64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9" name="Text Placeholder 21">
            <a:extLst>
              <a:ext uri="{FF2B5EF4-FFF2-40B4-BE49-F238E27FC236}">
                <a16:creationId xmlns:a16="http://schemas.microsoft.com/office/drawing/2014/main" id="{9146D62C-B037-86B2-F031-9D7CB1AE96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64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0" name="Text Placeholder 19">
            <a:extLst>
              <a:ext uri="{FF2B5EF4-FFF2-40B4-BE49-F238E27FC236}">
                <a16:creationId xmlns:a16="http://schemas.microsoft.com/office/drawing/2014/main" id="{76FA0464-8B17-496A-FA4C-57E96C00D2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64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2" name="Text Placeholder 21">
            <a:extLst>
              <a:ext uri="{FF2B5EF4-FFF2-40B4-BE49-F238E27FC236}">
                <a16:creationId xmlns:a16="http://schemas.microsoft.com/office/drawing/2014/main" id="{FF1CCA5E-6795-1E3C-5218-0B3080BC06D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64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3" name="Text Placeholder 19">
            <a:extLst>
              <a:ext uri="{FF2B5EF4-FFF2-40B4-BE49-F238E27FC236}">
                <a16:creationId xmlns:a16="http://schemas.microsoft.com/office/drawing/2014/main" id="{DF651931-7D32-AF36-EB33-181A9C5ED4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64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4" name="Text Placeholder 21">
            <a:extLst>
              <a:ext uri="{FF2B5EF4-FFF2-40B4-BE49-F238E27FC236}">
                <a16:creationId xmlns:a16="http://schemas.microsoft.com/office/drawing/2014/main" id="{E3EBF013-1DF3-6C0C-5595-34FA4DDD21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64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5" name="Text Placeholder 19">
            <a:extLst>
              <a:ext uri="{FF2B5EF4-FFF2-40B4-BE49-F238E27FC236}">
                <a16:creationId xmlns:a16="http://schemas.microsoft.com/office/drawing/2014/main" id="{33988DFE-A57F-87ED-75E3-003856244E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60000" y="684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BCAAFFA4-9925-CF4B-EDD6-C21D117C970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60000" y="1296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7" name="Text Placeholder 19">
            <a:extLst>
              <a:ext uri="{FF2B5EF4-FFF2-40B4-BE49-F238E27FC236}">
                <a16:creationId xmlns:a16="http://schemas.microsoft.com/office/drawing/2014/main" id="{4E3D30E5-8A57-CDD7-DA25-100B803CA7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60000" y="2592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18" name="Text Placeholder 21">
            <a:extLst>
              <a:ext uri="{FF2B5EF4-FFF2-40B4-BE49-F238E27FC236}">
                <a16:creationId xmlns:a16="http://schemas.microsoft.com/office/drawing/2014/main" id="{98896E69-B5C1-DD0C-DEBD-1D634233533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60000" y="3204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19" name="Text Placeholder 19">
            <a:extLst>
              <a:ext uri="{FF2B5EF4-FFF2-40B4-BE49-F238E27FC236}">
                <a16:creationId xmlns:a16="http://schemas.microsoft.com/office/drawing/2014/main" id="{64B036E8-0AB2-175D-6923-18F103BC90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60000" y="4500000"/>
            <a:ext cx="2952000" cy="6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40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E656E6B1-C23F-11A3-AAEA-E43A083EE0B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60000" y="5112000"/>
            <a:ext cx="2952000" cy="972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18F3E3-264A-4C83-A974-080846FB496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0A982EC8-8D8D-9515-BADA-4D7214144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20769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E">
    <p:bg>
      <p:bgPr>
        <a:solidFill>
          <a:srgbClr val="641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5F7E659-09C6-F64B-03E2-84676E702F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1289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F7E659-09C6-F64B-03E2-84676E702F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hape">
            <a:extLst>
              <a:ext uri="{FF2B5EF4-FFF2-40B4-BE49-F238E27FC236}">
                <a16:creationId xmlns:a16="http://schemas.microsoft.com/office/drawing/2014/main" id="{F48D65F2-5B45-F86A-C4F2-07779F0ED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88168" y="0"/>
            <a:ext cx="10603833" cy="6858000"/>
          </a:xfrm>
          <a:custGeom>
            <a:avLst/>
            <a:gdLst>
              <a:gd name="connsiteX0" fmla="*/ 0 w 11988799"/>
              <a:gd name="connsiteY0" fmla="*/ 0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1988799"/>
              <a:gd name="connsiteY0" fmla="*/ 1 h 6858000"/>
              <a:gd name="connsiteX1" fmla="*/ 11988799 w 11988799"/>
              <a:gd name="connsiteY1" fmla="*/ 0 h 6858000"/>
              <a:gd name="connsiteX2" fmla="*/ 11988799 w 11988799"/>
              <a:gd name="connsiteY2" fmla="*/ 6858000 h 6858000"/>
              <a:gd name="connsiteX3" fmla="*/ 1406333 w 11988799"/>
              <a:gd name="connsiteY3" fmla="*/ 6858000 h 6858000"/>
              <a:gd name="connsiteX4" fmla="*/ 3820073 w 11988799"/>
              <a:gd name="connsiteY4" fmla="*/ 5548121 h 6858000"/>
              <a:gd name="connsiteX5" fmla="*/ 4742124 w 11988799"/>
              <a:gd name="connsiteY5" fmla="*/ 3428998 h 6858000"/>
              <a:gd name="connsiteX6" fmla="*/ 3820073 w 11988799"/>
              <a:gd name="connsiteY6" fmla="*/ 1309879 h 6858000"/>
              <a:gd name="connsiteX7" fmla="*/ 1406333 w 11988799"/>
              <a:gd name="connsiteY7" fmla="*/ 1 h 6858000"/>
              <a:gd name="connsiteX8" fmla="*/ 0 w 11988799"/>
              <a:gd name="connsiteY8" fmla="*/ 1 h 6858000"/>
              <a:gd name="connsiteX0" fmla="*/ 0 w 10582466"/>
              <a:gd name="connsiteY0" fmla="*/ 1 h 6858000"/>
              <a:gd name="connsiteX1" fmla="*/ 10582466 w 10582466"/>
              <a:gd name="connsiteY1" fmla="*/ 0 h 6858000"/>
              <a:gd name="connsiteX2" fmla="*/ 10582466 w 10582466"/>
              <a:gd name="connsiteY2" fmla="*/ 6858000 h 6858000"/>
              <a:gd name="connsiteX3" fmla="*/ 0 w 10582466"/>
              <a:gd name="connsiteY3" fmla="*/ 6858000 h 6858000"/>
              <a:gd name="connsiteX4" fmla="*/ 2413740 w 10582466"/>
              <a:gd name="connsiteY4" fmla="*/ 5548121 h 6858000"/>
              <a:gd name="connsiteX5" fmla="*/ 3335791 w 10582466"/>
              <a:gd name="connsiteY5" fmla="*/ 3428998 h 6858000"/>
              <a:gd name="connsiteX6" fmla="*/ 2413740 w 10582466"/>
              <a:gd name="connsiteY6" fmla="*/ 1309879 h 6858000"/>
              <a:gd name="connsiteX7" fmla="*/ 0 w 10582466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82466" h="6858000">
                <a:moveTo>
                  <a:pt x="0" y="1"/>
                </a:moveTo>
                <a:lnTo>
                  <a:pt x="10582466" y="0"/>
                </a:lnTo>
                <a:lnTo>
                  <a:pt x="10582466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1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60DF7FA5-A05F-4246-C79F-001C46800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1990800"/>
            <a:ext cx="3528000" cy="2880000"/>
          </a:xfrm>
        </p:spPr>
        <p:txBody>
          <a:bodyPr vert="horz" anchor="ctr" anchorCtr="0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19">
            <a:extLst>
              <a:ext uri="{FF2B5EF4-FFF2-40B4-BE49-F238E27FC236}">
                <a16:creationId xmlns:a16="http://schemas.microsoft.com/office/drawing/2014/main" id="{34D64BFD-9C90-593A-5B75-12D2434CFC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48000" y="8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A0DD48D7-E4D3-B7F6-6407-529AA5D707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8002" y="8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E1270E38-B76C-FB66-AF86-F5A5D9BA5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48000" y="17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B43C5AA4-095B-1A36-0743-40E26176FE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08002" y="17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2D66FE62-C743-B687-35BE-926213FE70D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48000" y="26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D06B808A-B24A-4A34-8FEB-77AC08F6F1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08002" y="26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CABB420A-92EF-3AE6-E3BE-02E077D5BDD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48000" y="35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EF97800C-FDC3-D439-322C-DB550C6A02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002" y="35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9" name="Text Placeholder 19">
            <a:extLst>
              <a:ext uri="{FF2B5EF4-FFF2-40B4-BE49-F238E27FC236}">
                <a16:creationId xmlns:a16="http://schemas.microsoft.com/office/drawing/2014/main" id="{590AE51B-59A3-37F5-AFFA-92D888F327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48000" y="44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B4A6DB1E-9602-E368-6205-5DAD677F45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002" y="44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31" name="Text Placeholder 19">
            <a:extLst>
              <a:ext uri="{FF2B5EF4-FFF2-40B4-BE49-F238E27FC236}">
                <a16:creationId xmlns:a16="http://schemas.microsoft.com/office/drawing/2014/main" id="{BA825D2C-AAA8-6CA1-78D5-DD9AACF965E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48000" y="5364000"/>
            <a:ext cx="936000" cy="612000"/>
          </a:xfrm>
        </p:spPr>
        <p:txBody>
          <a:bodyPr rIns="216000">
            <a:noAutofit/>
          </a:bodyPr>
          <a:lstStyle>
            <a:lvl1pPr algn="r">
              <a:spcBef>
                <a:spcPts val="0"/>
              </a:spcBef>
              <a:defRPr sz="3600" b="0">
                <a:latin typeface="+mj-lt"/>
              </a:defRPr>
            </a:lvl1pPr>
          </a:lstStyle>
          <a:p>
            <a:pPr lvl="0"/>
            <a:r>
              <a:rPr lang="en-US"/>
              <a:t>Nr.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93B5A6D9-3E97-A018-F608-E1789B189E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002" y="5364000"/>
            <a:ext cx="5580000" cy="612000"/>
          </a:xfrm>
        </p:spPr>
        <p:txBody>
          <a:bodyPr anchor="ctr" anchorCtr="0"/>
          <a:lstStyle>
            <a:lvl1pPr>
              <a:defRPr sz="2000"/>
            </a:lvl1pPr>
          </a:lstStyle>
          <a:p>
            <a:pPr lvl="0"/>
            <a:r>
              <a:rPr lang="en-US"/>
              <a:t>Agenda topic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F159C1-971B-AE53-D1B1-8B4987AC406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1C9A96F3-BBDB-A06B-60C2-D5E10D5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14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A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496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67C04D6-1486-6290-FEE1-F81639906D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2324099"/>
            <a:ext cx="12193201" cy="4533900"/>
          </a:xfrm>
          <a:custGeom>
            <a:avLst/>
            <a:gdLst>
              <a:gd name="connsiteX0" fmla="*/ 10905613 w 12193201"/>
              <a:gd name="connsiteY0" fmla="*/ 4270800 h 4533900"/>
              <a:gd name="connsiteX1" fmla="*/ 10923728 w 12193201"/>
              <a:gd name="connsiteY1" fmla="*/ 4270800 h 4533900"/>
              <a:gd name="connsiteX2" fmla="*/ 10923728 w 12193201"/>
              <a:gd name="connsiteY2" fmla="*/ 4343564 h 4533900"/>
              <a:gd name="connsiteX3" fmla="*/ 10905613 w 12193201"/>
              <a:gd name="connsiteY3" fmla="*/ 4343564 h 4533900"/>
              <a:gd name="connsiteX4" fmla="*/ 10787410 w 12193201"/>
              <a:gd name="connsiteY4" fmla="*/ 4234571 h 4533900"/>
              <a:gd name="connsiteX5" fmla="*/ 10814735 w 12193201"/>
              <a:gd name="connsiteY5" fmla="*/ 4234571 h 4533900"/>
              <a:gd name="connsiteX6" fmla="*/ 10814735 w 12193201"/>
              <a:gd name="connsiteY6" fmla="*/ 4343564 h 4533900"/>
              <a:gd name="connsiteX7" fmla="*/ 10787410 w 12193201"/>
              <a:gd name="connsiteY7" fmla="*/ 4343564 h 4533900"/>
              <a:gd name="connsiteX8" fmla="*/ 11383033 w 12193201"/>
              <a:gd name="connsiteY8" fmla="*/ 4231808 h 4533900"/>
              <a:gd name="connsiteX9" fmla="*/ 11415270 w 12193201"/>
              <a:gd name="connsiteY9" fmla="*/ 4278782 h 4533900"/>
              <a:gd name="connsiteX10" fmla="*/ 11383033 w 12193201"/>
              <a:gd name="connsiteY10" fmla="*/ 4322380 h 4533900"/>
              <a:gd name="connsiteX11" fmla="*/ 11349567 w 12193201"/>
              <a:gd name="connsiteY11" fmla="*/ 4276326 h 4533900"/>
              <a:gd name="connsiteX12" fmla="*/ 11383033 w 12193201"/>
              <a:gd name="connsiteY12" fmla="*/ 4231808 h 4533900"/>
              <a:gd name="connsiteX13" fmla="*/ 11109783 w 12193201"/>
              <a:gd name="connsiteY13" fmla="*/ 4231501 h 4533900"/>
              <a:gd name="connsiteX14" fmla="*/ 11142020 w 12193201"/>
              <a:gd name="connsiteY14" fmla="*/ 4279089 h 4533900"/>
              <a:gd name="connsiteX15" fmla="*/ 11108862 w 12193201"/>
              <a:gd name="connsiteY15" fmla="*/ 4325143 h 4533900"/>
              <a:gd name="connsiteX16" fmla="*/ 11076010 w 12193201"/>
              <a:gd name="connsiteY16" fmla="*/ 4276633 h 4533900"/>
              <a:gd name="connsiteX17" fmla="*/ 11109783 w 12193201"/>
              <a:gd name="connsiteY17" fmla="*/ 4231501 h 4533900"/>
              <a:gd name="connsiteX18" fmla="*/ 11520885 w 12193201"/>
              <a:gd name="connsiteY18" fmla="*/ 4231194 h 4533900"/>
              <a:gd name="connsiteX19" fmla="*/ 11554350 w 12193201"/>
              <a:gd name="connsiteY19" fmla="*/ 4278782 h 4533900"/>
              <a:gd name="connsiteX20" fmla="*/ 11521192 w 12193201"/>
              <a:gd name="connsiteY20" fmla="*/ 4325757 h 4533900"/>
              <a:gd name="connsiteX21" fmla="*/ 11487112 w 12193201"/>
              <a:gd name="connsiteY21" fmla="*/ 4279089 h 4533900"/>
              <a:gd name="connsiteX22" fmla="*/ 11520885 w 12193201"/>
              <a:gd name="connsiteY22" fmla="*/ 4231194 h 4533900"/>
              <a:gd name="connsiteX23" fmla="*/ 11246715 w 12193201"/>
              <a:gd name="connsiteY23" fmla="*/ 4230580 h 4533900"/>
              <a:gd name="connsiteX24" fmla="*/ 11278031 w 12193201"/>
              <a:gd name="connsiteY24" fmla="*/ 4263124 h 4533900"/>
              <a:gd name="connsiteX25" fmla="*/ 11213863 w 12193201"/>
              <a:gd name="connsiteY25" fmla="*/ 4263124 h 4533900"/>
              <a:gd name="connsiteX26" fmla="*/ 11246715 w 12193201"/>
              <a:gd name="connsiteY26" fmla="*/ 4230580 h 4533900"/>
              <a:gd name="connsiteX27" fmla="*/ 10869385 w 12193201"/>
              <a:gd name="connsiteY27" fmla="*/ 4216456 h 4533900"/>
              <a:gd name="connsiteX28" fmla="*/ 10896710 w 12193201"/>
              <a:gd name="connsiteY28" fmla="*/ 4216456 h 4533900"/>
              <a:gd name="connsiteX29" fmla="*/ 10896710 w 12193201"/>
              <a:gd name="connsiteY29" fmla="*/ 4325450 h 4533900"/>
              <a:gd name="connsiteX30" fmla="*/ 10869385 w 12193201"/>
              <a:gd name="connsiteY30" fmla="*/ 4325450 h 4533900"/>
              <a:gd name="connsiteX31" fmla="*/ 10760085 w 12193201"/>
              <a:gd name="connsiteY31" fmla="*/ 4216149 h 4533900"/>
              <a:gd name="connsiteX32" fmla="*/ 10778199 w 12193201"/>
              <a:gd name="connsiteY32" fmla="*/ 4216149 h 4533900"/>
              <a:gd name="connsiteX33" fmla="*/ 10778199 w 12193201"/>
              <a:gd name="connsiteY33" fmla="*/ 4288914 h 4533900"/>
              <a:gd name="connsiteX34" fmla="*/ 10760085 w 12193201"/>
              <a:gd name="connsiteY34" fmla="*/ 4288914 h 4533900"/>
              <a:gd name="connsiteX35" fmla="*/ 11375050 w 12193201"/>
              <a:gd name="connsiteY35" fmla="*/ 4210009 h 4533900"/>
              <a:gd name="connsiteX36" fmla="*/ 11318251 w 12193201"/>
              <a:gd name="connsiteY36" fmla="*/ 4277554 h 4533900"/>
              <a:gd name="connsiteX37" fmla="*/ 11376278 w 12193201"/>
              <a:gd name="connsiteY37" fmla="*/ 4343564 h 4533900"/>
              <a:gd name="connsiteX38" fmla="*/ 11415884 w 12193201"/>
              <a:gd name="connsiteY38" fmla="*/ 4322687 h 4533900"/>
              <a:gd name="connsiteX39" fmla="*/ 11415884 w 12193201"/>
              <a:gd name="connsiteY39" fmla="*/ 4337731 h 4533900"/>
              <a:gd name="connsiteX40" fmla="*/ 11383647 w 12193201"/>
              <a:gd name="connsiteY40" fmla="*/ 4373345 h 4533900"/>
              <a:gd name="connsiteX41" fmla="*/ 11354173 w 12193201"/>
              <a:gd name="connsiteY41" fmla="*/ 4355845 h 4533900"/>
              <a:gd name="connsiteX42" fmla="*/ 11351716 w 12193201"/>
              <a:gd name="connsiteY42" fmla="*/ 4353696 h 4533900"/>
              <a:gd name="connsiteX43" fmla="*/ 11325006 w 12193201"/>
              <a:gd name="connsiteY43" fmla="*/ 4353696 h 4533900"/>
              <a:gd name="connsiteX44" fmla="*/ 11322856 w 12193201"/>
              <a:gd name="connsiteY44" fmla="*/ 4355845 h 4533900"/>
              <a:gd name="connsiteX45" fmla="*/ 11382419 w 12193201"/>
              <a:gd name="connsiteY45" fmla="*/ 4394837 h 4533900"/>
              <a:gd name="connsiteX46" fmla="*/ 11444130 w 12193201"/>
              <a:gd name="connsiteY46" fmla="*/ 4338038 h 4533900"/>
              <a:gd name="connsiteX47" fmla="*/ 11443823 w 12193201"/>
              <a:gd name="connsiteY47" fmla="*/ 4272949 h 4533900"/>
              <a:gd name="connsiteX48" fmla="*/ 11445358 w 12193201"/>
              <a:gd name="connsiteY48" fmla="*/ 4214307 h 4533900"/>
              <a:gd name="connsiteX49" fmla="*/ 11443209 w 12193201"/>
              <a:gd name="connsiteY49" fmla="*/ 4212158 h 4533900"/>
              <a:gd name="connsiteX50" fmla="*/ 11416191 w 12193201"/>
              <a:gd name="connsiteY50" fmla="*/ 4212158 h 4533900"/>
              <a:gd name="connsiteX51" fmla="*/ 11414042 w 12193201"/>
              <a:gd name="connsiteY51" fmla="*/ 4214307 h 4533900"/>
              <a:gd name="connsiteX52" fmla="*/ 11414656 w 12193201"/>
              <a:gd name="connsiteY52" fmla="*/ 4229044 h 4533900"/>
              <a:gd name="connsiteX53" fmla="*/ 11375050 w 12193201"/>
              <a:gd name="connsiteY53" fmla="*/ 4210009 h 4533900"/>
              <a:gd name="connsiteX54" fmla="*/ 11101186 w 12193201"/>
              <a:gd name="connsiteY54" fmla="*/ 4209702 h 4533900"/>
              <a:gd name="connsiteX55" fmla="*/ 11044694 w 12193201"/>
              <a:gd name="connsiteY55" fmla="*/ 4278782 h 4533900"/>
              <a:gd name="connsiteX56" fmla="*/ 11100572 w 12193201"/>
              <a:gd name="connsiteY56" fmla="*/ 4346941 h 4533900"/>
              <a:gd name="connsiteX57" fmla="*/ 11141099 w 12193201"/>
              <a:gd name="connsiteY57" fmla="*/ 4326064 h 4533900"/>
              <a:gd name="connsiteX58" fmla="*/ 11140485 w 12193201"/>
              <a:gd name="connsiteY58" fmla="*/ 4342336 h 4533900"/>
              <a:gd name="connsiteX59" fmla="*/ 11142634 w 12193201"/>
              <a:gd name="connsiteY59" fmla="*/ 4344485 h 4533900"/>
              <a:gd name="connsiteX60" fmla="*/ 11142634 w 12193201"/>
              <a:gd name="connsiteY60" fmla="*/ 4344792 h 4533900"/>
              <a:gd name="connsiteX61" fmla="*/ 11169652 w 12193201"/>
              <a:gd name="connsiteY61" fmla="*/ 4344792 h 4533900"/>
              <a:gd name="connsiteX62" fmla="*/ 11171801 w 12193201"/>
              <a:gd name="connsiteY62" fmla="*/ 4342643 h 4533900"/>
              <a:gd name="connsiteX63" fmla="*/ 11170880 w 12193201"/>
              <a:gd name="connsiteY63" fmla="*/ 4278168 h 4533900"/>
              <a:gd name="connsiteX64" fmla="*/ 11171801 w 12193201"/>
              <a:gd name="connsiteY64" fmla="*/ 4214614 h 4533900"/>
              <a:gd name="connsiteX65" fmla="*/ 11169652 w 12193201"/>
              <a:gd name="connsiteY65" fmla="*/ 4212465 h 4533900"/>
              <a:gd name="connsiteX66" fmla="*/ 11142327 w 12193201"/>
              <a:gd name="connsiteY66" fmla="*/ 4212465 h 4533900"/>
              <a:gd name="connsiteX67" fmla="*/ 11140178 w 12193201"/>
              <a:gd name="connsiteY67" fmla="*/ 4214614 h 4533900"/>
              <a:gd name="connsiteX68" fmla="*/ 11141099 w 12193201"/>
              <a:gd name="connsiteY68" fmla="*/ 4229351 h 4533900"/>
              <a:gd name="connsiteX69" fmla="*/ 11101186 w 12193201"/>
              <a:gd name="connsiteY69" fmla="*/ 4209702 h 4533900"/>
              <a:gd name="connsiteX70" fmla="*/ 11521192 w 12193201"/>
              <a:gd name="connsiteY70" fmla="*/ 4209088 h 4533900"/>
              <a:gd name="connsiteX71" fmla="*/ 11455796 w 12193201"/>
              <a:gd name="connsiteY71" fmla="*/ 4278782 h 4533900"/>
              <a:gd name="connsiteX72" fmla="*/ 11521192 w 12193201"/>
              <a:gd name="connsiteY72" fmla="*/ 4347555 h 4533900"/>
              <a:gd name="connsiteX73" fmla="*/ 11585973 w 12193201"/>
              <a:gd name="connsiteY73" fmla="*/ 4277861 h 4533900"/>
              <a:gd name="connsiteX74" fmla="*/ 11521192 w 12193201"/>
              <a:gd name="connsiteY74" fmla="*/ 4209088 h 4533900"/>
              <a:gd name="connsiteX75" fmla="*/ 11671019 w 12193201"/>
              <a:gd name="connsiteY75" fmla="*/ 4208781 h 4533900"/>
              <a:gd name="connsiteX76" fmla="*/ 11627729 w 12193201"/>
              <a:gd name="connsiteY76" fmla="*/ 4231194 h 4533900"/>
              <a:gd name="connsiteX77" fmla="*/ 11628650 w 12193201"/>
              <a:gd name="connsiteY77" fmla="*/ 4214000 h 4533900"/>
              <a:gd name="connsiteX78" fmla="*/ 11626501 w 12193201"/>
              <a:gd name="connsiteY78" fmla="*/ 4211851 h 4533900"/>
              <a:gd name="connsiteX79" fmla="*/ 11600711 w 12193201"/>
              <a:gd name="connsiteY79" fmla="*/ 4211851 h 4533900"/>
              <a:gd name="connsiteX80" fmla="*/ 11598562 w 12193201"/>
              <a:gd name="connsiteY80" fmla="*/ 4214000 h 4533900"/>
              <a:gd name="connsiteX81" fmla="*/ 11598869 w 12193201"/>
              <a:gd name="connsiteY81" fmla="*/ 4282160 h 4533900"/>
              <a:gd name="connsiteX82" fmla="*/ 11597948 w 12193201"/>
              <a:gd name="connsiteY82" fmla="*/ 4342336 h 4533900"/>
              <a:gd name="connsiteX83" fmla="*/ 11600097 w 12193201"/>
              <a:gd name="connsiteY83" fmla="*/ 4344485 h 4533900"/>
              <a:gd name="connsiteX84" fmla="*/ 11600097 w 12193201"/>
              <a:gd name="connsiteY84" fmla="*/ 4344178 h 4533900"/>
              <a:gd name="connsiteX85" fmla="*/ 11627422 w 12193201"/>
              <a:gd name="connsiteY85" fmla="*/ 4344178 h 4533900"/>
              <a:gd name="connsiteX86" fmla="*/ 11629571 w 12193201"/>
              <a:gd name="connsiteY86" fmla="*/ 4342029 h 4533900"/>
              <a:gd name="connsiteX87" fmla="*/ 11628957 w 12193201"/>
              <a:gd name="connsiteY87" fmla="*/ 4287993 h 4533900"/>
              <a:gd name="connsiteX88" fmla="*/ 11628957 w 12193201"/>
              <a:gd name="connsiteY88" fmla="*/ 4273563 h 4533900"/>
              <a:gd name="connsiteX89" fmla="*/ 11661502 w 12193201"/>
              <a:gd name="connsiteY89" fmla="*/ 4233036 h 4533900"/>
              <a:gd name="connsiteX90" fmla="*/ 11685756 w 12193201"/>
              <a:gd name="connsiteY90" fmla="*/ 4261589 h 4533900"/>
              <a:gd name="connsiteX91" fmla="*/ 11685756 w 12193201"/>
              <a:gd name="connsiteY91" fmla="*/ 4287993 h 4533900"/>
              <a:gd name="connsiteX92" fmla="*/ 11685142 w 12193201"/>
              <a:gd name="connsiteY92" fmla="*/ 4342029 h 4533900"/>
              <a:gd name="connsiteX93" fmla="*/ 11687291 w 12193201"/>
              <a:gd name="connsiteY93" fmla="*/ 4344178 h 4533900"/>
              <a:gd name="connsiteX94" fmla="*/ 11714616 w 12193201"/>
              <a:gd name="connsiteY94" fmla="*/ 4344178 h 4533900"/>
              <a:gd name="connsiteX95" fmla="*/ 11716766 w 12193201"/>
              <a:gd name="connsiteY95" fmla="*/ 4342029 h 4533900"/>
              <a:gd name="connsiteX96" fmla="*/ 11716151 w 12193201"/>
              <a:gd name="connsiteY96" fmla="*/ 4287993 h 4533900"/>
              <a:gd name="connsiteX97" fmla="*/ 11716151 w 12193201"/>
              <a:gd name="connsiteY97" fmla="*/ 4260668 h 4533900"/>
              <a:gd name="connsiteX98" fmla="*/ 11671019 w 12193201"/>
              <a:gd name="connsiteY98" fmla="*/ 4208781 h 4533900"/>
              <a:gd name="connsiteX99" fmla="*/ 11246715 w 12193201"/>
              <a:gd name="connsiteY99" fmla="*/ 4208781 h 4533900"/>
              <a:gd name="connsiteX100" fmla="*/ 11182240 w 12193201"/>
              <a:gd name="connsiteY100" fmla="*/ 4278475 h 4533900"/>
              <a:gd name="connsiteX101" fmla="*/ 11247636 w 12193201"/>
              <a:gd name="connsiteY101" fmla="*/ 4347248 h 4533900"/>
              <a:gd name="connsiteX102" fmla="*/ 11307812 w 12193201"/>
              <a:gd name="connsiteY102" fmla="*/ 4304265 h 4533900"/>
              <a:gd name="connsiteX103" fmla="*/ 11305970 w 12193201"/>
              <a:gd name="connsiteY103" fmla="*/ 4302116 h 4533900"/>
              <a:gd name="connsiteX104" fmla="*/ 11280180 w 12193201"/>
              <a:gd name="connsiteY104" fmla="*/ 4302116 h 4533900"/>
              <a:gd name="connsiteX105" fmla="*/ 11277724 w 12193201"/>
              <a:gd name="connsiteY105" fmla="*/ 4304265 h 4533900"/>
              <a:gd name="connsiteX106" fmla="*/ 11248250 w 12193201"/>
              <a:gd name="connsiteY106" fmla="*/ 4325450 h 4533900"/>
              <a:gd name="connsiteX107" fmla="*/ 11212942 w 12193201"/>
              <a:gd name="connsiteY107" fmla="*/ 4284002 h 4533900"/>
              <a:gd name="connsiteX108" fmla="*/ 11309347 w 12193201"/>
              <a:gd name="connsiteY108" fmla="*/ 4284002 h 4533900"/>
              <a:gd name="connsiteX109" fmla="*/ 11311496 w 12193201"/>
              <a:gd name="connsiteY109" fmla="*/ 4281853 h 4533900"/>
              <a:gd name="connsiteX110" fmla="*/ 11246715 w 12193201"/>
              <a:gd name="connsiteY110" fmla="*/ 4208781 h 4533900"/>
              <a:gd name="connsiteX111" fmla="*/ 10823945 w 12193201"/>
              <a:gd name="connsiteY111" fmla="*/ 4193430 h 4533900"/>
              <a:gd name="connsiteX112" fmla="*/ 10860481 w 12193201"/>
              <a:gd name="connsiteY112" fmla="*/ 4193430 h 4533900"/>
              <a:gd name="connsiteX113" fmla="*/ 10860481 w 12193201"/>
              <a:gd name="connsiteY113" fmla="*/ 4366284 h 4533900"/>
              <a:gd name="connsiteX114" fmla="*/ 10823945 w 12193201"/>
              <a:gd name="connsiteY114" fmla="*/ 4366284 h 4533900"/>
              <a:gd name="connsiteX115" fmla="*/ 10905613 w 12193201"/>
              <a:gd name="connsiteY115" fmla="*/ 4143692 h 4533900"/>
              <a:gd name="connsiteX116" fmla="*/ 10705742 w 12193201"/>
              <a:gd name="connsiteY116" fmla="*/ 4216456 h 4533900"/>
              <a:gd name="connsiteX117" fmla="*/ 10778506 w 12193201"/>
              <a:gd name="connsiteY117" fmla="*/ 4416329 h 4533900"/>
              <a:gd name="connsiteX118" fmla="*/ 10978377 w 12193201"/>
              <a:gd name="connsiteY118" fmla="*/ 4343564 h 4533900"/>
              <a:gd name="connsiteX119" fmla="*/ 6096608 w 12193201"/>
              <a:gd name="connsiteY119" fmla="*/ 0 h 4533900"/>
              <a:gd name="connsiteX120" fmla="*/ 12193201 w 12193201"/>
              <a:gd name="connsiteY120" fmla="*/ 2202541 h 4533900"/>
              <a:gd name="connsiteX121" fmla="*/ 12193201 w 12193201"/>
              <a:gd name="connsiteY121" fmla="*/ 4533900 h 4533900"/>
              <a:gd name="connsiteX122" fmla="*/ 5 w 12193201"/>
              <a:gd name="connsiteY122" fmla="*/ 4533900 h 4533900"/>
              <a:gd name="connsiteX123" fmla="*/ 0 w 12193201"/>
              <a:gd name="connsiteY123" fmla="*/ 4533900 h 4533900"/>
              <a:gd name="connsiteX124" fmla="*/ 5 w 12193201"/>
              <a:gd name="connsiteY124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3201" h="4533900">
                <a:moveTo>
                  <a:pt x="10905613" y="4270800"/>
                </a:moveTo>
                <a:lnTo>
                  <a:pt x="10923728" y="4270800"/>
                </a:lnTo>
                <a:lnTo>
                  <a:pt x="10923728" y="4343564"/>
                </a:lnTo>
                <a:lnTo>
                  <a:pt x="10905613" y="4343564"/>
                </a:lnTo>
                <a:close/>
                <a:moveTo>
                  <a:pt x="10787410" y="4234571"/>
                </a:moveTo>
                <a:lnTo>
                  <a:pt x="10814735" y="4234571"/>
                </a:lnTo>
                <a:lnTo>
                  <a:pt x="10814735" y="4343564"/>
                </a:lnTo>
                <a:lnTo>
                  <a:pt x="10787410" y="4343564"/>
                </a:lnTo>
                <a:close/>
                <a:moveTo>
                  <a:pt x="11383033" y="4231808"/>
                </a:moveTo>
                <a:cubicBezTo>
                  <a:pt x="11404217" y="4232115"/>
                  <a:pt x="11415577" y="4248694"/>
                  <a:pt x="11415270" y="4278782"/>
                </a:cubicBezTo>
                <a:cubicBezTo>
                  <a:pt x="11415270" y="4307949"/>
                  <a:pt x="11403296" y="4322380"/>
                  <a:pt x="11383033" y="4322380"/>
                </a:cubicBezTo>
                <a:cubicBezTo>
                  <a:pt x="11361234" y="4322687"/>
                  <a:pt x="11349567" y="4306414"/>
                  <a:pt x="11349567" y="4276326"/>
                </a:cubicBezTo>
                <a:cubicBezTo>
                  <a:pt x="11349567" y="4248080"/>
                  <a:pt x="11360927" y="4231194"/>
                  <a:pt x="11383033" y="4231808"/>
                </a:cubicBezTo>
                <a:close/>
                <a:moveTo>
                  <a:pt x="11109783" y="4231501"/>
                </a:moveTo>
                <a:cubicBezTo>
                  <a:pt x="11130353" y="4231501"/>
                  <a:pt x="11142327" y="4248694"/>
                  <a:pt x="11142020" y="4279089"/>
                </a:cubicBezTo>
                <a:cubicBezTo>
                  <a:pt x="11141713" y="4309792"/>
                  <a:pt x="11129739" y="4325143"/>
                  <a:pt x="11108862" y="4325143"/>
                </a:cubicBezTo>
                <a:cubicBezTo>
                  <a:pt x="11087370" y="4325143"/>
                  <a:pt x="11076010" y="4307335"/>
                  <a:pt x="11076010" y="4276633"/>
                </a:cubicBezTo>
                <a:cubicBezTo>
                  <a:pt x="11076010" y="4248387"/>
                  <a:pt x="11087063" y="4231194"/>
                  <a:pt x="11109783" y="4231501"/>
                </a:cubicBezTo>
                <a:close/>
                <a:moveTo>
                  <a:pt x="11520885" y="4231194"/>
                </a:moveTo>
                <a:cubicBezTo>
                  <a:pt x="11543297" y="4231194"/>
                  <a:pt x="11554350" y="4247466"/>
                  <a:pt x="11554350" y="4278782"/>
                </a:cubicBezTo>
                <a:cubicBezTo>
                  <a:pt x="11554350" y="4310406"/>
                  <a:pt x="11543604" y="4325757"/>
                  <a:pt x="11521192" y="4325757"/>
                </a:cubicBezTo>
                <a:cubicBezTo>
                  <a:pt x="11498472" y="4325757"/>
                  <a:pt x="11487419" y="4310099"/>
                  <a:pt x="11487112" y="4279089"/>
                </a:cubicBezTo>
                <a:cubicBezTo>
                  <a:pt x="11487112" y="4247773"/>
                  <a:pt x="11498165" y="4231501"/>
                  <a:pt x="11520885" y="4231194"/>
                </a:cubicBezTo>
                <a:close/>
                <a:moveTo>
                  <a:pt x="11246715" y="4230580"/>
                </a:moveTo>
                <a:cubicBezTo>
                  <a:pt x="11266978" y="4230580"/>
                  <a:pt x="11276803" y="4245931"/>
                  <a:pt x="11278031" y="4263124"/>
                </a:cubicBezTo>
                <a:lnTo>
                  <a:pt x="11213863" y="4263124"/>
                </a:lnTo>
                <a:cubicBezTo>
                  <a:pt x="11217240" y="4241940"/>
                  <a:pt x="11228293" y="4230580"/>
                  <a:pt x="11246715" y="4230580"/>
                </a:cubicBezTo>
                <a:close/>
                <a:moveTo>
                  <a:pt x="10869385" y="4216456"/>
                </a:moveTo>
                <a:lnTo>
                  <a:pt x="10896710" y="4216456"/>
                </a:lnTo>
                <a:lnTo>
                  <a:pt x="10896710" y="4325450"/>
                </a:lnTo>
                <a:lnTo>
                  <a:pt x="10869385" y="4325450"/>
                </a:lnTo>
                <a:close/>
                <a:moveTo>
                  <a:pt x="10760085" y="4216149"/>
                </a:moveTo>
                <a:lnTo>
                  <a:pt x="10778199" y="4216149"/>
                </a:lnTo>
                <a:lnTo>
                  <a:pt x="10778199" y="4288914"/>
                </a:lnTo>
                <a:lnTo>
                  <a:pt x="10760085" y="4288914"/>
                </a:lnTo>
                <a:close/>
                <a:moveTo>
                  <a:pt x="11375050" y="4210009"/>
                </a:moveTo>
                <a:cubicBezTo>
                  <a:pt x="11339435" y="4210009"/>
                  <a:pt x="11318251" y="4240404"/>
                  <a:pt x="11318251" y="4277554"/>
                </a:cubicBezTo>
                <a:cubicBezTo>
                  <a:pt x="11318251" y="4315011"/>
                  <a:pt x="11337900" y="4343564"/>
                  <a:pt x="11376278" y="4343564"/>
                </a:cubicBezTo>
                <a:cubicBezTo>
                  <a:pt x="11393778" y="4343564"/>
                  <a:pt x="11406980" y="4335889"/>
                  <a:pt x="11415884" y="4322687"/>
                </a:cubicBezTo>
                <a:lnTo>
                  <a:pt x="11415884" y="4337731"/>
                </a:lnTo>
                <a:cubicBezTo>
                  <a:pt x="11415884" y="4362600"/>
                  <a:pt x="11402682" y="4373345"/>
                  <a:pt x="11383647" y="4373345"/>
                </a:cubicBezTo>
                <a:cubicBezTo>
                  <a:pt x="11367682" y="4373345"/>
                  <a:pt x="11357243" y="4367512"/>
                  <a:pt x="11354173" y="4355845"/>
                </a:cubicBezTo>
                <a:cubicBezTo>
                  <a:pt x="11353866" y="4354617"/>
                  <a:pt x="11352945" y="4353696"/>
                  <a:pt x="11351716" y="4353696"/>
                </a:cubicBezTo>
                <a:lnTo>
                  <a:pt x="11325006" y="4353696"/>
                </a:lnTo>
                <a:cubicBezTo>
                  <a:pt x="11324084" y="4353696"/>
                  <a:pt x="11322856" y="4354617"/>
                  <a:pt x="11322856" y="4355845"/>
                </a:cubicBezTo>
                <a:cubicBezTo>
                  <a:pt x="11326541" y="4382556"/>
                  <a:pt x="11350795" y="4395451"/>
                  <a:pt x="11382419" y="4394837"/>
                </a:cubicBezTo>
                <a:cubicBezTo>
                  <a:pt x="11422945" y="4394837"/>
                  <a:pt x="11444437" y="4373652"/>
                  <a:pt x="11444130" y="4338038"/>
                </a:cubicBezTo>
                <a:lnTo>
                  <a:pt x="11443823" y="4272949"/>
                </a:lnTo>
                <a:lnTo>
                  <a:pt x="11445358" y="4214307"/>
                </a:lnTo>
                <a:cubicBezTo>
                  <a:pt x="11445358" y="4213386"/>
                  <a:pt x="11444437" y="4212158"/>
                  <a:pt x="11443209" y="4212158"/>
                </a:cubicBezTo>
                <a:lnTo>
                  <a:pt x="11416191" y="4212158"/>
                </a:lnTo>
                <a:cubicBezTo>
                  <a:pt x="11415270" y="4212158"/>
                  <a:pt x="11414042" y="4213079"/>
                  <a:pt x="11414042" y="4214307"/>
                </a:cubicBezTo>
                <a:lnTo>
                  <a:pt x="11414656" y="4229044"/>
                </a:lnTo>
                <a:cubicBezTo>
                  <a:pt x="11406059" y="4216764"/>
                  <a:pt x="11392550" y="4210009"/>
                  <a:pt x="11375050" y="4210009"/>
                </a:cubicBezTo>
                <a:close/>
                <a:moveTo>
                  <a:pt x="11101186" y="4209702"/>
                </a:moveTo>
                <a:cubicBezTo>
                  <a:pt x="11065878" y="4209702"/>
                  <a:pt x="11044694" y="4240404"/>
                  <a:pt x="11044694" y="4278782"/>
                </a:cubicBezTo>
                <a:cubicBezTo>
                  <a:pt x="11044694" y="4317160"/>
                  <a:pt x="11063729" y="4346941"/>
                  <a:pt x="11100572" y="4346941"/>
                </a:cubicBezTo>
                <a:cubicBezTo>
                  <a:pt x="11118379" y="4346941"/>
                  <a:pt x="11132195" y="4339266"/>
                  <a:pt x="11141099" y="4326064"/>
                </a:cubicBezTo>
                <a:lnTo>
                  <a:pt x="11140485" y="4342336"/>
                </a:lnTo>
                <a:cubicBezTo>
                  <a:pt x="11140485" y="4343564"/>
                  <a:pt x="11141713" y="4344485"/>
                  <a:pt x="11142634" y="4344485"/>
                </a:cubicBezTo>
                <a:lnTo>
                  <a:pt x="11142634" y="4344792"/>
                </a:lnTo>
                <a:lnTo>
                  <a:pt x="11169652" y="4344792"/>
                </a:lnTo>
                <a:cubicBezTo>
                  <a:pt x="11170880" y="4344792"/>
                  <a:pt x="11171801" y="4343564"/>
                  <a:pt x="11171801" y="4342643"/>
                </a:cubicBezTo>
                <a:lnTo>
                  <a:pt x="11170880" y="4278168"/>
                </a:lnTo>
                <a:lnTo>
                  <a:pt x="11171801" y="4214614"/>
                </a:lnTo>
                <a:cubicBezTo>
                  <a:pt x="11171801" y="4213386"/>
                  <a:pt x="11170573" y="4212465"/>
                  <a:pt x="11169652" y="4212465"/>
                </a:cubicBezTo>
                <a:lnTo>
                  <a:pt x="11142327" y="4212465"/>
                </a:lnTo>
                <a:cubicBezTo>
                  <a:pt x="11141099" y="4212465"/>
                  <a:pt x="11140178" y="4213693"/>
                  <a:pt x="11140178" y="4214614"/>
                </a:cubicBezTo>
                <a:lnTo>
                  <a:pt x="11141099" y="4229351"/>
                </a:lnTo>
                <a:cubicBezTo>
                  <a:pt x="11132195" y="4216457"/>
                  <a:pt x="11118686" y="4209702"/>
                  <a:pt x="11101186" y="4209702"/>
                </a:cubicBezTo>
                <a:close/>
                <a:moveTo>
                  <a:pt x="11521192" y="4209088"/>
                </a:moveTo>
                <a:cubicBezTo>
                  <a:pt x="11479437" y="4209088"/>
                  <a:pt x="11455796" y="4237027"/>
                  <a:pt x="11455796" y="4278782"/>
                </a:cubicBezTo>
                <a:cubicBezTo>
                  <a:pt x="11455796" y="4320537"/>
                  <a:pt x="11479437" y="4347555"/>
                  <a:pt x="11521192" y="4347555"/>
                </a:cubicBezTo>
                <a:cubicBezTo>
                  <a:pt x="11562640" y="4347555"/>
                  <a:pt x="11586280" y="4319923"/>
                  <a:pt x="11585973" y="4277861"/>
                </a:cubicBezTo>
                <a:cubicBezTo>
                  <a:pt x="11585973" y="4236106"/>
                  <a:pt x="11562640" y="4209088"/>
                  <a:pt x="11521192" y="4209088"/>
                </a:cubicBezTo>
                <a:close/>
                <a:moveTo>
                  <a:pt x="11671019" y="4208781"/>
                </a:moveTo>
                <a:cubicBezTo>
                  <a:pt x="11651370" y="4208781"/>
                  <a:pt x="11636326" y="4218913"/>
                  <a:pt x="11627729" y="4231194"/>
                </a:cubicBezTo>
                <a:lnTo>
                  <a:pt x="11628650" y="4214000"/>
                </a:lnTo>
                <a:cubicBezTo>
                  <a:pt x="11628650" y="4212772"/>
                  <a:pt x="11627422" y="4211851"/>
                  <a:pt x="11626501" y="4211851"/>
                </a:cubicBezTo>
                <a:lnTo>
                  <a:pt x="11600711" y="4211851"/>
                </a:lnTo>
                <a:cubicBezTo>
                  <a:pt x="11599483" y="4211851"/>
                  <a:pt x="11598562" y="4213079"/>
                  <a:pt x="11598562" y="4214000"/>
                </a:cubicBezTo>
                <a:lnTo>
                  <a:pt x="11598869" y="4282160"/>
                </a:lnTo>
                <a:lnTo>
                  <a:pt x="11597948" y="4342336"/>
                </a:lnTo>
                <a:cubicBezTo>
                  <a:pt x="11597948" y="4343564"/>
                  <a:pt x="11599176" y="4344485"/>
                  <a:pt x="11600097" y="4344485"/>
                </a:cubicBezTo>
                <a:lnTo>
                  <a:pt x="11600097" y="4344178"/>
                </a:lnTo>
                <a:lnTo>
                  <a:pt x="11627422" y="4344178"/>
                </a:lnTo>
                <a:cubicBezTo>
                  <a:pt x="11628650" y="4344178"/>
                  <a:pt x="11629571" y="4342950"/>
                  <a:pt x="11629571" y="4342029"/>
                </a:cubicBezTo>
                <a:lnTo>
                  <a:pt x="11628957" y="4287993"/>
                </a:lnTo>
                <a:lnTo>
                  <a:pt x="11628957" y="4273563"/>
                </a:lnTo>
                <a:cubicBezTo>
                  <a:pt x="11631413" y="4246238"/>
                  <a:pt x="11646150" y="4233036"/>
                  <a:pt x="11661502" y="4233036"/>
                </a:cubicBezTo>
                <a:cubicBezTo>
                  <a:pt x="11675625" y="4233036"/>
                  <a:pt x="11685756" y="4242861"/>
                  <a:pt x="11685756" y="4261589"/>
                </a:cubicBezTo>
                <a:lnTo>
                  <a:pt x="11685756" y="4287993"/>
                </a:lnTo>
                <a:lnTo>
                  <a:pt x="11685142" y="4342029"/>
                </a:lnTo>
                <a:cubicBezTo>
                  <a:pt x="11685142" y="4343257"/>
                  <a:pt x="11686370" y="4344178"/>
                  <a:pt x="11687291" y="4344178"/>
                </a:cubicBezTo>
                <a:lnTo>
                  <a:pt x="11714616" y="4344178"/>
                </a:lnTo>
                <a:cubicBezTo>
                  <a:pt x="11715844" y="4344178"/>
                  <a:pt x="11716766" y="4342950"/>
                  <a:pt x="11716766" y="4342029"/>
                </a:cubicBezTo>
                <a:lnTo>
                  <a:pt x="11716151" y="4287993"/>
                </a:lnTo>
                <a:lnTo>
                  <a:pt x="11716151" y="4260668"/>
                </a:lnTo>
                <a:cubicBezTo>
                  <a:pt x="11716151" y="4227202"/>
                  <a:pt x="11698344" y="4208781"/>
                  <a:pt x="11671019" y="4208781"/>
                </a:cubicBezTo>
                <a:close/>
                <a:moveTo>
                  <a:pt x="11246715" y="4208781"/>
                </a:moveTo>
                <a:cubicBezTo>
                  <a:pt x="11206495" y="4208781"/>
                  <a:pt x="11182240" y="4236720"/>
                  <a:pt x="11182240" y="4278475"/>
                </a:cubicBezTo>
                <a:cubicBezTo>
                  <a:pt x="11182240" y="4318695"/>
                  <a:pt x="11204960" y="4347248"/>
                  <a:pt x="11247636" y="4347248"/>
                </a:cubicBezTo>
                <a:cubicBezTo>
                  <a:pt x="11281408" y="4347248"/>
                  <a:pt x="11302900" y="4328213"/>
                  <a:pt x="11307812" y="4304265"/>
                </a:cubicBezTo>
                <a:cubicBezTo>
                  <a:pt x="11308119" y="4303037"/>
                  <a:pt x="11306891" y="4302116"/>
                  <a:pt x="11305970" y="4302116"/>
                </a:cubicBezTo>
                <a:lnTo>
                  <a:pt x="11280180" y="4302116"/>
                </a:lnTo>
                <a:cubicBezTo>
                  <a:pt x="11279259" y="4302116"/>
                  <a:pt x="11278031" y="4303037"/>
                  <a:pt x="11277724" y="4304265"/>
                </a:cubicBezTo>
                <a:cubicBezTo>
                  <a:pt x="11273425" y="4318388"/>
                  <a:pt x="11263294" y="4325450"/>
                  <a:pt x="11248250" y="4325450"/>
                </a:cubicBezTo>
                <a:cubicBezTo>
                  <a:pt x="11225837" y="4325450"/>
                  <a:pt x="11214170" y="4312248"/>
                  <a:pt x="11212942" y="4284002"/>
                </a:cubicBezTo>
                <a:lnTo>
                  <a:pt x="11309347" y="4284002"/>
                </a:lnTo>
                <a:cubicBezTo>
                  <a:pt x="11310575" y="4284002"/>
                  <a:pt x="11311496" y="4282774"/>
                  <a:pt x="11311496" y="4281853"/>
                </a:cubicBezTo>
                <a:cubicBezTo>
                  <a:pt x="11310882" y="4236720"/>
                  <a:pt x="11287548" y="4209088"/>
                  <a:pt x="11246715" y="4208781"/>
                </a:cubicBezTo>
                <a:close/>
                <a:moveTo>
                  <a:pt x="10823945" y="4193430"/>
                </a:moveTo>
                <a:lnTo>
                  <a:pt x="10860481" y="4193430"/>
                </a:lnTo>
                <a:lnTo>
                  <a:pt x="10860481" y="4366284"/>
                </a:lnTo>
                <a:lnTo>
                  <a:pt x="10823945" y="4366284"/>
                </a:lnTo>
                <a:close/>
                <a:moveTo>
                  <a:pt x="10905613" y="4143692"/>
                </a:moveTo>
                <a:lnTo>
                  <a:pt x="10705742" y="4216456"/>
                </a:lnTo>
                <a:lnTo>
                  <a:pt x="10778506" y="4416329"/>
                </a:lnTo>
                <a:lnTo>
                  <a:pt x="10978377" y="4343564"/>
                </a:lnTo>
                <a:close/>
                <a:moveTo>
                  <a:pt x="6096608" y="0"/>
                </a:moveTo>
                <a:lnTo>
                  <a:pt x="12193201" y="2202541"/>
                </a:lnTo>
                <a:lnTo>
                  <a:pt x="12193201" y="4533900"/>
                </a:lnTo>
                <a:lnTo>
                  <a:pt x="5" y="4533900"/>
                </a:lnTo>
                <a:lnTo>
                  <a:pt x="0" y="4533900"/>
                </a:lnTo>
                <a:cubicBezTo>
                  <a:pt x="2" y="3756780"/>
                  <a:pt x="3" y="2979661"/>
                  <a:pt x="5" y="2202541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5B7FF67C-AE78-19F5-5567-1FF4F925551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5992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slide A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496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67C04D6-1486-6290-FEE1-F81639906D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2324099"/>
            <a:ext cx="12193201" cy="4533900"/>
          </a:xfrm>
          <a:custGeom>
            <a:avLst/>
            <a:gdLst>
              <a:gd name="connsiteX0" fmla="*/ 10905613 w 12193201"/>
              <a:gd name="connsiteY0" fmla="*/ 4270800 h 4533900"/>
              <a:gd name="connsiteX1" fmla="*/ 10923728 w 12193201"/>
              <a:gd name="connsiteY1" fmla="*/ 4270800 h 4533900"/>
              <a:gd name="connsiteX2" fmla="*/ 10923728 w 12193201"/>
              <a:gd name="connsiteY2" fmla="*/ 4343564 h 4533900"/>
              <a:gd name="connsiteX3" fmla="*/ 10905613 w 12193201"/>
              <a:gd name="connsiteY3" fmla="*/ 4343564 h 4533900"/>
              <a:gd name="connsiteX4" fmla="*/ 10787410 w 12193201"/>
              <a:gd name="connsiteY4" fmla="*/ 4234571 h 4533900"/>
              <a:gd name="connsiteX5" fmla="*/ 10814735 w 12193201"/>
              <a:gd name="connsiteY5" fmla="*/ 4234571 h 4533900"/>
              <a:gd name="connsiteX6" fmla="*/ 10814735 w 12193201"/>
              <a:gd name="connsiteY6" fmla="*/ 4343564 h 4533900"/>
              <a:gd name="connsiteX7" fmla="*/ 10787410 w 12193201"/>
              <a:gd name="connsiteY7" fmla="*/ 4343564 h 4533900"/>
              <a:gd name="connsiteX8" fmla="*/ 11383033 w 12193201"/>
              <a:gd name="connsiteY8" fmla="*/ 4231808 h 4533900"/>
              <a:gd name="connsiteX9" fmla="*/ 11415270 w 12193201"/>
              <a:gd name="connsiteY9" fmla="*/ 4278782 h 4533900"/>
              <a:gd name="connsiteX10" fmla="*/ 11383033 w 12193201"/>
              <a:gd name="connsiteY10" fmla="*/ 4322380 h 4533900"/>
              <a:gd name="connsiteX11" fmla="*/ 11349567 w 12193201"/>
              <a:gd name="connsiteY11" fmla="*/ 4276326 h 4533900"/>
              <a:gd name="connsiteX12" fmla="*/ 11383033 w 12193201"/>
              <a:gd name="connsiteY12" fmla="*/ 4231808 h 4533900"/>
              <a:gd name="connsiteX13" fmla="*/ 11109783 w 12193201"/>
              <a:gd name="connsiteY13" fmla="*/ 4231501 h 4533900"/>
              <a:gd name="connsiteX14" fmla="*/ 11142020 w 12193201"/>
              <a:gd name="connsiteY14" fmla="*/ 4279089 h 4533900"/>
              <a:gd name="connsiteX15" fmla="*/ 11108862 w 12193201"/>
              <a:gd name="connsiteY15" fmla="*/ 4325143 h 4533900"/>
              <a:gd name="connsiteX16" fmla="*/ 11076010 w 12193201"/>
              <a:gd name="connsiteY16" fmla="*/ 4276633 h 4533900"/>
              <a:gd name="connsiteX17" fmla="*/ 11109783 w 12193201"/>
              <a:gd name="connsiteY17" fmla="*/ 4231501 h 4533900"/>
              <a:gd name="connsiteX18" fmla="*/ 11520885 w 12193201"/>
              <a:gd name="connsiteY18" fmla="*/ 4231194 h 4533900"/>
              <a:gd name="connsiteX19" fmla="*/ 11554350 w 12193201"/>
              <a:gd name="connsiteY19" fmla="*/ 4278782 h 4533900"/>
              <a:gd name="connsiteX20" fmla="*/ 11521192 w 12193201"/>
              <a:gd name="connsiteY20" fmla="*/ 4325757 h 4533900"/>
              <a:gd name="connsiteX21" fmla="*/ 11487112 w 12193201"/>
              <a:gd name="connsiteY21" fmla="*/ 4279089 h 4533900"/>
              <a:gd name="connsiteX22" fmla="*/ 11520885 w 12193201"/>
              <a:gd name="connsiteY22" fmla="*/ 4231194 h 4533900"/>
              <a:gd name="connsiteX23" fmla="*/ 11246715 w 12193201"/>
              <a:gd name="connsiteY23" fmla="*/ 4230580 h 4533900"/>
              <a:gd name="connsiteX24" fmla="*/ 11278031 w 12193201"/>
              <a:gd name="connsiteY24" fmla="*/ 4263124 h 4533900"/>
              <a:gd name="connsiteX25" fmla="*/ 11213863 w 12193201"/>
              <a:gd name="connsiteY25" fmla="*/ 4263124 h 4533900"/>
              <a:gd name="connsiteX26" fmla="*/ 11246715 w 12193201"/>
              <a:gd name="connsiteY26" fmla="*/ 4230580 h 4533900"/>
              <a:gd name="connsiteX27" fmla="*/ 10869385 w 12193201"/>
              <a:gd name="connsiteY27" fmla="*/ 4216456 h 4533900"/>
              <a:gd name="connsiteX28" fmla="*/ 10896710 w 12193201"/>
              <a:gd name="connsiteY28" fmla="*/ 4216456 h 4533900"/>
              <a:gd name="connsiteX29" fmla="*/ 10896710 w 12193201"/>
              <a:gd name="connsiteY29" fmla="*/ 4325450 h 4533900"/>
              <a:gd name="connsiteX30" fmla="*/ 10869385 w 12193201"/>
              <a:gd name="connsiteY30" fmla="*/ 4325450 h 4533900"/>
              <a:gd name="connsiteX31" fmla="*/ 10760085 w 12193201"/>
              <a:gd name="connsiteY31" fmla="*/ 4216149 h 4533900"/>
              <a:gd name="connsiteX32" fmla="*/ 10778199 w 12193201"/>
              <a:gd name="connsiteY32" fmla="*/ 4216149 h 4533900"/>
              <a:gd name="connsiteX33" fmla="*/ 10778199 w 12193201"/>
              <a:gd name="connsiteY33" fmla="*/ 4288914 h 4533900"/>
              <a:gd name="connsiteX34" fmla="*/ 10760085 w 12193201"/>
              <a:gd name="connsiteY34" fmla="*/ 4288914 h 4533900"/>
              <a:gd name="connsiteX35" fmla="*/ 11375050 w 12193201"/>
              <a:gd name="connsiteY35" fmla="*/ 4210009 h 4533900"/>
              <a:gd name="connsiteX36" fmla="*/ 11318251 w 12193201"/>
              <a:gd name="connsiteY36" fmla="*/ 4277554 h 4533900"/>
              <a:gd name="connsiteX37" fmla="*/ 11376278 w 12193201"/>
              <a:gd name="connsiteY37" fmla="*/ 4343564 h 4533900"/>
              <a:gd name="connsiteX38" fmla="*/ 11415884 w 12193201"/>
              <a:gd name="connsiteY38" fmla="*/ 4322687 h 4533900"/>
              <a:gd name="connsiteX39" fmla="*/ 11415884 w 12193201"/>
              <a:gd name="connsiteY39" fmla="*/ 4337731 h 4533900"/>
              <a:gd name="connsiteX40" fmla="*/ 11383647 w 12193201"/>
              <a:gd name="connsiteY40" fmla="*/ 4373345 h 4533900"/>
              <a:gd name="connsiteX41" fmla="*/ 11354173 w 12193201"/>
              <a:gd name="connsiteY41" fmla="*/ 4355845 h 4533900"/>
              <a:gd name="connsiteX42" fmla="*/ 11351716 w 12193201"/>
              <a:gd name="connsiteY42" fmla="*/ 4353696 h 4533900"/>
              <a:gd name="connsiteX43" fmla="*/ 11325006 w 12193201"/>
              <a:gd name="connsiteY43" fmla="*/ 4353696 h 4533900"/>
              <a:gd name="connsiteX44" fmla="*/ 11322856 w 12193201"/>
              <a:gd name="connsiteY44" fmla="*/ 4355845 h 4533900"/>
              <a:gd name="connsiteX45" fmla="*/ 11382419 w 12193201"/>
              <a:gd name="connsiteY45" fmla="*/ 4394837 h 4533900"/>
              <a:gd name="connsiteX46" fmla="*/ 11444130 w 12193201"/>
              <a:gd name="connsiteY46" fmla="*/ 4338038 h 4533900"/>
              <a:gd name="connsiteX47" fmla="*/ 11443823 w 12193201"/>
              <a:gd name="connsiteY47" fmla="*/ 4272949 h 4533900"/>
              <a:gd name="connsiteX48" fmla="*/ 11445358 w 12193201"/>
              <a:gd name="connsiteY48" fmla="*/ 4214307 h 4533900"/>
              <a:gd name="connsiteX49" fmla="*/ 11443209 w 12193201"/>
              <a:gd name="connsiteY49" fmla="*/ 4212158 h 4533900"/>
              <a:gd name="connsiteX50" fmla="*/ 11416191 w 12193201"/>
              <a:gd name="connsiteY50" fmla="*/ 4212158 h 4533900"/>
              <a:gd name="connsiteX51" fmla="*/ 11414042 w 12193201"/>
              <a:gd name="connsiteY51" fmla="*/ 4214307 h 4533900"/>
              <a:gd name="connsiteX52" fmla="*/ 11414656 w 12193201"/>
              <a:gd name="connsiteY52" fmla="*/ 4229044 h 4533900"/>
              <a:gd name="connsiteX53" fmla="*/ 11375050 w 12193201"/>
              <a:gd name="connsiteY53" fmla="*/ 4210009 h 4533900"/>
              <a:gd name="connsiteX54" fmla="*/ 11101186 w 12193201"/>
              <a:gd name="connsiteY54" fmla="*/ 4209702 h 4533900"/>
              <a:gd name="connsiteX55" fmla="*/ 11044694 w 12193201"/>
              <a:gd name="connsiteY55" fmla="*/ 4278782 h 4533900"/>
              <a:gd name="connsiteX56" fmla="*/ 11100572 w 12193201"/>
              <a:gd name="connsiteY56" fmla="*/ 4346941 h 4533900"/>
              <a:gd name="connsiteX57" fmla="*/ 11141099 w 12193201"/>
              <a:gd name="connsiteY57" fmla="*/ 4326064 h 4533900"/>
              <a:gd name="connsiteX58" fmla="*/ 11140485 w 12193201"/>
              <a:gd name="connsiteY58" fmla="*/ 4342336 h 4533900"/>
              <a:gd name="connsiteX59" fmla="*/ 11142634 w 12193201"/>
              <a:gd name="connsiteY59" fmla="*/ 4344485 h 4533900"/>
              <a:gd name="connsiteX60" fmla="*/ 11142634 w 12193201"/>
              <a:gd name="connsiteY60" fmla="*/ 4344792 h 4533900"/>
              <a:gd name="connsiteX61" fmla="*/ 11169652 w 12193201"/>
              <a:gd name="connsiteY61" fmla="*/ 4344792 h 4533900"/>
              <a:gd name="connsiteX62" fmla="*/ 11171801 w 12193201"/>
              <a:gd name="connsiteY62" fmla="*/ 4342643 h 4533900"/>
              <a:gd name="connsiteX63" fmla="*/ 11170880 w 12193201"/>
              <a:gd name="connsiteY63" fmla="*/ 4278168 h 4533900"/>
              <a:gd name="connsiteX64" fmla="*/ 11171801 w 12193201"/>
              <a:gd name="connsiteY64" fmla="*/ 4214614 h 4533900"/>
              <a:gd name="connsiteX65" fmla="*/ 11169652 w 12193201"/>
              <a:gd name="connsiteY65" fmla="*/ 4212465 h 4533900"/>
              <a:gd name="connsiteX66" fmla="*/ 11142327 w 12193201"/>
              <a:gd name="connsiteY66" fmla="*/ 4212465 h 4533900"/>
              <a:gd name="connsiteX67" fmla="*/ 11140178 w 12193201"/>
              <a:gd name="connsiteY67" fmla="*/ 4214614 h 4533900"/>
              <a:gd name="connsiteX68" fmla="*/ 11141099 w 12193201"/>
              <a:gd name="connsiteY68" fmla="*/ 4229351 h 4533900"/>
              <a:gd name="connsiteX69" fmla="*/ 11101186 w 12193201"/>
              <a:gd name="connsiteY69" fmla="*/ 4209702 h 4533900"/>
              <a:gd name="connsiteX70" fmla="*/ 11521192 w 12193201"/>
              <a:gd name="connsiteY70" fmla="*/ 4209088 h 4533900"/>
              <a:gd name="connsiteX71" fmla="*/ 11455796 w 12193201"/>
              <a:gd name="connsiteY71" fmla="*/ 4278782 h 4533900"/>
              <a:gd name="connsiteX72" fmla="*/ 11521192 w 12193201"/>
              <a:gd name="connsiteY72" fmla="*/ 4347555 h 4533900"/>
              <a:gd name="connsiteX73" fmla="*/ 11585973 w 12193201"/>
              <a:gd name="connsiteY73" fmla="*/ 4277861 h 4533900"/>
              <a:gd name="connsiteX74" fmla="*/ 11521192 w 12193201"/>
              <a:gd name="connsiteY74" fmla="*/ 4209088 h 4533900"/>
              <a:gd name="connsiteX75" fmla="*/ 11671019 w 12193201"/>
              <a:gd name="connsiteY75" fmla="*/ 4208781 h 4533900"/>
              <a:gd name="connsiteX76" fmla="*/ 11627729 w 12193201"/>
              <a:gd name="connsiteY76" fmla="*/ 4231194 h 4533900"/>
              <a:gd name="connsiteX77" fmla="*/ 11628650 w 12193201"/>
              <a:gd name="connsiteY77" fmla="*/ 4214000 h 4533900"/>
              <a:gd name="connsiteX78" fmla="*/ 11626501 w 12193201"/>
              <a:gd name="connsiteY78" fmla="*/ 4211851 h 4533900"/>
              <a:gd name="connsiteX79" fmla="*/ 11600711 w 12193201"/>
              <a:gd name="connsiteY79" fmla="*/ 4211851 h 4533900"/>
              <a:gd name="connsiteX80" fmla="*/ 11598562 w 12193201"/>
              <a:gd name="connsiteY80" fmla="*/ 4214000 h 4533900"/>
              <a:gd name="connsiteX81" fmla="*/ 11598869 w 12193201"/>
              <a:gd name="connsiteY81" fmla="*/ 4282160 h 4533900"/>
              <a:gd name="connsiteX82" fmla="*/ 11597948 w 12193201"/>
              <a:gd name="connsiteY82" fmla="*/ 4342336 h 4533900"/>
              <a:gd name="connsiteX83" fmla="*/ 11600097 w 12193201"/>
              <a:gd name="connsiteY83" fmla="*/ 4344485 h 4533900"/>
              <a:gd name="connsiteX84" fmla="*/ 11600097 w 12193201"/>
              <a:gd name="connsiteY84" fmla="*/ 4344178 h 4533900"/>
              <a:gd name="connsiteX85" fmla="*/ 11627422 w 12193201"/>
              <a:gd name="connsiteY85" fmla="*/ 4344178 h 4533900"/>
              <a:gd name="connsiteX86" fmla="*/ 11629571 w 12193201"/>
              <a:gd name="connsiteY86" fmla="*/ 4342029 h 4533900"/>
              <a:gd name="connsiteX87" fmla="*/ 11628957 w 12193201"/>
              <a:gd name="connsiteY87" fmla="*/ 4287993 h 4533900"/>
              <a:gd name="connsiteX88" fmla="*/ 11628957 w 12193201"/>
              <a:gd name="connsiteY88" fmla="*/ 4273563 h 4533900"/>
              <a:gd name="connsiteX89" fmla="*/ 11661502 w 12193201"/>
              <a:gd name="connsiteY89" fmla="*/ 4233036 h 4533900"/>
              <a:gd name="connsiteX90" fmla="*/ 11685756 w 12193201"/>
              <a:gd name="connsiteY90" fmla="*/ 4261589 h 4533900"/>
              <a:gd name="connsiteX91" fmla="*/ 11685756 w 12193201"/>
              <a:gd name="connsiteY91" fmla="*/ 4287993 h 4533900"/>
              <a:gd name="connsiteX92" fmla="*/ 11685142 w 12193201"/>
              <a:gd name="connsiteY92" fmla="*/ 4342029 h 4533900"/>
              <a:gd name="connsiteX93" fmla="*/ 11687291 w 12193201"/>
              <a:gd name="connsiteY93" fmla="*/ 4344178 h 4533900"/>
              <a:gd name="connsiteX94" fmla="*/ 11714616 w 12193201"/>
              <a:gd name="connsiteY94" fmla="*/ 4344178 h 4533900"/>
              <a:gd name="connsiteX95" fmla="*/ 11716766 w 12193201"/>
              <a:gd name="connsiteY95" fmla="*/ 4342029 h 4533900"/>
              <a:gd name="connsiteX96" fmla="*/ 11716151 w 12193201"/>
              <a:gd name="connsiteY96" fmla="*/ 4287993 h 4533900"/>
              <a:gd name="connsiteX97" fmla="*/ 11716151 w 12193201"/>
              <a:gd name="connsiteY97" fmla="*/ 4260668 h 4533900"/>
              <a:gd name="connsiteX98" fmla="*/ 11671019 w 12193201"/>
              <a:gd name="connsiteY98" fmla="*/ 4208781 h 4533900"/>
              <a:gd name="connsiteX99" fmla="*/ 11246715 w 12193201"/>
              <a:gd name="connsiteY99" fmla="*/ 4208781 h 4533900"/>
              <a:gd name="connsiteX100" fmla="*/ 11182240 w 12193201"/>
              <a:gd name="connsiteY100" fmla="*/ 4278475 h 4533900"/>
              <a:gd name="connsiteX101" fmla="*/ 11247636 w 12193201"/>
              <a:gd name="connsiteY101" fmla="*/ 4347248 h 4533900"/>
              <a:gd name="connsiteX102" fmla="*/ 11307812 w 12193201"/>
              <a:gd name="connsiteY102" fmla="*/ 4304265 h 4533900"/>
              <a:gd name="connsiteX103" fmla="*/ 11305970 w 12193201"/>
              <a:gd name="connsiteY103" fmla="*/ 4302116 h 4533900"/>
              <a:gd name="connsiteX104" fmla="*/ 11280180 w 12193201"/>
              <a:gd name="connsiteY104" fmla="*/ 4302116 h 4533900"/>
              <a:gd name="connsiteX105" fmla="*/ 11277724 w 12193201"/>
              <a:gd name="connsiteY105" fmla="*/ 4304265 h 4533900"/>
              <a:gd name="connsiteX106" fmla="*/ 11248250 w 12193201"/>
              <a:gd name="connsiteY106" fmla="*/ 4325450 h 4533900"/>
              <a:gd name="connsiteX107" fmla="*/ 11212942 w 12193201"/>
              <a:gd name="connsiteY107" fmla="*/ 4284002 h 4533900"/>
              <a:gd name="connsiteX108" fmla="*/ 11309347 w 12193201"/>
              <a:gd name="connsiteY108" fmla="*/ 4284002 h 4533900"/>
              <a:gd name="connsiteX109" fmla="*/ 11311496 w 12193201"/>
              <a:gd name="connsiteY109" fmla="*/ 4281853 h 4533900"/>
              <a:gd name="connsiteX110" fmla="*/ 11246715 w 12193201"/>
              <a:gd name="connsiteY110" fmla="*/ 4208781 h 4533900"/>
              <a:gd name="connsiteX111" fmla="*/ 10823945 w 12193201"/>
              <a:gd name="connsiteY111" fmla="*/ 4193430 h 4533900"/>
              <a:gd name="connsiteX112" fmla="*/ 10860481 w 12193201"/>
              <a:gd name="connsiteY112" fmla="*/ 4193430 h 4533900"/>
              <a:gd name="connsiteX113" fmla="*/ 10860481 w 12193201"/>
              <a:gd name="connsiteY113" fmla="*/ 4366284 h 4533900"/>
              <a:gd name="connsiteX114" fmla="*/ 10823945 w 12193201"/>
              <a:gd name="connsiteY114" fmla="*/ 4366284 h 4533900"/>
              <a:gd name="connsiteX115" fmla="*/ 10905613 w 12193201"/>
              <a:gd name="connsiteY115" fmla="*/ 4143692 h 4533900"/>
              <a:gd name="connsiteX116" fmla="*/ 10705742 w 12193201"/>
              <a:gd name="connsiteY116" fmla="*/ 4216456 h 4533900"/>
              <a:gd name="connsiteX117" fmla="*/ 10778506 w 12193201"/>
              <a:gd name="connsiteY117" fmla="*/ 4416329 h 4533900"/>
              <a:gd name="connsiteX118" fmla="*/ 10978377 w 12193201"/>
              <a:gd name="connsiteY118" fmla="*/ 4343564 h 4533900"/>
              <a:gd name="connsiteX119" fmla="*/ 6096608 w 12193201"/>
              <a:gd name="connsiteY119" fmla="*/ 0 h 4533900"/>
              <a:gd name="connsiteX120" fmla="*/ 12193201 w 12193201"/>
              <a:gd name="connsiteY120" fmla="*/ 2202541 h 4533900"/>
              <a:gd name="connsiteX121" fmla="*/ 12193201 w 12193201"/>
              <a:gd name="connsiteY121" fmla="*/ 4533900 h 4533900"/>
              <a:gd name="connsiteX122" fmla="*/ 5 w 12193201"/>
              <a:gd name="connsiteY122" fmla="*/ 4533900 h 4533900"/>
              <a:gd name="connsiteX123" fmla="*/ 0 w 12193201"/>
              <a:gd name="connsiteY123" fmla="*/ 4533900 h 4533900"/>
              <a:gd name="connsiteX124" fmla="*/ 5 w 12193201"/>
              <a:gd name="connsiteY124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3201" h="4533900">
                <a:moveTo>
                  <a:pt x="10905613" y="4270800"/>
                </a:moveTo>
                <a:lnTo>
                  <a:pt x="10923728" y="4270800"/>
                </a:lnTo>
                <a:lnTo>
                  <a:pt x="10923728" y="4343564"/>
                </a:lnTo>
                <a:lnTo>
                  <a:pt x="10905613" y="4343564"/>
                </a:lnTo>
                <a:close/>
                <a:moveTo>
                  <a:pt x="10787410" y="4234571"/>
                </a:moveTo>
                <a:lnTo>
                  <a:pt x="10814735" y="4234571"/>
                </a:lnTo>
                <a:lnTo>
                  <a:pt x="10814735" y="4343564"/>
                </a:lnTo>
                <a:lnTo>
                  <a:pt x="10787410" y="4343564"/>
                </a:lnTo>
                <a:close/>
                <a:moveTo>
                  <a:pt x="11383033" y="4231808"/>
                </a:moveTo>
                <a:cubicBezTo>
                  <a:pt x="11404217" y="4232115"/>
                  <a:pt x="11415577" y="4248694"/>
                  <a:pt x="11415270" y="4278782"/>
                </a:cubicBezTo>
                <a:cubicBezTo>
                  <a:pt x="11415270" y="4307949"/>
                  <a:pt x="11403296" y="4322380"/>
                  <a:pt x="11383033" y="4322380"/>
                </a:cubicBezTo>
                <a:cubicBezTo>
                  <a:pt x="11361234" y="4322687"/>
                  <a:pt x="11349567" y="4306414"/>
                  <a:pt x="11349567" y="4276326"/>
                </a:cubicBezTo>
                <a:cubicBezTo>
                  <a:pt x="11349567" y="4248080"/>
                  <a:pt x="11360927" y="4231194"/>
                  <a:pt x="11383033" y="4231808"/>
                </a:cubicBezTo>
                <a:close/>
                <a:moveTo>
                  <a:pt x="11109783" y="4231501"/>
                </a:moveTo>
                <a:cubicBezTo>
                  <a:pt x="11130353" y="4231501"/>
                  <a:pt x="11142327" y="4248694"/>
                  <a:pt x="11142020" y="4279089"/>
                </a:cubicBezTo>
                <a:cubicBezTo>
                  <a:pt x="11141713" y="4309792"/>
                  <a:pt x="11129739" y="4325143"/>
                  <a:pt x="11108862" y="4325143"/>
                </a:cubicBezTo>
                <a:cubicBezTo>
                  <a:pt x="11087370" y="4325143"/>
                  <a:pt x="11076010" y="4307335"/>
                  <a:pt x="11076010" y="4276633"/>
                </a:cubicBezTo>
                <a:cubicBezTo>
                  <a:pt x="11076010" y="4248387"/>
                  <a:pt x="11087063" y="4231194"/>
                  <a:pt x="11109783" y="4231501"/>
                </a:cubicBezTo>
                <a:close/>
                <a:moveTo>
                  <a:pt x="11520885" y="4231194"/>
                </a:moveTo>
                <a:cubicBezTo>
                  <a:pt x="11543297" y="4231194"/>
                  <a:pt x="11554350" y="4247466"/>
                  <a:pt x="11554350" y="4278782"/>
                </a:cubicBezTo>
                <a:cubicBezTo>
                  <a:pt x="11554350" y="4310406"/>
                  <a:pt x="11543604" y="4325757"/>
                  <a:pt x="11521192" y="4325757"/>
                </a:cubicBezTo>
                <a:cubicBezTo>
                  <a:pt x="11498472" y="4325757"/>
                  <a:pt x="11487419" y="4310099"/>
                  <a:pt x="11487112" y="4279089"/>
                </a:cubicBezTo>
                <a:cubicBezTo>
                  <a:pt x="11487112" y="4247773"/>
                  <a:pt x="11498165" y="4231501"/>
                  <a:pt x="11520885" y="4231194"/>
                </a:cubicBezTo>
                <a:close/>
                <a:moveTo>
                  <a:pt x="11246715" y="4230580"/>
                </a:moveTo>
                <a:cubicBezTo>
                  <a:pt x="11266978" y="4230580"/>
                  <a:pt x="11276803" y="4245931"/>
                  <a:pt x="11278031" y="4263124"/>
                </a:cubicBezTo>
                <a:lnTo>
                  <a:pt x="11213863" y="4263124"/>
                </a:lnTo>
                <a:cubicBezTo>
                  <a:pt x="11217240" y="4241940"/>
                  <a:pt x="11228293" y="4230580"/>
                  <a:pt x="11246715" y="4230580"/>
                </a:cubicBezTo>
                <a:close/>
                <a:moveTo>
                  <a:pt x="10869385" y="4216456"/>
                </a:moveTo>
                <a:lnTo>
                  <a:pt x="10896710" y="4216456"/>
                </a:lnTo>
                <a:lnTo>
                  <a:pt x="10896710" y="4325450"/>
                </a:lnTo>
                <a:lnTo>
                  <a:pt x="10869385" y="4325450"/>
                </a:lnTo>
                <a:close/>
                <a:moveTo>
                  <a:pt x="10760085" y="4216149"/>
                </a:moveTo>
                <a:lnTo>
                  <a:pt x="10778199" y="4216149"/>
                </a:lnTo>
                <a:lnTo>
                  <a:pt x="10778199" y="4288914"/>
                </a:lnTo>
                <a:lnTo>
                  <a:pt x="10760085" y="4288914"/>
                </a:lnTo>
                <a:close/>
                <a:moveTo>
                  <a:pt x="11375050" y="4210009"/>
                </a:moveTo>
                <a:cubicBezTo>
                  <a:pt x="11339435" y="4210009"/>
                  <a:pt x="11318251" y="4240404"/>
                  <a:pt x="11318251" y="4277554"/>
                </a:cubicBezTo>
                <a:cubicBezTo>
                  <a:pt x="11318251" y="4315011"/>
                  <a:pt x="11337900" y="4343564"/>
                  <a:pt x="11376278" y="4343564"/>
                </a:cubicBezTo>
                <a:cubicBezTo>
                  <a:pt x="11393778" y="4343564"/>
                  <a:pt x="11406980" y="4335889"/>
                  <a:pt x="11415884" y="4322687"/>
                </a:cubicBezTo>
                <a:lnTo>
                  <a:pt x="11415884" y="4337731"/>
                </a:lnTo>
                <a:cubicBezTo>
                  <a:pt x="11415884" y="4362600"/>
                  <a:pt x="11402682" y="4373345"/>
                  <a:pt x="11383647" y="4373345"/>
                </a:cubicBezTo>
                <a:cubicBezTo>
                  <a:pt x="11367682" y="4373345"/>
                  <a:pt x="11357243" y="4367512"/>
                  <a:pt x="11354173" y="4355845"/>
                </a:cubicBezTo>
                <a:cubicBezTo>
                  <a:pt x="11353866" y="4354617"/>
                  <a:pt x="11352945" y="4353696"/>
                  <a:pt x="11351716" y="4353696"/>
                </a:cubicBezTo>
                <a:lnTo>
                  <a:pt x="11325006" y="4353696"/>
                </a:lnTo>
                <a:cubicBezTo>
                  <a:pt x="11324084" y="4353696"/>
                  <a:pt x="11322856" y="4354617"/>
                  <a:pt x="11322856" y="4355845"/>
                </a:cubicBezTo>
                <a:cubicBezTo>
                  <a:pt x="11326541" y="4382556"/>
                  <a:pt x="11350795" y="4395451"/>
                  <a:pt x="11382419" y="4394837"/>
                </a:cubicBezTo>
                <a:cubicBezTo>
                  <a:pt x="11422945" y="4394837"/>
                  <a:pt x="11444437" y="4373652"/>
                  <a:pt x="11444130" y="4338038"/>
                </a:cubicBezTo>
                <a:lnTo>
                  <a:pt x="11443823" y="4272949"/>
                </a:lnTo>
                <a:lnTo>
                  <a:pt x="11445358" y="4214307"/>
                </a:lnTo>
                <a:cubicBezTo>
                  <a:pt x="11445358" y="4213386"/>
                  <a:pt x="11444437" y="4212158"/>
                  <a:pt x="11443209" y="4212158"/>
                </a:cubicBezTo>
                <a:lnTo>
                  <a:pt x="11416191" y="4212158"/>
                </a:lnTo>
                <a:cubicBezTo>
                  <a:pt x="11415270" y="4212158"/>
                  <a:pt x="11414042" y="4213079"/>
                  <a:pt x="11414042" y="4214307"/>
                </a:cubicBezTo>
                <a:lnTo>
                  <a:pt x="11414656" y="4229044"/>
                </a:lnTo>
                <a:cubicBezTo>
                  <a:pt x="11406059" y="4216764"/>
                  <a:pt x="11392550" y="4210009"/>
                  <a:pt x="11375050" y="4210009"/>
                </a:cubicBezTo>
                <a:close/>
                <a:moveTo>
                  <a:pt x="11101186" y="4209702"/>
                </a:moveTo>
                <a:cubicBezTo>
                  <a:pt x="11065878" y="4209702"/>
                  <a:pt x="11044694" y="4240404"/>
                  <a:pt x="11044694" y="4278782"/>
                </a:cubicBezTo>
                <a:cubicBezTo>
                  <a:pt x="11044694" y="4317160"/>
                  <a:pt x="11063729" y="4346941"/>
                  <a:pt x="11100572" y="4346941"/>
                </a:cubicBezTo>
                <a:cubicBezTo>
                  <a:pt x="11118379" y="4346941"/>
                  <a:pt x="11132195" y="4339266"/>
                  <a:pt x="11141099" y="4326064"/>
                </a:cubicBezTo>
                <a:lnTo>
                  <a:pt x="11140485" y="4342336"/>
                </a:lnTo>
                <a:cubicBezTo>
                  <a:pt x="11140485" y="4343564"/>
                  <a:pt x="11141713" y="4344485"/>
                  <a:pt x="11142634" y="4344485"/>
                </a:cubicBezTo>
                <a:lnTo>
                  <a:pt x="11142634" y="4344792"/>
                </a:lnTo>
                <a:lnTo>
                  <a:pt x="11169652" y="4344792"/>
                </a:lnTo>
                <a:cubicBezTo>
                  <a:pt x="11170880" y="4344792"/>
                  <a:pt x="11171801" y="4343564"/>
                  <a:pt x="11171801" y="4342643"/>
                </a:cubicBezTo>
                <a:lnTo>
                  <a:pt x="11170880" y="4278168"/>
                </a:lnTo>
                <a:lnTo>
                  <a:pt x="11171801" y="4214614"/>
                </a:lnTo>
                <a:cubicBezTo>
                  <a:pt x="11171801" y="4213386"/>
                  <a:pt x="11170573" y="4212465"/>
                  <a:pt x="11169652" y="4212465"/>
                </a:cubicBezTo>
                <a:lnTo>
                  <a:pt x="11142327" y="4212465"/>
                </a:lnTo>
                <a:cubicBezTo>
                  <a:pt x="11141099" y="4212465"/>
                  <a:pt x="11140178" y="4213693"/>
                  <a:pt x="11140178" y="4214614"/>
                </a:cubicBezTo>
                <a:lnTo>
                  <a:pt x="11141099" y="4229351"/>
                </a:lnTo>
                <a:cubicBezTo>
                  <a:pt x="11132195" y="4216457"/>
                  <a:pt x="11118686" y="4209702"/>
                  <a:pt x="11101186" y="4209702"/>
                </a:cubicBezTo>
                <a:close/>
                <a:moveTo>
                  <a:pt x="11521192" y="4209088"/>
                </a:moveTo>
                <a:cubicBezTo>
                  <a:pt x="11479437" y="4209088"/>
                  <a:pt x="11455796" y="4237027"/>
                  <a:pt x="11455796" y="4278782"/>
                </a:cubicBezTo>
                <a:cubicBezTo>
                  <a:pt x="11455796" y="4320537"/>
                  <a:pt x="11479437" y="4347555"/>
                  <a:pt x="11521192" y="4347555"/>
                </a:cubicBezTo>
                <a:cubicBezTo>
                  <a:pt x="11562640" y="4347555"/>
                  <a:pt x="11586280" y="4319923"/>
                  <a:pt x="11585973" y="4277861"/>
                </a:cubicBezTo>
                <a:cubicBezTo>
                  <a:pt x="11585973" y="4236106"/>
                  <a:pt x="11562640" y="4209088"/>
                  <a:pt x="11521192" y="4209088"/>
                </a:cubicBezTo>
                <a:close/>
                <a:moveTo>
                  <a:pt x="11671019" y="4208781"/>
                </a:moveTo>
                <a:cubicBezTo>
                  <a:pt x="11651370" y="4208781"/>
                  <a:pt x="11636326" y="4218913"/>
                  <a:pt x="11627729" y="4231194"/>
                </a:cubicBezTo>
                <a:lnTo>
                  <a:pt x="11628650" y="4214000"/>
                </a:lnTo>
                <a:cubicBezTo>
                  <a:pt x="11628650" y="4212772"/>
                  <a:pt x="11627422" y="4211851"/>
                  <a:pt x="11626501" y="4211851"/>
                </a:cubicBezTo>
                <a:lnTo>
                  <a:pt x="11600711" y="4211851"/>
                </a:lnTo>
                <a:cubicBezTo>
                  <a:pt x="11599483" y="4211851"/>
                  <a:pt x="11598562" y="4213079"/>
                  <a:pt x="11598562" y="4214000"/>
                </a:cubicBezTo>
                <a:lnTo>
                  <a:pt x="11598869" y="4282160"/>
                </a:lnTo>
                <a:lnTo>
                  <a:pt x="11597948" y="4342336"/>
                </a:lnTo>
                <a:cubicBezTo>
                  <a:pt x="11597948" y="4343564"/>
                  <a:pt x="11599176" y="4344485"/>
                  <a:pt x="11600097" y="4344485"/>
                </a:cubicBezTo>
                <a:lnTo>
                  <a:pt x="11600097" y="4344178"/>
                </a:lnTo>
                <a:lnTo>
                  <a:pt x="11627422" y="4344178"/>
                </a:lnTo>
                <a:cubicBezTo>
                  <a:pt x="11628650" y="4344178"/>
                  <a:pt x="11629571" y="4342950"/>
                  <a:pt x="11629571" y="4342029"/>
                </a:cubicBezTo>
                <a:lnTo>
                  <a:pt x="11628957" y="4287993"/>
                </a:lnTo>
                <a:lnTo>
                  <a:pt x="11628957" y="4273563"/>
                </a:lnTo>
                <a:cubicBezTo>
                  <a:pt x="11631413" y="4246238"/>
                  <a:pt x="11646150" y="4233036"/>
                  <a:pt x="11661502" y="4233036"/>
                </a:cubicBezTo>
                <a:cubicBezTo>
                  <a:pt x="11675625" y="4233036"/>
                  <a:pt x="11685756" y="4242861"/>
                  <a:pt x="11685756" y="4261589"/>
                </a:cubicBezTo>
                <a:lnTo>
                  <a:pt x="11685756" y="4287993"/>
                </a:lnTo>
                <a:lnTo>
                  <a:pt x="11685142" y="4342029"/>
                </a:lnTo>
                <a:cubicBezTo>
                  <a:pt x="11685142" y="4343257"/>
                  <a:pt x="11686370" y="4344178"/>
                  <a:pt x="11687291" y="4344178"/>
                </a:cubicBezTo>
                <a:lnTo>
                  <a:pt x="11714616" y="4344178"/>
                </a:lnTo>
                <a:cubicBezTo>
                  <a:pt x="11715844" y="4344178"/>
                  <a:pt x="11716766" y="4342950"/>
                  <a:pt x="11716766" y="4342029"/>
                </a:cubicBezTo>
                <a:lnTo>
                  <a:pt x="11716151" y="4287993"/>
                </a:lnTo>
                <a:lnTo>
                  <a:pt x="11716151" y="4260668"/>
                </a:lnTo>
                <a:cubicBezTo>
                  <a:pt x="11716151" y="4227202"/>
                  <a:pt x="11698344" y="4208781"/>
                  <a:pt x="11671019" y="4208781"/>
                </a:cubicBezTo>
                <a:close/>
                <a:moveTo>
                  <a:pt x="11246715" y="4208781"/>
                </a:moveTo>
                <a:cubicBezTo>
                  <a:pt x="11206495" y="4208781"/>
                  <a:pt x="11182240" y="4236720"/>
                  <a:pt x="11182240" y="4278475"/>
                </a:cubicBezTo>
                <a:cubicBezTo>
                  <a:pt x="11182240" y="4318695"/>
                  <a:pt x="11204960" y="4347248"/>
                  <a:pt x="11247636" y="4347248"/>
                </a:cubicBezTo>
                <a:cubicBezTo>
                  <a:pt x="11281408" y="4347248"/>
                  <a:pt x="11302900" y="4328213"/>
                  <a:pt x="11307812" y="4304265"/>
                </a:cubicBezTo>
                <a:cubicBezTo>
                  <a:pt x="11308119" y="4303037"/>
                  <a:pt x="11306891" y="4302116"/>
                  <a:pt x="11305970" y="4302116"/>
                </a:cubicBezTo>
                <a:lnTo>
                  <a:pt x="11280180" y="4302116"/>
                </a:lnTo>
                <a:cubicBezTo>
                  <a:pt x="11279259" y="4302116"/>
                  <a:pt x="11278031" y="4303037"/>
                  <a:pt x="11277724" y="4304265"/>
                </a:cubicBezTo>
                <a:cubicBezTo>
                  <a:pt x="11273425" y="4318388"/>
                  <a:pt x="11263294" y="4325450"/>
                  <a:pt x="11248250" y="4325450"/>
                </a:cubicBezTo>
                <a:cubicBezTo>
                  <a:pt x="11225837" y="4325450"/>
                  <a:pt x="11214170" y="4312248"/>
                  <a:pt x="11212942" y="4284002"/>
                </a:cubicBezTo>
                <a:lnTo>
                  <a:pt x="11309347" y="4284002"/>
                </a:lnTo>
                <a:cubicBezTo>
                  <a:pt x="11310575" y="4284002"/>
                  <a:pt x="11311496" y="4282774"/>
                  <a:pt x="11311496" y="4281853"/>
                </a:cubicBezTo>
                <a:cubicBezTo>
                  <a:pt x="11310882" y="4236720"/>
                  <a:pt x="11287548" y="4209088"/>
                  <a:pt x="11246715" y="4208781"/>
                </a:cubicBezTo>
                <a:close/>
                <a:moveTo>
                  <a:pt x="10823945" y="4193430"/>
                </a:moveTo>
                <a:lnTo>
                  <a:pt x="10860481" y="4193430"/>
                </a:lnTo>
                <a:lnTo>
                  <a:pt x="10860481" y="4366284"/>
                </a:lnTo>
                <a:lnTo>
                  <a:pt x="10823945" y="4366284"/>
                </a:lnTo>
                <a:close/>
                <a:moveTo>
                  <a:pt x="10905613" y="4143692"/>
                </a:moveTo>
                <a:lnTo>
                  <a:pt x="10705742" y="4216456"/>
                </a:lnTo>
                <a:lnTo>
                  <a:pt x="10778506" y="4416329"/>
                </a:lnTo>
                <a:lnTo>
                  <a:pt x="10978377" y="4343564"/>
                </a:lnTo>
                <a:close/>
                <a:moveTo>
                  <a:pt x="6096608" y="0"/>
                </a:moveTo>
                <a:lnTo>
                  <a:pt x="12193201" y="2202541"/>
                </a:lnTo>
                <a:lnTo>
                  <a:pt x="12193201" y="4533900"/>
                </a:lnTo>
                <a:lnTo>
                  <a:pt x="5" y="4533900"/>
                </a:lnTo>
                <a:lnTo>
                  <a:pt x="0" y="4533900"/>
                </a:lnTo>
                <a:cubicBezTo>
                  <a:pt x="2" y="3756780"/>
                  <a:pt x="3" y="2979661"/>
                  <a:pt x="5" y="2202541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5B7FF67C-AE78-19F5-5567-1FF4F925551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057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 slide A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866EA604-8D93-CF97-513A-CCD2CD7512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496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32E6E7D6-926B-D154-1477-2AFB06F66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667C04D6-1486-6290-FEE1-F81639906D9D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2324099"/>
            <a:ext cx="12193201" cy="4533900"/>
          </a:xfrm>
          <a:custGeom>
            <a:avLst/>
            <a:gdLst>
              <a:gd name="connsiteX0" fmla="*/ 10905613 w 12193201"/>
              <a:gd name="connsiteY0" fmla="*/ 4270800 h 4533900"/>
              <a:gd name="connsiteX1" fmla="*/ 10923728 w 12193201"/>
              <a:gd name="connsiteY1" fmla="*/ 4270800 h 4533900"/>
              <a:gd name="connsiteX2" fmla="*/ 10923728 w 12193201"/>
              <a:gd name="connsiteY2" fmla="*/ 4343564 h 4533900"/>
              <a:gd name="connsiteX3" fmla="*/ 10905613 w 12193201"/>
              <a:gd name="connsiteY3" fmla="*/ 4343564 h 4533900"/>
              <a:gd name="connsiteX4" fmla="*/ 10787410 w 12193201"/>
              <a:gd name="connsiteY4" fmla="*/ 4234571 h 4533900"/>
              <a:gd name="connsiteX5" fmla="*/ 10814735 w 12193201"/>
              <a:gd name="connsiteY5" fmla="*/ 4234571 h 4533900"/>
              <a:gd name="connsiteX6" fmla="*/ 10814735 w 12193201"/>
              <a:gd name="connsiteY6" fmla="*/ 4343564 h 4533900"/>
              <a:gd name="connsiteX7" fmla="*/ 10787410 w 12193201"/>
              <a:gd name="connsiteY7" fmla="*/ 4343564 h 4533900"/>
              <a:gd name="connsiteX8" fmla="*/ 11383033 w 12193201"/>
              <a:gd name="connsiteY8" fmla="*/ 4231808 h 4533900"/>
              <a:gd name="connsiteX9" fmla="*/ 11415270 w 12193201"/>
              <a:gd name="connsiteY9" fmla="*/ 4278782 h 4533900"/>
              <a:gd name="connsiteX10" fmla="*/ 11383033 w 12193201"/>
              <a:gd name="connsiteY10" fmla="*/ 4322380 h 4533900"/>
              <a:gd name="connsiteX11" fmla="*/ 11349567 w 12193201"/>
              <a:gd name="connsiteY11" fmla="*/ 4276326 h 4533900"/>
              <a:gd name="connsiteX12" fmla="*/ 11383033 w 12193201"/>
              <a:gd name="connsiteY12" fmla="*/ 4231808 h 4533900"/>
              <a:gd name="connsiteX13" fmla="*/ 11109783 w 12193201"/>
              <a:gd name="connsiteY13" fmla="*/ 4231501 h 4533900"/>
              <a:gd name="connsiteX14" fmla="*/ 11142020 w 12193201"/>
              <a:gd name="connsiteY14" fmla="*/ 4279089 h 4533900"/>
              <a:gd name="connsiteX15" fmla="*/ 11108862 w 12193201"/>
              <a:gd name="connsiteY15" fmla="*/ 4325143 h 4533900"/>
              <a:gd name="connsiteX16" fmla="*/ 11076010 w 12193201"/>
              <a:gd name="connsiteY16" fmla="*/ 4276633 h 4533900"/>
              <a:gd name="connsiteX17" fmla="*/ 11109783 w 12193201"/>
              <a:gd name="connsiteY17" fmla="*/ 4231501 h 4533900"/>
              <a:gd name="connsiteX18" fmla="*/ 11520885 w 12193201"/>
              <a:gd name="connsiteY18" fmla="*/ 4231194 h 4533900"/>
              <a:gd name="connsiteX19" fmla="*/ 11554350 w 12193201"/>
              <a:gd name="connsiteY19" fmla="*/ 4278782 h 4533900"/>
              <a:gd name="connsiteX20" fmla="*/ 11521192 w 12193201"/>
              <a:gd name="connsiteY20" fmla="*/ 4325757 h 4533900"/>
              <a:gd name="connsiteX21" fmla="*/ 11487112 w 12193201"/>
              <a:gd name="connsiteY21" fmla="*/ 4279089 h 4533900"/>
              <a:gd name="connsiteX22" fmla="*/ 11520885 w 12193201"/>
              <a:gd name="connsiteY22" fmla="*/ 4231194 h 4533900"/>
              <a:gd name="connsiteX23" fmla="*/ 11246715 w 12193201"/>
              <a:gd name="connsiteY23" fmla="*/ 4230580 h 4533900"/>
              <a:gd name="connsiteX24" fmla="*/ 11278031 w 12193201"/>
              <a:gd name="connsiteY24" fmla="*/ 4263124 h 4533900"/>
              <a:gd name="connsiteX25" fmla="*/ 11213863 w 12193201"/>
              <a:gd name="connsiteY25" fmla="*/ 4263124 h 4533900"/>
              <a:gd name="connsiteX26" fmla="*/ 11246715 w 12193201"/>
              <a:gd name="connsiteY26" fmla="*/ 4230580 h 4533900"/>
              <a:gd name="connsiteX27" fmla="*/ 10869385 w 12193201"/>
              <a:gd name="connsiteY27" fmla="*/ 4216456 h 4533900"/>
              <a:gd name="connsiteX28" fmla="*/ 10896710 w 12193201"/>
              <a:gd name="connsiteY28" fmla="*/ 4216456 h 4533900"/>
              <a:gd name="connsiteX29" fmla="*/ 10896710 w 12193201"/>
              <a:gd name="connsiteY29" fmla="*/ 4325450 h 4533900"/>
              <a:gd name="connsiteX30" fmla="*/ 10869385 w 12193201"/>
              <a:gd name="connsiteY30" fmla="*/ 4325450 h 4533900"/>
              <a:gd name="connsiteX31" fmla="*/ 10760085 w 12193201"/>
              <a:gd name="connsiteY31" fmla="*/ 4216149 h 4533900"/>
              <a:gd name="connsiteX32" fmla="*/ 10778199 w 12193201"/>
              <a:gd name="connsiteY32" fmla="*/ 4216149 h 4533900"/>
              <a:gd name="connsiteX33" fmla="*/ 10778199 w 12193201"/>
              <a:gd name="connsiteY33" fmla="*/ 4288914 h 4533900"/>
              <a:gd name="connsiteX34" fmla="*/ 10760085 w 12193201"/>
              <a:gd name="connsiteY34" fmla="*/ 4288914 h 4533900"/>
              <a:gd name="connsiteX35" fmla="*/ 11375050 w 12193201"/>
              <a:gd name="connsiteY35" fmla="*/ 4210009 h 4533900"/>
              <a:gd name="connsiteX36" fmla="*/ 11318251 w 12193201"/>
              <a:gd name="connsiteY36" fmla="*/ 4277554 h 4533900"/>
              <a:gd name="connsiteX37" fmla="*/ 11376278 w 12193201"/>
              <a:gd name="connsiteY37" fmla="*/ 4343564 h 4533900"/>
              <a:gd name="connsiteX38" fmla="*/ 11415884 w 12193201"/>
              <a:gd name="connsiteY38" fmla="*/ 4322687 h 4533900"/>
              <a:gd name="connsiteX39" fmla="*/ 11415884 w 12193201"/>
              <a:gd name="connsiteY39" fmla="*/ 4337731 h 4533900"/>
              <a:gd name="connsiteX40" fmla="*/ 11383647 w 12193201"/>
              <a:gd name="connsiteY40" fmla="*/ 4373345 h 4533900"/>
              <a:gd name="connsiteX41" fmla="*/ 11354173 w 12193201"/>
              <a:gd name="connsiteY41" fmla="*/ 4355845 h 4533900"/>
              <a:gd name="connsiteX42" fmla="*/ 11351716 w 12193201"/>
              <a:gd name="connsiteY42" fmla="*/ 4353696 h 4533900"/>
              <a:gd name="connsiteX43" fmla="*/ 11325006 w 12193201"/>
              <a:gd name="connsiteY43" fmla="*/ 4353696 h 4533900"/>
              <a:gd name="connsiteX44" fmla="*/ 11322856 w 12193201"/>
              <a:gd name="connsiteY44" fmla="*/ 4355845 h 4533900"/>
              <a:gd name="connsiteX45" fmla="*/ 11382419 w 12193201"/>
              <a:gd name="connsiteY45" fmla="*/ 4394837 h 4533900"/>
              <a:gd name="connsiteX46" fmla="*/ 11444130 w 12193201"/>
              <a:gd name="connsiteY46" fmla="*/ 4338038 h 4533900"/>
              <a:gd name="connsiteX47" fmla="*/ 11443823 w 12193201"/>
              <a:gd name="connsiteY47" fmla="*/ 4272949 h 4533900"/>
              <a:gd name="connsiteX48" fmla="*/ 11445358 w 12193201"/>
              <a:gd name="connsiteY48" fmla="*/ 4214307 h 4533900"/>
              <a:gd name="connsiteX49" fmla="*/ 11443209 w 12193201"/>
              <a:gd name="connsiteY49" fmla="*/ 4212158 h 4533900"/>
              <a:gd name="connsiteX50" fmla="*/ 11416191 w 12193201"/>
              <a:gd name="connsiteY50" fmla="*/ 4212158 h 4533900"/>
              <a:gd name="connsiteX51" fmla="*/ 11414042 w 12193201"/>
              <a:gd name="connsiteY51" fmla="*/ 4214307 h 4533900"/>
              <a:gd name="connsiteX52" fmla="*/ 11414656 w 12193201"/>
              <a:gd name="connsiteY52" fmla="*/ 4229044 h 4533900"/>
              <a:gd name="connsiteX53" fmla="*/ 11375050 w 12193201"/>
              <a:gd name="connsiteY53" fmla="*/ 4210009 h 4533900"/>
              <a:gd name="connsiteX54" fmla="*/ 11101186 w 12193201"/>
              <a:gd name="connsiteY54" fmla="*/ 4209702 h 4533900"/>
              <a:gd name="connsiteX55" fmla="*/ 11044694 w 12193201"/>
              <a:gd name="connsiteY55" fmla="*/ 4278782 h 4533900"/>
              <a:gd name="connsiteX56" fmla="*/ 11100572 w 12193201"/>
              <a:gd name="connsiteY56" fmla="*/ 4346941 h 4533900"/>
              <a:gd name="connsiteX57" fmla="*/ 11141099 w 12193201"/>
              <a:gd name="connsiteY57" fmla="*/ 4326064 h 4533900"/>
              <a:gd name="connsiteX58" fmla="*/ 11140485 w 12193201"/>
              <a:gd name="connsiteY58" fmla="*/ 4342336 h 4533900"/>
              <a:gd name="connsiteX59" fmla="*/ 11142634 w 12193201"/>
              <a:gd name="connsiteY59" fmla="*/ 4344485 h 4533900"/>
              <a:gd name="connsiteX60" fmla="*/ 11142634 w 12193201"/>
              <a:gd name="connsiteY60" fmla="*/ 4344792 h 4533900"/>
              <a:gd name="connsiteX61" fmla="*/ 11169652 w 12193201"/>
              <a:gd name="connsiteY61" fmla="*/ 4344792 h 4533900"/>
              <a:gd name="connsiteX62" fmla="*/ 11171801 w 12193201"/>
              <a:gd name="connsiteY62" fmla="*/ 4342643 h 4533900"/>
              <a:gd name="connsiteX63" fmla="*/ 11170880 w 12193201"/>
              <a:gd name="connsiteY63" fmla="*/ 4278168 h 4533900"/>
              <a:gd name="connsiteX64" fmla="*/ 11171801 w 12193201"/>
              <a:gd name="connsiteY64" fmla="*/ 4214614 h 4533900"/>
              <a:gd name="connsiteX65" fmla="*/ 11169652 w 12193201"/>
              <a:gd name="connsiteY65" fmla="*/ 4212465 h 4533900"/>
              <a:gd name="connsiteX66" fmla="*/ 11142327 w 12193201"/>
              <a:gd name="connsiteY66" fmla="*/ 4212465 h 4533900"/>
              <a:gd name="connsiteX67" fmla="*/ 11140178 w 12193201"/>
              <a:gd name="connsiteY67" fmla="*/ 4214614 h 4533900"/>
              <a:gd name="connsiteX68" fmla="*/ 11141099 w 12193201"/>
              <a:gd name="connsiteY68" fmla="*/ 4229351 h 4533900"/>
              <a:gd name="connsiteX69" fmla="*/ 11101186 w 12193201"/>
              <a:gd name="connsiteY69" fmla="*/ 4209702 h 4533900"/>
              <a:gd name="connsiteX70" fmla="*/ 11521192 w 12193201"/>
              <a:gd name="connsiteY70" fmla="*/ 4209088 h 4533900"/>
              <a:gd name="connsiteX71" fmla="*/ 11455796 w 12193201"/>
              <a:gd name="connsiteY71" fmla="*/ 4278782 h 4533900"/>
              <a:gd name="connsiteX72" fmla="*/ 11521192 w 12193201"/>
              <a:gd name="connsiteY72" fmla="*/ 4347555 h 4533900"/>
              <a:gd name="connsiteX73" fmla="*/ 11585973 w 12193201"/>
              <a:gd name="connsiteY73" fmla="*/ 4277861 h 4533900"/>
              <a:gd name="connsiteX74" fmla="*/ 11521192 w 12193201"/>
              <a:gd name="connsiteY74" fmla="*/ 4209088 h 4533900"/>
              <a:gd name="connsiteX75" fmla="*/ 11671019 w 12193201"/>
              <a:gd name="connsiteY75" fmla="*/ 4208781 h 4533900"/>
              <a:gd name="connsiteX76" fmla="*/ 11627729 w 12193201"/>
              <a:gd name="connsiteY76" fmla="*/ 4231194 h 4533900"/>
              <a:gd name="connsiteX77" fmla="*/ 11628650 w 12193201"/>
              <a:gd name="connsiteY77" fmla="*/ 4214000 h 4533900"/>
              <a:gd name="connsiteX78" fmla="*/ 11626501 w 12193201"/>
              <a:gd name="connsiteY78" fmla="*/ 4211851 h 4533900"/>
              <a:gd name="connsiteX79" fmla="*/ 11600711 w 12193201"/>
              <a:gd name="connsiteY79" fmla="*/ 4211851 h 4533900"/>
              <a:gd name="connsiteX80" fmla="*/ 11598562 w 12193201"/>
              <a:gd name="connsiteY80" fmla="*/ 4214000 h 4533900"/>
              <a:gd name="connsiteX81" fmla="*/ 11598869 w 12193201"/>
              <a:gd name="connsiteY81" fmla="*/ 4282160 h 4533900"/>
              <a:gd name="connsiteX82" fmla="*/ 11597948 w 12193201"/>
              <a:gd name="connsiteY82" fmla="*/ 4342336 h 4533900"/>
              <a:gd name="connsiteX83" fmla="*/ 11600097 w 12193201"/>
              <a:gd name="connsiteY83" fmla="*/ 4344485 h 4533900"/>
              <a:gd name="connsiteX84" fmla="*/ 11600097 w 12193201"/>
              <a:gd name="connsiteY84" fmla="*/ 4344178 h 4533900"/>
              <a:gd name="connsiteX85" fmla="*/ 11627422 w 12193201"/>
              <a:gd name="connsiteY85" fmla="*/ 4344178 h 4533900"/>
              <a:gd name="connsiteX86" fmla="*/ 11629571 w 12193201"/>
              <a:gd name="connsiteY86" fmla="*/ 4342029 h 4533900"/>
              <a:gd name="connsiteX87" fmla="*/ 11628957 w 12193201"/>
              <a:gd name="connsiteY87" fmla="*/ 4287993 h 4533900"/>
              <a:gd name="connsiteX88" fmla="*/ 11628957 w 12193201"/>
              <a:gd name="connsiteY88" fmla="*/ 4273563 h 4533900"/>
              <a:gd name="connsiteX89" fmla="*/ 11661502 w 12193201"/>
              <a:gd name="connsiteY89" fmla="*/ 4233036 h 4533900"/>
              <a:gd name="connsiteX90" fmla="*/ 11685756 w 12193201"/>
              <a:gd name="connsiteY90" fmla="*/ 4261589 h 4533900"/>
              <a:gd name="connsiteX91" fmla="*/ 11685756 w 12193201"/>
              <a:gd name="connsiteY91" fmla="*/ 4287993 h 4533900"/>
              <a:gd name="connsiteX92" fmla="*/ 11685142 w 12193201"/>
              <a:gd name="connsiteY92" fmla="*/ 4342029 h 4533900"/>
              <a:gd name="connsiteX93" fmla="*/ 11687291 w 12193201"/>
              <a:gd name="connsiteY93" fmla="*/ 4344178 h 4533900"/>
              <a:gd name="connsiteX94" fmla="*/ 11714616 w 12193201"/>
              <a:gd name="connsiteY94" fmla="*/ 4344178 h 4533900"/>
              <a:gd name="connsiteX95" fmla="*/ 11716766 w 12193201"/>
              <a:gd name="connsiteY95" fmla="*/ 4342029 h 4533900"/>
              <a:gd name="connsiteX96" fmla="*/ 11716151 w 12193201"/>
              <a:gd name="connsiteY96" fmla="*/ 4287993 h 4533900"/>
              <a:gd name="connsiteX97" fmla="*/ 11716151 w 12193201"/>
              <a:gd name="connsiteY97" fmla="*/ 4260668 h 4533900"/>
              <a:gd name="connsiteX98" fmla="*/ 11671019 w 12193201"/>
              <a:gd name="connsiteY98" fmla="*/ 4208781 h 4533900"/>
              <a:gd name="connsiteX99" fmla="*/ 11246715 w 12193201"/>
              <a:gd name="connsiteY99" fmla="*/ 4208781 h 4533900"/>
              <a:gd name="connsiteX100" fmla="*/ 11182240 w 12193201"/>
              <a:gd name="connsiteY100" fmla="*/ 4278475 h 4533900"/>
              <a:gd name="connsiteX101" fmla="*/ 11247636 w 12193201"/>
              <a:gd name="connsiteY101" fmla="*/ 4347248 h 4533900"/>
              <a:gd name="connsiteX102" fmla="*/ 11307812 w 12193201"/>
              <a:gd name="connsiteY102" fmla="*/ 4304265 h 4533900"/>
              <a:gd name="connsiteX103" fmla="*/ 11305970 w 12193201"/>
              <a:gd name="connsiteY103" fmla="*/ 4302116 h 4533900"/>
              <a:gd name="connsiteX104" fmla="*/ 11280180 w 12193201"/>
              <a:gd name="connsiteY104" fmla="*/ 4302116 h 4533900"/>
              <a:gd name="connsiteX105" fmla="*/ 11277724 w 12193201"/>
              <a:gd name="connsiteY105" fmla="*/ 4304265 h 4533900"/>
              <a:gd name="connsiteX106" fmla="*/ 11248250 w 12193201"/>
              <a:gd name="connsiteY106" fmla="*/ 4325450 h 4533900"/>
              <a:gd name="connsiteX107" fmla="*/ 11212942 w 12193201"/>
              <a:gd name="connsiteY107" fmla="*/ 4284002 h 4533900"/>
              <a:gd name="connsiteX108" fmla="*/ 11309347 w 12193201"/>
              <a:gd name="connsiteY108" fmla="*/ 4284002 h 4533900"/>
              <a:gd name="connsiteX109" fmla="*/ 11311496 w 12193201"/>
              <a:gd name="connsiteY109" fmla="*/ 4281853 h 4533900"/>
              <a:gd name="connsiteX110" fmla="*/ 11246715 w 12193201"/>
              <a:gd name="connsiteY110" fmla="*/ 4208781 h 4533900"/>
              <a:gd name="connsiteX111" fmla="*/ 10823945 w 12193201"/>
              <a:gd name="connsiteY111" fmla="*/ 4193430 h 4533900"/>
              <a:gd name="connsiteX112" fmla="*/ 10860481 w 12193201"/>
              <a:gd name="connsiteY112" fmla="*/ 4193430 h 4533900"/>
              <a:gd name="connsiteX113" fmla="*/ 10860481 w 12193201"/>
              <a:gd name="connsiteY113" fmla="*/ 4366284 h 4533900"/>
              <a:gd name="connsiteX114" fmla="*/ 10823945 w 12193201"/>
              <a:gd name="connsiteY114" fmla="*/ 4366284 h 4533900"/>
              <a:gd name="connsiteX115" fmla="*/ 10905613 w 12193201"/>
              <a:gd name="connsiteY115" fmla="*/ 4143692 h 4533900"/>
              <a:gd name="connsiteX116" fmla="*/ 10705742 w 12193201"/>
              <a:gd name="connsiteY116" fmla="*/ 4216456 h 4533900"/>
              <a:gd name="connsiteX117" fmla="*/ 10778506 w 12193201"/>
              <a:gd name="connsiteY117" fmla="*/ 4416329 h 4533900"/>
              <a:gd name="connsiteX118" fmla="*/ 10978377 w 12193201"/>
              <a:gd name="connsiteY118" fmla="*/ 4343564 h 4533900"/>
              <a:gd name="connsiteX119" fmla="*/ 6096608 w 12193201"/>
              <a:gd name="connsiteY119" fmla="*/ 0 h 4533900"/>
              <a:gd name="connsiteX120" fmla="*/ 12193201 w 12193201"/>
              <a:gd name="connsiteY120" fmla="*/ 2202541 h 4533900"/>
              <a:gd name="connsiteX121" fmla="*/ 12193201 w 12193201"/>
              <a:gd name="connsiteY121" fmla="*/ 4533900 h 4533900"/>
              <a:gd name="connsiteX122" fmla="*/ 5 w 12193201"/>
              <a:gd name="connsiteY122" fmla="*/ 4533900 h 4533900"/>
              <a:gd name="connsiteX123" fmla="*/ 0 w 12193201"/>
              <a:gd name="connsiteY123" fmla="*/ 4533900 h 4533900"/>
              <a:gd name="connsiteX124" fmla="*/ 5 w 12193201"/>
              <a:gd name="connsiteY124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3201" h="4533900">
                <a:moveTo>
                  <a:pt x="10905613" y="4270800"/>
                </a:moveTo>
                <a:lnTo>
                  <a:pt x="10923728" y="4270800"/>
                </a:lnTo>
                <a:lnTo>
                  <a:pt x="10923728" y="4343564"/>
                </a:lnTo>
                <a:lnTo>
                  <a:pt x="10905613" y="4343564"/>
                </a:lnTo>
                <a:close/>
                <a:moveTo>
                  <a:pt x="10787410" y="4234571"/>
                </a:moveTo>
                <a:lnTo>
                  <a:pt x="10814735" y="4234571"/>
                </a:lnTo>
                <a:lnTo>
                  <a:pt x="10814735" y="4343564"/>
                </a:lnTo>
                <a:lnTo>
                  <a:pt x="10787410" y="4343564"/>
                </a:lnTo>
                <a:close/>
                <a:moveTo>
                  <a:pt x="11383033" y="4231808"/>
                </a:moveTo>
                <a:cubicBezTo>
                  <a:pt x="11404217" y="4232115"/>
                  <a:pt x="11415577" y="4248694"/>
                  <a:pt x="11415270" y="4278782"/>
                </a:cubicBezTo>
                <a:cubicBezTo>
                  <a:pt x="11415270" y="4307949"/>
                  <a:pt x="11403296" y="4322380"/>
                  <a:pt x="11383033" y="4322380"/>
                </a:cubicBezTo>
                <a:cubicBezTo>
                  <a:pt x="11361234" y="4322687"/>
                  <a:pt x="11349567" y="4306414"/>
                  <a:pt x="11349567" y="4276326"/>
                </a:cubicBezTo>
                <a:cubicBezTo>
                  <a:pt x="11349567" y="4248080"/>
                  <a:pt x="11360927" y="4231194"/>
                  <a:pt x="11383033" y="4231808"/>
                </a:cubicBezTo>
                <a:close/>
                <a:moveTo>
                  <a:pt x="11109783" y="4231501"/>
                </a:moveTo>
                <a:cubicBezTo>
                  <a:pt x="11130353" y="4231501"/>
                  <a:pt x="11142327" y="4248694"/>
                  <a:pt x="11142020" y="4279089"/>
                </a:cubicBezTo>
                <a:cubicBezTo>
                  <a:pt x="11141713" y="4309792"/>
                  <a:pt x="11129739" y="4325143"/>
                  <a:pt x="11108862" y="4325143"/>
                </a:cubicBezTo>
                <a:cubicBezTo>
                  <a:pt x="11087370" y="4325143"/>
                  <a:pt x="11076010" y="4307335"/>
                  <a:pt x="11076010" y="4276633"/>
                </a:cubicBezTo>
                <a:cubicBezTo>
                  <a:pt x="11076010" y="4248387"/>
                  <a:pt x="11087063" y="4231194"/>
                  <a:pt x="11109783" y="4231501"/>
                </a:cubicBezTo>
                <a:close/>
                <a:moveTo>
                  <a:pt x="11520885" y="4231194"/>
                </a:moveTo>
                <a:cubicBezTo>
                  <a:pt x="11543297" y="4231194"/>
                  <a:pt x="11554350" y="4247466"/>
                  <a:pt x="11554350" y="4278782"/>
                </a:cubicBezTo>
                <a:cubicBezTo>
                  <a:pt x="11554350" y="4310406"/>
                  <a:pt x="11543604" y="4325757"/>
                  <a:pt x="11521192" y="4325757"/>
                </a:cubicBezTo>
                <a:cubicBezTo>
                  <a:pt x="11498472" y="4325757"/>
                  <a:pt x="11487419" y="4310099"/>
                  <a:pt x="11487112" y="4279089"/>
                </a:cubicBezTo>
                <a:cubicBezTo>
                  <a:pt x="11487112" y="4247773"/>
                  <a:pt x="11498165" y="4231501"/>
                  <a:pt x="11520885" y="4231194"/>
                </a:cubicBezTo>
                <a:close/>
                <a:moveTo>
                  <a:pt x="11246715" y="4230580"/>
                </a:moveTo>
                <a:cubicBezTo>
                  <a:pt x="11266978" y="4230580"/>
                  <a:pt x="11276803" y="4245931"/>
                  <a:pt x="11278031" y="4263124"/>
                </a:cubicBezTo>
                <a:lnTo>
                  <a:pt x="11213863" y="4263124"/>
                </a:lnTo>
                <a:cubicBezTo>
                  <a:pt x="11217240" y="4241940"/>
                  <a:pt x="11228293" y="4230580"/>
                  <a:pt x="11246715" y="4230580"/>
                </a:cubicBezTo>
                <a:close/>
                <a:moveTo>
                  <a:pt x="10869385" y="4216456"/>
                </a:moveTo>
                <a:lnTo>
                  <a:pt x="10896710" y="4216456"/>
                </a:lnTo>
                <a:lnTo>
                  <a:pt x="10896710" y="4325450"/>
                </a:lnTo>
                <a:lnTo>
                  <a:pt x="10869385" y="4325450"/>
                </a:lnTo>
                <a:close/>
                <a:moveTo>
                  <a:pt x="10760085" y="4216149"/>
                </a:moveTo>
                <a:lnTo>
                  <a:pt x="10778199" y="4216149"/>
                </a:lnTo>
                <a:lnTo>
                  <a:pt x="10778199" y="4288914"/>
                </a:lnTo>
                <a:lnTo>
                  <a:pt x="10760085" y="4288914"/>
                </a:lnTo>
                <a:close/>
                <a:moveTo>
                  <a:pt x="11375050" y="4210009"/>
                </a:moveTo>
                <a:cubicBezTo>
                  <a:pt x="11339435" y="4210009"/>
                  <a:pt x="11318251" y="4240404"/>
                  <a:pt x="11318251" y="4277554"/>
                </a:cubicBezTo>
                <a:cubicBezTo>
                  <a:pt x="11318251" y="4315011"/>
                  <a:pt x="11337900" y="4343564"/>
                  <a:pt x="11376278" y="4343564"/>
                </a:cubicBezTo>
                <a:cubicBezTo>
                  <a:pt x="11393778" y="4343564"/>
                  <a:pt x="11406980" y="4335889"/>
                  <a:pt x="11415884" y="4322687"/>
                </a:cubicBezTo>
                <a:lnTo>
                  <a:pt x="11415884" y="4337731"/>
                </a:lnTo>
                <a:cubicBezTo>
                  <a:pt x="11415884" y="4362600"/>
                  <a:pt x="11402682" y="4373345"/>
                  <a:pt x="11383647" y="4373345"/>
                </a:cubicBezTo>
                <a:cubicBezTo>
                  <a:pt x="11367682" y="4373345"/>
                  <a:pt x="11357243" y="4367512"/>
                  <a:pt x="11354173" y="4355845"/>
                </a:cubicBezTo>
                <a:cubicBezTo>
                  <a:pt x="11353866" y="4354617"/>
                  <a:pt x="11352945" y="4353696"/>
                  <a:pt x="11351716" y="4353696"/>
                </a:cubicBezTo>
                <a:lnTo>
                  <a:pt x="11325006" y="4353696"/>
                </a:lnTo>
                <a:cubicBezTo>
                  <a:pt x="11324084" y="4353696"/>
                  <a:pt x="11322856" y="4354617"/>
                  <a:pt x="11322856" y="4355845"/>
                </a:cubicBezTo>
                <a:cubicBezTo>
                  <a:pt x="11326541" y="4382556"/>
                  <a:pt x="11350795" y="4395451"/>
                  <a:pt x="11382419" y="4394837"/>
                </a:cubicBezTo>
                <a:cubicBezTo>
                  <a:pt x="11422945" y="4394837"/>
                  <a:pt x="11444437" y="4373652"/>
                  <a:pt x="11444130" y="4338038"/>
                </a:cubicBezTo>
                <a:lnTo>
                  <a:pt x="11443823" y="4272949"/>
                </a:lnTo>
                <a:lnTo>
                  <a:pt x="11445358" y="4214307"/>
                </a:lnTo>
                <a:cubicBezTo>
                  <a:pt x="11445358" y="4213386"/>
                  <a:pt x="11444437" y="4212158"/>
                  <a:pt x="11443209" y="4212158"/>
                </a:cubicBezTo>
                <a:lnTo>
                  <a:pt x="11416191" y="4212158"/>
                </a:lnTo>
                <a:cubicBezTo>
                  <a:pt x="11415270" y="4212158"/>
                  <a:pt x="11414042" y="4213079"/>
                  <a:pt x="11414042" y="4214307"/>
                </a:cubicBezTo>
                <a:lnTo>
                  <a:pt x="11414656" y="4229044"/>
                </a:lnTo>
                <a:cubicBezTo>
                  <a:pt x="11406059" y="4216764"/>
                  <a:pt x="11392550" y="4210009"/>
                  <a:pt x="11375050" y="4210009"/>
                </a:cubicBezTo>
                <a:close/>
                <a:moveTo>
                  <a:pt x="11101186" y="4209702"/>
                </a:moveTo>
                <a:cubicBezTo>
                  <a:pt x="11065878" y="4209702"/>
                  <a:pt x="11044694" y="4240404"/>
                  <a:pt x="11044694" y="4278782"/>
                </a:cubicBezTo>
                <a:cubicBezTo>
                  <a:pt x="11044694" y="4317160"/>
                  <a:pt x="11063729" y="4346941"/>
                  <a:pt x="11100572" y="4346941"/>
                </a:cubicBezTo>
                <a:cubicBezTo>
                  <a:pt x="11118379" y="4346941"/>
                  <a:pt x="11132195" y="4339266"/>
                  <a:pt x="11141099" y="4326064"/>
                </a:cubicBezTo>
                <a:lnTo>
                  <a:pt x="11140485" y="4342336"/>
                </a:lnTo>
                <a:cubicBezTo>
                  <a:pt x="11140485" y="4343564"/>
                  <a:pt x="11141713" y="4344485"/>
                  <a:pt x="11142634" y="4344485"/>
                </a:cubicBezTo>
                <a:lnTo>
                  <a:pt x="11142634" y="4344792"/>
                </a:lnTo>
                <a:lnTo>
                  <a:pt x="11169652" y="4344792"/>
                </a:lnTo>
                <a:cubicBezTo>
                  <a:pt x="11170880" y="4344792"/>
                  <a:pt x="11171801" y="4343564"/>
                  <a:pt x="11171801" y="4342643"/>
                </a:cubicBezTo>
                <a:lnTo>
                  <a:pt x="11170880" y="4278168"/>
                </a:lnTo>
                <a:lnTo>
                  <a:pt x="11171801" y="4214614"/>
                </a:lnTo>
                <a:cubicBezTo>
                  <a:pt x="11171801" y="4213386"/>
                  <a:pt x="11170573" y="4212465"/>
                  <a:pt x="11169652" y="4212465"/>
                </a:cubicBezTo>
                <a:lnTo>
                  <a:pt x="11142327" y="4212465"/>
                </a:lnTo>
                <a:cubicBezTo>
                  <a:pt x="11141099" y="4212465"/>
                  <a:pt x="11140178" y="4213693"/>
                  <a:pt x="11140178" y="4214614"/>
                </a:cubicBezTo>
                <a:lnTo>
                  <a:pt x="11141099" y="4229351"/>
                </a:lnTo>
                <a:cubicBezTo>
                  <a:pt x="11132195" y="4216457"/>
                  <a:pt x="11118686" y="4209702"/>
                  <a:pt x="11101186" y="4209702"/>
                </a:cubicBezTo>
                <a:close/>
                <a:moveTo>
                  <a:pt x="11521192" y="4209088"/>
                </a:moveTo>
                <a:cubicBezTo>
                  <a:pt x="11479437" y="4209088"/>
                  <a:pt x="11455796" y="4237027"/>
                  <a:pt x="11455796" y="4278782"/>
                </a:cubicBezTo>
                <a:cubicBezTo>
                  <a:pt x="11455796" y="4320537"/>
                  <a:pt x="11479437" y="4347555"/>
                  <a:pt x="11521192" y="4347555"/>
                </a:cubicBezTo>
                <a:cubicBezTo>
                  <a:pt x="11562640" y="4347555"/>
                  <a:pt x="11586280" y="4319923"/>
                  <a:pt x="11585973" y="4277861"/>
                </a:cubicBezTo>
                <a:cubicBezTo>
                  <a:pt x="11585973" y="4236106"/>
                  <a:pt x="11562640" y="4209088"/>
                  <a:pt x="11521192" y="4209088"/>
                </a:cubicBezTo>
                <a:close/>
                <a:moveTo>
                  <a:pt x="11671019" y="4208781"/>
                </a:moveTo>
                <a:cubicBezTo>
                  <a:pt x="11651370" y="4208781"/>
                  <a:pt x="11636326" y="4218913"/>
                  <a:pt x="11627729" y="4231194"/>
                </a:cubicBezTo>
                <a:lnTo>
                  <a:pt x="11628650" y="4214000"/>
                </a:lnTo>
                <a:cubicBezTo>
                  <a:pt x="11628650" y="4212772"/>
                  <a:pt x="11627422" y="4211851"/>
                  <a:pt x="11626501" y="4211851"/>
                </a:cubicBezTo>
                <a:lnTo>
                  <a:pt x="11600711" y="4211851"/>
                </a:lnTo>
                <a:cubicBezTo>
                  <a:pt x="11599483" y="4211851"/>
                  <a:pt x="11598562" y="4213079"/>
                  <a:pt x="11598562" y="4214000"/>
                </a:cubicBezTo>
                <a:lnTo>
                  <a:pt x="11598869" y="4282160"/>
                </a:lnTo>
                <a:lnTo>
                  <a:pt x="11597948" y="4342336"/>
                </a:lnTo>
                <a:cubicBezTo>
                  <a:pt x="11597948" y="4343564"/>
                  <a:pt x="11599176" y="4344485"/>
                  <a:pt x="11600097" y="4344485"/>
                </a:cubicBezTo>
                <a:lnTo>
                  <a:pt x="11600097" y="4344178"/>
                </a:lnTo>
                <a:lnTo>
                  <a:pt x="11627422" y="4344178"/>
                </a:lnTo>
                <a:cubicBezTo>
                  <a:pt x="11628650" y="4344178"/>
                  <a:pt x="11629571" y="4342950"/>
                  <a:pt x="11629571" y="4342029"/>
                </a:cubicBezTo>
                <a:lnTo>
                  <a:pt x="11628957" y="4287993"/>
                </a:lnTo>
                <a:lnTo>
                  <a:pt x="11628957" y="4273563"/>
                </a:lnTo>
                <a:cubicBezTo>
                  <a:pt x="11631413" y="4246238"/>
                  <a:pt x="11646150" y="4233036"/>
                  <a:pt x="11661502" y="4233036"/>
                </a:cubicBezTo>
                <a:cubicBezTo>
                  <a:pt x="11675625" y="4233036"/>
                  <a:pt x="11685756" y="4242861"/>
                  <a:pt x="11685756" y="4261589"/>
                </a:cubicBezTo>
                <a:lnTo>
                  <a:pt x="11685756" y="4287993"/>
                </a:lnTo>
                <a:lnTo>
                  <a:pt x="11685142" y="4342029"/>
                </a:lnTo>
                <a:cubicBezTo>
                  <a:pt x="11685142" y="4343257"/>
                  <a:pt x="11686370" y="4344178"/>
                  <a:pt x="11687291" y="4344178"/>
                </a:cubicBezTo>
                <a:lnTo>
                  <a:pt x="11714616" y="4344178"/>
                </a:lnTo>
                <a:cubicBezTo>
                  <a:pt x="11715844" y="4344178"/>
                  <a:pt x="11716766" y="4342950"/>
                  <a:pt x="11716766" y="4342029"/>
                </a:cubicBezTo>
                <a:lnTo>
                  <a:pt x="11716151" y="4287993"/>
                </a:lnTo>
                <a:lnTo>
                  <a:pt x="11716151" y="4260668"/>
                </a:lnTo>
                <a:cubicBezTo>
                  <a:pt x="11716151" y="4227202"/>
                  <a:pt x="11698344" y="4208781"/>
                  <a:pt x="11671019" y="4208781"/>
                </a:cubicBezTo>
                <a:close/>
                <a:moveTo>
                  <a:pt x="11246715" y="4208781"/>
                </a:moveTo>
                <a:cubicBezTo>
                  <a:pt x="11206495" y="4208781"/>
                  <a:pt x="11182240" y="4236720"/>
                  <a:pt x="11182240" y="4278475"/>
                </a:cubicBezTo>
                <a:cubicBezTo>
                  <a:pt x="11182240" y="4318695"/>
                  <a:pt x="11204960" y="4347248"/>
                  <a:pt x="11247636" y="4347248"/>
                </a:cubicBezTo>
                <a:cubicBezTo>
                  <a:pt x="11281408" y="4347248"/>
                  <a:pt x="11302900" y="4328213"/>
                  <a:pt x="11307812" y="4304265"/>
                </a:cubicBezTo>
                <a:cubicBezTo>
                  <a:pt x="11308119" y="4303037"/>
                  <a:pt x="11306891" y="4302116"/>
                  <a:pt x="11305970" y="4302116"/>
                </a:cubicBezTo>
                <a:lnTo>
                  <a:pt x="11280180" y="4302116"/>
                </a:lnTo>
                <a:cubicBezTo>
                  <a:pt x="11279259" y="4302116"/>
                  <a:pt x="11278031" y="4303037"/>
                  <a:pt x="11277724" y="4304265"/>
                </a:cubicBezTo>
                <a:cubicBezTo>
                  <a:pt x="11273425" y="4318388"/>
                  <a:pt x="11263294" y="4325450"/>
                  <a:pt x="11248250" y="4325450"/>
                </a:cubicBezTo>
                <a:cubicBezTo>
                  <a:pt x="11225837" y="4325450"/>
                  <a:pt x="11214170" y="4312248"/>
                  <a:pt x="11212942" y="4284002"/>
                </a:cubicBezTo>
                <a:lnTo>
                  <a:pt x="11309347" y="4284002"/>
                </a:lnTo>
                <a:cubicBezTo>
                  <a:pt x="11310575" y="4284002"/>
                  <a:pt x="11311496" y="4282774"/>
                  <a:pt x="11311496" y="4281853"/>
                </a:cubicBezTo>
                <a:cubicBezTo>
                  <a:pt x="11310882" y="4236720"/>
                  <a:pt x="11287548" y="4209088"/>
                  <a:pt x="11246715" y="4208781"/>
                </a:cubicBezTo>
                <a:close/>
                <a:moveTo>
                  <a:pt x="10823945" y="4193430"/>
                </a:moveTo>
                <a:lnTo>
                  <a:pt x="10860481" y="4193430"/>
                </a:lnTo>
                <a:lnTo>
                  <a:pt x="10860481" y="4366284"/>
                </a:lnTo>
                <a:lnTo>
                  <a:pt x="10823945" y="4366284"/>
                </a:lnTo>
                <a:close/>
                <a:moveTo>
                  <a:pt x="10905613" y="4143692"/>
                </a:moveTo>
                <a:lnTo>
                  <a:pt x="10705742" y="4216456"/>
                </a:lnTo>
                <a:lnTo>
                  <a:pt x="10778506" y="4416329"/>
                </a:lnTo>
                <a:lnTo>
                  <a:pt x="10978377" y="4343564"/>
                </a:lnTo>
                <a:close/>
                <a:moveTo>
                  <a:pt x="6096608" y="0"/>
                </a:moveTo>
                <a:lnTo>
                  <a:pt x="12193201" y="2202541"/>
                </a:lnTo>
                <a:lnTo>
                  <a:pt x="12193201" y="4533900"/>
                </a:lnTo>
                <a:lnTo>
                  <a:pt x="5" y="4533900"/>
                </a:lnTo>
                <a:lnTo>
                  <a:pt x="0" y="4533900"/>
                </a:lnTo>
                <a:cubicBezTo>
                  <a:pt x="2" y="3756780"/>
                  <a:pt x="3" y="2979661"/>
                  <a:pt x="5" y="2202541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5B7FF67C-AE78-19F5-5567-1FF4F9255513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308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B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E55ACD9A-5965-1F26-1BBA-726D9BD47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E7DA10-F8D8-F799-6F88-3B6F1173E87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2324099"/>
            <a:ext cx="12193201" cy="4533900"/>
          </a:xfrm>
          <a:custGeom>
            <a:avLst/>
            <a:gdLst>
              <a:gd name="connsiteX0" fmla="*/ 10905613 w 12193201"/>
              <a:gd name="connsiteY0" fmla="*/ 4270800 h 4533900"/>
              <a:gd name="connsiteX1" fmla="*/ 10923728 w 12193201"/>
              <a:gd name="connsiteY1" fmla="*/ 4270800 h 4533900"/>
              <a:gd name="connsiteX2" fmla="*/ 10923728 w 12193201"/>
              <a:gd name="connsiteY2" fmla="*/ 4343564 h 4533900"/>
              <a:gd name="connsiteX3" fmla="*/ 10905613 w 12193201"/>
              <a:gd name="connsiteY3" fmla="*/ 4343564 h 4533900"/>
              <a:gd name="connsiteX4" fmla="*/ 10787410 w 12193201"/>
              <a:gd name="connsiteY4" fmla="*/ 4234571 h 4533900"/>
              <a:gd name="connsiteX5" fmla="*/ 10814735 w 12193201"/>
              <a:gd name="connsiteY5" fmla="*/ 4234571 h 4533900"/>
              <a:gd name="connsiteX6" fmla="*/ 10814735 w 12193201"/>
              <a:gd name="connsiteY6" fmla="*/ 4343564 h 4533900"/>
              <a:gd name="connsiteX7" fmla="*/ 10787410 w 12193201"/>
              <a:gd name="connsiteY7" fmla="*/ 4343564 h 4533900"/>
              <a:gd name="connsiteX8" fmla="*/ 11383033 w 12193201"/>
              <a:gd name="connsiteY8" fmla="*/ 4231808 h 4533900"/>
              <a:gd name="connsiteX9" fmla="*/ 11415270 w 12193201"/>
              <a:gd name="connsiteY9" fmla="*/ 4278782 h 4533900"/>
              <a:gd name="connsiteX10" fmla="*/ 11383033 w 12193201"/>
              <a:gd name="connsiteY10" fmla="*/ 4322380 h 4533900"/>
              <a:gd name="connsiteX11" fmla="*/ 11349567 w 12193201"/>
              <a:gd name="connsiteY11" fmla="*/ 4276326 h 4533900"/>
              <a:gd name="connsiteX12" fmla="*/ 11383033 w 12193201"/>
              <a:gd name="connsiteY12" fmla="*/ 4231808 h 4533900"/>
              <a:gd name="connsiteX13" fmla="*/ 11109783 w 12193201"/>
              <a:gd name="connsiteY13" fmla="*/ 4231501 h 4533900"/>
              <a:gd name="connsiteX14" fmla="*/ 11142020 w 12193201"/>
              <a:gd name="connsiteY14" fmla="*/ 4279089 h 4533900"/>
              <a:gd name="connsiteX15" fmla="*/ 11108862 w 12193201"/>
              <a:gd name="connsiteY15" fmla="*/ 4325143 h 4533900"/>
              <a:gd name="connsiteX16" fmla="*/ 11076010 w 12193201"/>
              <a:gd name="connsiteY16" fmla="*/ 4276633 h 4533900"/>
              <a:gd name="connsiteX17" fmla="*/ 11109783 w 12193201"/>
              <a:gd name="connsiteY17" fmla="*/ 4231501 h 4533900"/>
              <a:gd name="connsiteX18" fmla="*/ 11520885 w 12193201"/>
              <a:gd name="connsiteY18" fmla="*/ 4231194 h 4533900"/>
              <a:gd name="connsiteX19" fmla="*/ 11554350 w 12193201"/>
              <a:gd name="connsiteY19" fmla="*/ 4278782 h 4533900"/>
              <a:gd name="connsiteX20" fmla="*/ 11521192 w 12193201"/>
              <a:gd name="connsiteY20" fmla="*/ 4325757 h 4533900"/>
              <a:gd name="connsiteX21" fmla="*/ 11487112 w 12193201"/>
              <a:gd name="connsiteY21" fmla="*/ 4279089 h 4533900"/>
              <a:gd name="connsiteX22" fmla="*/ 11520885 w 12193201"/>
              <a:gd name="connsiteY22" fmla="*/ 4231194 h 4533900"/>
              <a:gd name="connsiteX23" fmla="*/ 11246715 w 12193201"/>
              <a:gd name="connsiteY23" fmla="*/ 4230580 h 4533900"/>
              <a:gd name="connsiteX24" fmla="*/ 11278031 w 12193201"/>
              <a:gd name="connsiteY24" fmla="*/ 4263124 h 4533900"/>
              <a:gd name="connsiteX25" fmla="*/ 11213863 w 12193201"/>
              <a:gd name="connsiteY25" fmla="*/ 4263124 h 4533900"/>
              <a:gd name="connsiteX26" fmla="*/ 11246715 w 12193201"/>
              <a:gd name="connsiteY26" fmla="*/ 4230580 h 4533900"/>
              <a:gd name="connsiteX27" fmla="*/ 10869385 w 12193201"/>
              <a:gd name="connsiteY27" fmla="*/ 4216456 h 4533900"/>
              <a:gd name="connsiteX28" fmla="*/ 10896710 w 12193201"/>
              <a:gd name="connsiteY28" fmla="*/ 4216456 h 4533900"/>
              <a:gd name="connsiteX29" fmla="*/ 10896710 w 12193201"/>
              <a:gd name="connsiteY29" fmla="*/ 4325450 h 4533900"/>
              <a:gd name="connsiteX30" fmla="*/ 10869385 w 12193201"/>
              <a:gd name="connsiteY30" fmla="*/ 4325450 h 4533900"/>
              <a:gd name="connsiteX31" fmla="*/ 10760085 w 12193201"/>
              <a:gd name="connsiteY31" fmla="*/ 4216149 h 4533900"/>
              <a:gd name="connsiteX32" fmla="*/ 10778199 w 12193201"/>
              <a:gd name="connsiteY32" fmla="*/ 4216149 h 4533900"/>
              <a:gd name="connsiteX33" fmla="*/ 10778199 w 12193201"/>
              <a:gd name="connsiteY33" fmla="*/ 4288914 h 4533900"/>
              <a:gd name="connsiteX34" fmla="*/ 10760085 w 12193201"/>
              <a:gd name="connsiteY34" fmla="*/ 4288914 h 4533900"/>
              <a:gd name="connsiteX35" fmla="*/ 11375050 w 12193201"/>
              <a:gd name="connsiteY35" fmla="*/ 4210009 h 4533900"/>
              <a:gd name="connsiteX36" fmla="*/ 11318251 w 12193201"/>
              <a:gd name="connsiteY36" fmla="*/ 4277554 h 4533900"/>
              <a:gd name="connsiteX37" fmla="*/ 11376278 w 12193201"/>
              <a:gd name="connsiteY37" fmla="*/ 4343564 h 4533900"/>
              <a:gd name="connsiteX38" fmla="*/ 11415884 w 12193201"/>
              <a:gd name="connsiteY38" fmla="*/ 4322687 h 4533900"/>
              <a:gd name="connsiteX39" fmla="*/ 11415884 w 12193201"/>
              <a:gd name="connsiteY39" fmla="*/ 4337731 h 4533900"/>
              <a:gd name="connsiteX40" fmla="*/ 11383647 w 12193201"/>
              <a:gd name="connsiteY40" fmla="*/ 4373345 h 4533900"/>
              <a:gd name="connsiteX41" fmla="*/ 11354173 w 12193201"/>
              <a:gd name="connsiteY41" fmla="*/ 4355845 h 4533900"/>
              <a:gd name="connsiteX42" fmla="*/ 11351716 w 12193201"/>
              <a:gd name="connsiteY42" fmla="*/ 4353696 h 4533900"/>
              <a:gd name="connsiteX43" fmla="*/ 11325006 w 12193201"/>
              <a:gd name="connsiteY43" fmla="*/ 4353696 h 4533900"/>
              <a:gd name="connsiteX44" fmla="*/ 11322856 w 12193201"/>
              <a:gd name="connsiteY44" fmla="*/ 4355845 h 4533900"/>
              <a:gd name="connsiteX45" fmla="*/ 11382419 w 12193201"/>
              <a:gd name="connsiteY45" fmla="*/ 4394837 h 4533900"/>
              <a:gd name="connsiteX46" fmla="*/ 11444130 w 12193201"/>
              <a:gd name="connsiteY46" fmla="*/ 4338038 h 4533900"/>
              <a:gd name="connsiteX47" fmla="*/ 11443823 w 12193201"/>
              <a:gd name="connsiteY47" fmla="*/ 4272949 h 4533900"/>
              <a:gd name="connsiteX48" fmla="*/ 11445358 w 12193201"/>
              <a:gd name="connsiteY48" fmla="*/ 4214307 h 4533900"/>
              <a:gd name="connsiteX49" fmla="*/ 11443209 w 12193201"/>
              <a:gd name="connsiteY49" fmla="*/ 4212158 h 4533900"/>
              <a:gd name="connsiteX50" fmla="*/ 11416191 w 12193201"/>
              <a:gd name="connsiteY50" fmla="*/ 4212158 h 4533900"/>
              <a:gd name="connsiteX51" fmla="*/ 11414042 w 12193201"/>
              <a:gd name="connsiteY51" fmla="*/ 4214307 h 4533900"/>
              <a:gd name="connsiteX52" fmla="*/ 11414656 w 12193201"/>
              <a:gd name="connsiteY52" fmla="*/ 4229044 h 4533900"/>
              <a:gd name="connsiteX53" fmla="*/ 11375050 w 12193201"/>
              <a:gd name="connsiteY53" fmla="*/ 4210009 h 4533900"/>
              <a:gd name="connsiteX54" fmla="*/ 11101186 w 12193201"/>
              <a:gd name="connsiteY54" fmla="*/ 4209702 h 4533900"/>
              <a:gd name="connsiteX55" fmla="*/ 11044694 w 12193201"/>
              <a:gd name="connsiteY55" fmla="*/ 4278782 h 4533900"/>
              <a:gd name="connsiteX56" fmla="*/ 11100572 w 12193201"/>
              <a:gd name="connsiteY56" fmla="*/ 4346941 h 4533900"/>
              <a:gd name="connsiteX57" fmla="*/ 11141099 w 12193201"/>
              <a:gd name="connsiteY57" fmla="*/ 4326064 h 4533900"/>
              <a:gd name="connsiteX58" fmla="*/ 11140485 w 12193201"/>
              <a:gd name="connsiteY58" fmla="*/ 4342336 h 4533900"/>
              <a:gd name="connsiteX59" fmla="*/ 11142634 w 12193201"/>
              <a:gd name="connsiteY59" fmla="*/ 4344485 h 4533900"/>
              <a:gd name="connsiteX60" fmla="*/ 11142634 w 12193201"/>
              <a:gd name="connsiteY60" fmla="*/ 4344792 h 4533900"/>
              <a:gd name="connsiteX61" fmla="*/ 11169652 w 12193201"/>
              <a:gd name="connsiteY61" fmla="*/ 4344792 h 4533900"/>
              <a:gd name="connsiteX62" fmla="*/ 11171801 w 12193201"/>
              <a:gd name="connsiteY62" fmla="*/ 4342643 h 4533900"/>
              <a:gd name="connsiteX63" fmla="*/ 11170880 w 12193201"/>
              <a:gd name="connsiteY63" fmla="*/ 4278168 h 4533900"/>
              <a:gd name="connsiteX64" fmla="*/ 11171801 w 12193201"/>
              <a:gd name="connsiteY64" fmla="*/ 4214614 h 4533900"/>
              <a:gd name="connsiteX65" fmla="*/ 11169652 w 12193201"/>
              <a:gd name="connsiteY65" fmla="*/ 4212465 h 4533900"/>
              <a:gd name="connsiteX66" fmla="*/ 11142327 w 12193201"/>
              <a:gd name="connsiteY66" fmla="*/ 4212465 h 4533900"/>
              <a:gd name="connsiteX67" fmla="*/ 11140178 w 12193201"/>
              <a:gd name="connsiteY67" fmla="*/ 4214614 h 4533900"/>
              <a:gd name="connsiteX68" fmla="*/ 11141099 w 12193201"/>
              <a:gd name="connsiteY68" fmla="*/ 4229351 h 4533900"/>
              <a:gd name="connsiteX69" fmla="*/ 11101186 w 12193201"/>
              <a:gd name="connsiteY69" fmla="*/ 4209702 h 4533900"/>
              <a:gd name="connsiteX70" fmla="*/ 11521192 w 12193201"/>
              <a:gd name="connsiteY70" fmla="*/ 4209088 h 4533900"/>
              <a:gd name="connsiteX71" fmla="*/ 11455796 w 12193201"/>
              <a:gd name="connsiteY71" fmla="*/ 4278782 h 4533900"/>
              <a:gd name="connsiteX72" fmla="*/ 11521192 w 12193201"/>
              <a:gd name="connsiteY72" fmla="*/ 4347555 h 4533900"/>
              <a:gd name="connsiteX73" fmla="*/ 11585973 w 12193201"/>
              <a:gd name="connsiteY73" fmla="*/ 4277861 h 4533900"/>
              <a:gd name="connsiteX74" fmla="*/ 11521192 w 12193201"/>
              <a:gd name="connsiteY74" fmla="*/ 4209088 h 4533900"/>
              <a:gd name="connsiteX75" fmla="*/ 11671019 w 12193201"/>
              <a:gd name="connsiteY75" fmla="*/ 4208781 h 4533900"/>
              <a:gd name="connsiteX76" fmla="*/ 11627729 w 12193201"/>
              <a:gd name="connsiteY76" fmla="*/ 4231194 h 4533900"/>
              <a:gd name="connsiteX77" fmla="*/ 11628650 w 12193201"/>
              <a:gd name="connsiteY77" fmla="*/ 4214000 h 4533900"/>
              <a:gd name="connsiteX78" fmla="*/ 11626501 w 12193201"/>
              <a:gd name="connsiteY78" fmla="*/ 4211851 h 4533900"/>
              <a:gd name="connsiteX79" fmla="*/ 11600711 w 12193201"/>
              <a:gd name="connsiteY79" fmla="*/ 4211851 h 4533900"/>
              <a:gd name="connsiteX80" fmla="*/ 11598562 w 12193201"/>
              <a:gd name="connsiteY80" fmla="*/ 4214000 h 4533900"/>
              <a:gd name="connsiteX81" fmla="*/ 11598869 w 12193201"/>
              <a:gd name="connsiteY81" fmla="*/ 4282160 h 4533900"/>
              <a:gd name="connsiteX82" fmla="*/ 11597948 w 12193201"/>
              <a:gd name="connsiteY82" fmla="*/ 4342336 h 4533900"/>
              <a:gd name="connsiteX83" fmla="*/ 11600097 w 12193201"/>
              <a:gd name="connsiteY83" fmla="*/ 4344485 h 4533900"/>
              <a:gd name="connsiteX84" fmla="*/ 11600097 w 12193201"/>
              <a:gd name="connsiteY84" fmla="*/ 4344178 h 4533900"/>
              <a:gd name="connsiteX85" fmla="*/ 11627422 w 12193201"/>
              <a:gd name="connsiteY85" fmla="*/ 4344178 h 4533900"/>
              <a:gd name="connsiteX86" fmla="*/ 11629571 w 12193201"/>
              <a:gd name="connsiteY86" fmla="*/ 4342029 h 4533900"/>
              <a:gd name="connsiteX87" fmla="*/ 11628957 w 12193201"/>
              <a:gd name="connsiteY87" fmla="*/ 4287993 h 4533900"/>
              <a:gd name="connsiteX88" fmla="*/ 11628957 w 12193201"/>
              <a:gd name="connsiteY88" fmla="*/ 4273563 h 4533900"/>
              <a:gd name="connsiteX89" fmla="*/ 11661502 w 12193201"/>
              <a:gd name="connsiteY89" fmla="*/ 4233036 h 4533900"/>
              <a:gd name="connsiteX90" fmla="*/ 11685756 w 12193201"/>
              <a:gd name="connsiteY90" fmla="*/ 4261589 h 4533900"/>
              <a:gd name="connsiteX91" fmla="*/ 11685756 w 12193201"/>
              <a:gd name="connsiteY91" fmla="*/ 4287993 h 4533900"/>
              <a:gd name="connsiteX92" fmla="*/ 11685142 w 12193201"/>
              <a:gd name="connsiteY92" fmla="*/ 4342029 h 4533900"/>
              <a:gd name="connsiteX93" fmla="*/ 11687291 w 12193201"/>
              <a:gd name="connsiteY93" fmla="*/ 4344178 h 4533900"/>
              <a:gd name="connsiteX94" fmla="*/ 11714616 w 12193201"/>
              <a:gd name="connsiteY94" fmla="*/ 4344178 h 4533900"/>
              <a:gd name="connsiteX95" fmla="*/ 11716766 w 12193201"/>
              <a:gd name="connsiteY95" fmla="*/ 4342029 h 4533900"/>
              <a:gd name="connsiteX96" fmla="*/ 11716151 w 12193201"/>
              <a:gd name="connsiteY96" fmla="*/ 4287993 h 4533900"/>
              <a:gd name="connsiteX97" fmla="*/ 11716151 w 12193201"/>
              <a:gd name="connsiteY97" fmla="*/ 4260668 h 4533900"/>
              <a:gd name="connsiteX98" fmla="*/ 11671019 w 12193201"/>
              <a:gd name="connsiteY98" fmla="*/ 4208781 h 4533900"/>
              <a:gd name="connsiteX99" fmla="*/ 11246715 w 12193201"/>
              <a:gd name="connsiteY99" fmla="*/ 4208781 h 4533900"/>
              <a:gd name="connsiteX100" fmla="*/ 11182240 w 12193201"/>
              <a:gd name="connsiteY100" fmla="*/ 4278475 h 4533900"/>
              <a:gd name="connsiteX101" fmla="*/ 11247636 w 12193201"/>
              <a:gd name="connsiteY101" fmla="*/ 4347248 h 4533900"/>
              <a:gd name="connsiteX102" fmla="*/ 11307812 w 12193201"/>
              <a:gd name="connsiteY102" fmla="*/ 4304265 h 4533900"/>
              <a:gd name="connsiteX103" fmla="*/ 11305970 w 12193201"/>
              <a:gd name="connsiteY103" fmla="*/ 4302116 h 4533900"/>
              <a:gd name="connsiteX104" fmla="*/ 11280180 w 12193201"/>
              <a:gd name="connsiteY104" fmla="*/ 4302116 h 4533900"/>
              <a:gd name="connsiteX105" fmla="*/ 11277724 w 12193201"/>
              <a:gd name="connsiteY105" fmla="*/ 4304265 h 4533900"/>
              <a:gd name="connsiteX106" fmla="*/ 11248250 w 12193201"/>
              <a:gd name="connsiteY106" fmla="*/ 4325450 h 4533900"/>
              <a:gd name="connsiteX107" fmla="*/ 11212942 w 12193201"/>
              <a:gd name="connsiteY107" fmla="*/ 4284002 h 4533900"/>
              <a:gd name="connsiteX108" fmla="*/ 11309347 w 12193201"/>
              <a:gd name="connsiteY108" fmla="*/ 4284002 h 4533900"/>
              <a:gd name="connsiteX109" fmla="*/ 11311496 w 12193201"/>
              <a:gd name="connsiteY109" fmla="*/ 4281853 h 4533900"/>
              <a:gd name="connsiteX110" fmla="*/ 11246715 w 12193201"/>
              <a:gd name="connsiteY110" fmla="*/ 4208781 h 4533900"/>
              <a:gd name="connsiteX111" fmla="*/ 10823945 w 12193201"/>
              <a:gd name="connsiteY111" fmla="*/ 4193430 h 4533900"/>
              <a:gd name="connsiteX112" fmla="*/ 10860481 w 12193201"/>
              <a:gd name="connsiteY112" fmla="*/ 4193430 h 4533900"/>
              <a:gd name="connsiteX113" fmla="*/ 10860481 w 12193201"/>
              <a:gd name="connsiteY113" fmla="*/ 4366284 h 4533900"/>
              <a:gd name="connsiteX114" fmla="*/ 10823945 w 12193201"/>
              <a:gd name="connsiteY114" fmla="*/ 4366284 h 4533900"/>
              <a:gd name="connsiteX115" fmla="*/ 10905613 w 12193201"/>
              <a:gd name="connsiteY115" fmla="*/ 4143692 h 4533900"/>
              <a:gd name="connsiteX116" fmla="*/ 10705742 w 12193201"/>
              <a:gd name="connsiteY116" fmla="*/ 4216456 h 4533900"/>
              <a:gd name="connsiteX117" fmla="*/ 10778506 w 12193201"/>
              <a:gd name="connsiteY117" fmla="*/ 4416329 h 4533900"/>
              <a:gd name="connsiteX118" fmla="*/ 10978377 w 12193201"/>
              <a:gd name="connsiteY118" fmla="*/ 4343564 h 4533900"/>
              <a:gd name="connsiteX119" fmla="*/ 6096608 w 12193201"/>
              <a:gd name="connsiteY119" fmla="*/ 0 h 4533900"/>
              <a:gd name="connsiteX120" fmla="*/ 12193201 w 12193201"/>
              <a:gd name="connsiteY120" fmla="*/ 2202541 h 4533900"/>
              <a:gd name="connsiteX121" fmla="*/ 12193201 w 12193201"/>
              <a:gd name="connsiteY121" fmla="*/ 4533900 h 4533900"/>
              <a:gd name="connsiteX122" fmla="*/ 5 w 12193201"/>
              <a:gd name="connsiteY122" fmla="*/ 4533900 h 4533900"/>
              <a:gd name="connsiteX123" fmla="*/ 0 w 12193201"/>
              <a:gd name="connsiteY123" fmla="*/ 4533900 h 4533900"/>
              <a:gd name="connsiteX124" fmla="*/ 5 w 12193201"/>
              <a:gd name="connsiteY124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3201" h="4533900">
                <a:moveTo>
                  <a:pt x="10905613" y="4270800"/>
                </a:moveTo>
                <a:lnTo>
                  <a:pt x="10923728" y="4270800"/>
                </a:lnTo>
                <a:lnTo>
                  <a:pt x="10923728" y="4343564"/>
                </a:lnTo>
                <a:lnTo>
                  <a:pt x="10905613" y="4343564"/>
                </a:lnTo>
                <a:close/>
                <a:moveTo>
                  <a:pt x="10787410" y="4234571"/>
                </a:moveTo>
                <a:lnTo>
                  <a:pt x="10814735" y="4234571"/>
                </a:lnTo>
                <a:lnTo>
                  <a:pt x="10814735" y="4343564"/>
                </a:lnTo>
                <a:lnTo>
                  <a:pt x="10787410" y="4343564"/>
                </a:lnTo>
                <a:close/>
                <a:moveTo>
                  <a:pt x="11383033" y="4231808"/>
                </a:moveTo>
                <a:cubicBezTo>
                  <a:pt x="11404217" y="4232115"/>
                  <a:pt x="11415577" y="4248694"/>
                  <a:pt x="11415270" y="4278782"/>
                </a:cubicBezTo>
                <a:cubicBezTo>
                  <a:pt x="11415270" y="4307949"/>
                  <a:pt x="11403296" y="4322380"/>
                  <a:pt x="11383033" y="4322380"/>
                </a:cubicBezTo>
                <a:cubicBezTo>
                  <a:pt x="11361234" y="4322687"/>
                  <a:pt x="11349567" y="4306414"/>
                  <a:pt x="11349567" y="4276326"/>
                </a:cubicBezTo>
                <a:cubicBezTo>
                  <a:pt x="11349567" y="4248080"/>
                  <a:pt x="11360927" y="4231194"/>
                  <a:pt x="11383033" y="4231808"/>
                </a:cubicBezTo>
                <a:close/>
                <a:moveTo>
                  <a:pt x="11109783" y="4231501"/>
                </a:moveTo>
                <a:cubicBezTo>
                  <a:pt x="11130353" y="4231501"/>
                  <a:pt x="11142327" y="4248694"/>
                  <a:pt x="11142020" y="4279089"/>
                </a:cubicBezTo>
                <a:cubicBezTo>
                  <a:pt x="11141713" y="4309792"/>
                  <a:pt x="11129739" y="4325143"/>
                  <a:pt x="11108862" y="4325143"/>
                </a:cubicBezTo>
                <a:cubicBezTo>
                  <a:pt x="11087370" y="4325143"/>
                  <a:pt x="11076010" y="4307335"/>
                  <a:pt x="11076010" y="4276633"/>
                </a:cubicBezTo>
                <a:cubicBezTo>
                  <a:pt x="11076010" y="4248387"/>
                  <a:pt x="11087063" y="4231194"/>
                  <a:pt x="11109783" y="4231501"/>
                </a:cubicBezTo>
                <a:close/>
                <a:moveTo>
                  <a:pt x="11520885" y="4231194"/>
                </a:moveTo>
                <a:cubicBezTo>
                  <a:pt x="11543297" y="4231194"/>
                  <a:pt x="11554350" y="4247466"/>
                  <a:pt x="11554350" y="4278782"/>
                </a:cubicBezTo>
                <a:cubicBezTo>
                  <a:pt x="11554350" y="4310406"/>
                  <a:pt x="11543604" y="4325757"/>
                  <a:pt x="11521192" y="4325757"/>
                </a:cubicBezTo>
                <a:cubicBezTo>
                  <a:pt x="11498472" y="4325757"/>
                  <a:pt x="11487419" y="4310099"/>
                  <a:pt x="11487112" y="4279089"/>
                </a:cubicBezTo>
                <a:cubicBezTo>
                  <a:pt x="11487112" y="4247773"/>
                  <a:pt x="11498165" y="4231501"/>
                  <a:pt x="11520885" y="4231194"/>
                </a:cubicBezTo>
                <a:close/>
                <a:moveTo>
                  <a:pt x="11246715" y="4230580"/>
                </a:moveTo>
                <a:cubicBezTo>
                  <a:pt x="11266978" y="4230580"/>
                  <a:pt x="11276803" y="4245931"/>
                  <a:pt x="11278031" y="4263124"/>
                </a:cubicBezTo>
                <a:lnTo>
                  <a:pt x="11213863" y="4263124"/>
                </a:lnTo>
                <a:cubicBezTo>
                  <a:pt x="11217240" y="4241940"/>
                  <a:pt x="11228293" y="4230580"/>
                  <a:pt x="11246715" y="4230580"/>
                </a:cubicBezTo>
                <a:close/>
                <a:moveTo>
                  <a:pt x="10869385" y="4216456"/>
                </a:moveTo>
                <a:lnTo>
                  <a:pt x="10896710" y="4216456"/>
                </a:lnTo>
                <a:lnTo>
                  <a:pt x="10896710" y="4325450"/>
                </a:lnTo>
                <a:lnTo>
                  <a:pt x="10869385" y="4325450"/>
                </a:lnTo>
                <a:close/>
                <a:moveTo>
                  <a:pt x="10760085" y="4216149"/>
                </a:moveTo>
                <a:lnTo>
                  <a:pt x="10778199" y="4216149"/>
                </a:lnTo>
                <a:lnTo>
                  <a:pt x="10778199" y="4288914"/>
                </a:lnTo>
                <a:lnTo>
                  <a:pt x="10760085" y="4288914"/>
                </a:lnTo>
                <a:close/>
                <a:moveTo>
                  <a:pt x="11375050" y="4210009"/>
                </a:moveTo>
                <a:cubicBezTo>
                  <a:pt x="11339435" y="4210009"/>
                  <a:pt x="11318251" y="4240404"/>
                  <a:pt x="11318251" y="4277554"/>
                </a:cubicBezTo>
                <a:cubicBezTo>
                  <a:pt x="11318251" y="4315011"/>
                  <a:pt x="11337900" y="4343564"/>
                  <a:pt x="11376278" y="4343564"/>
                </a:cubicBezTo>
                <a:cubicBezTo>
                  <a:pt x="11393778" y="4343564"/>
                  <a:pt x="11406980" y="4335889"/>
                  <a:pt x="11415884" y="4322687"/>
                </a:cubicBezTo>
                <a:lnTo>
                  <a:pt x="11415884" y="4337731"/>
                </a:lnTo>
                <a:cubicBezTo>
                  <a:pt x="11415884" y="4362600"/>
                  <a:pt x="11402682" y="4373345"/>
                  <a:pt x="11383647" y="4373345"/>
                </a:cubicBezTo>
                <a:cubicBezTo>
                  <a:pt x="11367682" y="4373345"/>
                  <a:pt x="11357243" y="4367512"/>
                  <a:pt x="11354173" y="4355845"/>
                </a:cubicBezTo>
                <a:cubicBezTo>
                  <a:pt x="11353866" y="4354617"/>
                  <a:pt x="11352945" y="4353696"/>
                  <a:pt x="11351716" y="4353696"/>
                </a:cubicBezTo>
                <a:lnTo>
                  <a:pt x="11325006" y="4353696"/>
                </a:lnTo>
                <a:cubicBezTo>
                  <a:pt x="11324084" y="4353696"/>
                  <a:pt x="11322856" y="4354617"/>
                  <a:pt x="11322856" y="4355845"/>
                </a:cubicBezTo>
                <a:cubicBezTo>
                  <a:pt x="11326541" y="4382556"/>
                  <a:pt x="11350795" y="4395451"/>
                  <a:pt x="11382419" y="4394837"/>
                </a:cubicBezTo>
                <a:cubicBezTo>
                  <a:pt x="11422945" y="4394837"/>
                  <a:pt x="11444437" y="4373652"/>
                  <a:pt x="11444130" y="4338038"/>
                </a:cubicBezTo>
                <a:lnTo>
                  <a:pt x="11443823" y="4272949"/>
                </a:lnTo>
                <a:lnTo>
                  <a:pt x="11445358" y="4214307"/>
                </a:lnTo>
                <a:cubicBezTo>
                  <a:pt x="11445358" y="4213386"/>
                  <a:pt x="11444437" y="4212158"/>
                  <a:pt x="11443209" y="4212158"/>
                </a:cubicBezTo>
                <a:lnTo>
                  <a:pt x="11416191" y="4212158"/>
                </a:lnTo>
                <a:cubicBezTo>
                  <a:pt x="11415270" y="4212158"/>
                  <a:pt x="11414042" y="4213079"/>
                  <a:pt x="11414042" y="4214307"/>
                </a:cubicBezTo>
                <a:lnTo>
                  <a:pt x="11414656" y="4229044"/>
                </a:lnTo>
                <a:cubicBezTo>
                  <a:pt x="11406059" y="4216764"/>
                  <a:pt x="11392550" y="4210009"/>
                  <a:pt x="11375050" y="4210009"/>
                </a:cubicBezTo>
                <a:close/>
                <a:moveTo>
                  <a:pt x="11101186" y="4209702"/>
                </a:moveTo>
                <a:cubicBezTo>
                  <a:pt x="11065878" y="4209702"/>
                  <a:pt x="11044694" y="4240404"/>
                  <a:pt x="11044694" y="4278782"/>
                </a:cubicBezTo>
                <a:cubicBezTo>
                  <a:pt x="11044694" y="4317160"/>
                  <a:pt x="11063729" y="4346941"/>
                  <a:pt x="11100572" y="4346941"/>
                </a:cubicBezTo>
                <a:cubicBezTo>
                  <a:pt x="11118379" y="4346941"/>
                  <a:pt x="11132195" y="4339266"/>
                  <a:pt x="11141099" y="4326064"/>
                </a:cubicBezTo>
                <a:lnTo>
                  <a:pt x="11140485" y="4342336"/>
                </a:lnTo>
                <a:cubicBezTo>
                  <a:pt x="11140485" y="4343564"/>
                  <a:pt x="11141713" y="4344485"/>
                  <a:pt x="11142634" y="4344485"/>
                </a:cubicBezTo>
                <a:lnTo>
                  <a:pt x="11142634" y="4344792"/>
                </a:lnTo>
                <a:lnTo>
                  <a:pt x="11169652" y="4344792"/>
                </a:lnTo>
                <a:cubicBezTo>
                  <a:pt x="11170880" y="4344792"/>
                  <a:pt x="11171801" y="4343564"/>
                  <a:pt x="11171801" y="4342643"/>
                </a:cubicBezTo>
                <a:lnTo>
                  <a:pt x="11170880" y="4278168"/>
                </a:lnTo>
                <a:lnTo>
                  <a:pt x="11171801" y="4214614"/>
                </a:lnTo>
                <a:cubicBezTo>
                  <a:pt x="11171801" y="4213386"/>
                  <a:pt x="11170573" y="4212465"/>
                  <a:pt x="11169652" y="4212465"/>
                </a:cubicBezTo>
                <a:lnTo>
                  <a:pt x="11142327" y="4212465"/>
                </a:lnTo>
                <a:cubicBezTo>
                  <a:pt x="11141099" y="4212465"/>
                  <a:pt x="11140178" y="4213693"/>
                  <a:pt x="11140178" y="4214614"/>
                </a:cubicBezTo>
                <a:lnTo>
                  <a:pt x="11141099" y="4229351"/>
                </a:lnTo>
                <a:cubicBezTo>
                  <a:pt x="11132195" y="4216457"/>
                  <a:pt x="11118686" y="4209702"/>
                  <a:pt x="11101186" y="4209702"/>
                </a:cubicBezTo>
                <a:close/>
                <a:moveTo>
                  <a:pt x="11521192" y="4209088"/>
                </a:moveTo>
                <a:cubicBezTo>
                  <a:pt x="11479437" y="4209088"/>
                  <a:pt x="11455796" y="4237027"/>
                  <a:pt x="11455796" y="4278782"/>
                </a:cubicBezTo>
                <a:cubicBezTo>
                  <a:pt x="11455796" y="4320537"/>
                  <a:pt x="11479437" y="4347555"/>
                  <a:pt x="11521192" y="4347555"/>
                </a:cubicBezTo>
                <a:cubicBezTo>
                  <a:pt x="11562640" y="4347555"/>
                  <a:pt x="11586280" y="4319923"/>
                  <a:pt x="11585973" y="4277861"/>
                </a:cubicBezTo>
                <a:cubicBezTo>
                  <a:pt x="11585973" y="4236106"/>
                  <a:pt x="11562640" y="4209088"/>
                  <a:pt x="11521192" y="4209088"/>
                </a:cubicBezTo>
                <a:close/>
                <a:moveTo>
                  <a:pt x="11671019" y="4208781"/>
                </a:moveTo>
                <a:cubicBezTo>
                  <a:pt x="11651370" y="4208781"/>
                  <a:pt x="11636326" y="4218913"/>
                  <a:pt x="11627729" y="4231194"/>
                </a:cubicBezTo>
                <a:lnTo>
                  <a:pt x="11628650" y="4214000"/>
                </a:lnTo>
                <a:cubicBezTo>
                  <a:pt x="11628650" y="4212772"/>
                  <a:pt x="11627422" y="4211851"/>
                  <a:pt x="11626501" y="4211851"/>
                </a:cubicBezTo>
                <a:lnTo>
                  <a:pt x="11600711" y="4211851"/>
                </a:lnTo>
                <a:cubicBezTo>
                  <a:pt x="11599483" y="4211851"/>
                  <a:pt x="11598562" y="4213079"/>
                  <a:pt x="11598562" y="4214000"/>
                </a:cubicBezTo>
                <a:lnTo>
                  <a:pt x="11598869" y="4282160"/>
                </a:lnTo>
                <a:lnTo>
                  <a:pt x="11597948" y="4342336"/>
                </a:lnTo>
                <a:cubicBezTo>
                  <a:pt x="11597948" y="4343564"/>
                  <a:pt x="11599176" y="4344485"/>
                  <a:pt x="11600097" y="4344485"/>
                </a:cubicBezTo>
                <a:lnTo>
                  <a:pt x="11600097" y="4344178"/>
                </a:lnTo>
                <a:lnTo>
                  <a:pt x="11627422" y="4344178"/>
                </a:lnTo>
                <a:cubicBezTo>
                  <a:pt x="11628650" y="4344178"/>
                  <a:pt x="11629571" y="4342950"/>
                  <a:pt x="11629571" y="4342029"/>
                </a:cubicBezTo>
                <a:lnTo>
                  <a:pt x="11628957" y="4287993"/>
                </a:lnTo>
                <a:lnTo>
                  <a:pt x="11628957" y="4273563"/>
                </a:lnTo>
                <a:cubicBezTo>
                  <a:pt x="11631413" y="4246238"/>
                  <a:pt x="11646150" y="4233036"/>
                  <a:pt x="11661502" y="4233036"/>
                </a:cubicBezTo>
                <a:cubicBezTo>
                  <a:pt x="11675625" y="4233036"/>
                  <a:pt x="11685756" y="4242861"/>
                  <a:pt x="11685756" y="4261589"/>
                </a:cubicBezTo>
                <a:lnTo>
                  <a:pt x="11685756" y="4287993"/>
                </a:lnTo>
                <a:lnTo>
                  <a:pt x="11685142" y="4342029"/>
                </a:lnTo>
                <a:cubicBezTo>
                  <a:pt x="11685142" y="4343257"/>
                  <a:pt x="11686370" y="4344178"/>
                  <a:pt x="11687291" y="4344178"/>
                </a:cubicBezTo>
                <a:lnTo>
                  <a:pt x="11714616" y="4344178"/>
                </a:lnTo>
                <a:cubicBezTo>
                  <a:pt x="11715844" y="4344178"/>
                  <a:pt x="11716766" y="4342950"/>
                  <a:pt x="11716766" y="4342029"/>
                </a:cubicBezTo>
                <a:lnTo>
                  <a:pt x="11716151" y="4287993"/>
                </a:lnTo>
                <a:lnTo>
                  <a:pt x="11716151" y="4260668"/>
                </a:lnTo>
                <a:cubicBezTo>
                  <a:pt x="11716151" y="4227202"/>
                  <a:pt x="11698344" y="4208781"/>
                  <a:pt x="11671019" y="4208781"/>
                </a:cubicBezTo>
                <a:close/>
                <a:moveTo>
                  <a:pt x="11246715" y="4208781"/>
                </a:moveTo>
                <a:cubicBezTo>
                  <a:pt x="11206495" y="4208781"/>
                  <a:pt x="11182240" y="4236720"/>
                  <a:pt x="11182240" y="4278475"/>
                </a:cubicBezTo>
                <a:cubicBezTo>
                  <a:pt x="11182240" y="4318695"/>
                  <a:pt x="11204960" y="4347248"/>
                  <a:pt x="11247636" y="4347248"/>
                </a:cubicBezTo>
                <a:cubicBezTo>
                  <a:pt x="11281408" y="4347248"/>
                  <a:pt x="11302900" y="4328213"/>
                  <a:pt x="11307812" y="4304265"/>
                </a:cubicBezTo>
                <a:cubicBezTo>
                  <a:pt x="11308119" y="4303037"/>
                  <a:pt x="11306891" y="4302116"/>
                  <a:pt x="11305970" y="4302116"/>
                </a:cubicBezTo>
                <a:lnTo>
                  <a:pt x="11280180" y="4302116"/>
                </a:lnTo>
                <a:cubicBezTo>
                  <a:pt x="11279259" y="4302116"/>
                  <a:pt x="11278031" y="4303037"/>
                  <a:pt x="11277724" y="4304265"/>
                </a:cubicBezTo>
                <a:cubicBezTo>
                  <a:pt x="11273425" y="4318388"/>
                  <a:pt x="11263294" y="4325450"/>
                  <a:pt x="11248250" y="4325450"/>
                </a:cubicBezTo>
                <a:cubicBezTo>
                  <a:pt x="11225837" y="4325450"/>
                  <a:pt x="11214170" y="4312248"/>
                  <a:pt x="11212942" y="4284002"/>
                </a:cubicBezTo>
                <a:lnTo>
                  <a:pt x="11309347" y="4284002"/>
                </a:lnTo>
                <a:cubicBezTo>
                  <a:pt x="11310575" y="4284002"/>
                  <a:pt x="11311496" y="4282774"/>
                  <a:pt x="11311496" y="4281853"/>
                </a:cubicBezTo>
                <a:cubicBezTo>
                  <a:pt x="11310882" y="4236720"/>
                  <a:pt x="11287548" y="4209088"/>
                  <a:pt x="11246715" y="4208781"/>
                </a:cubicBezTo>
                <a:close/>
                <a:moveTo>
                  <a:pt x="10823945" y="4193430"/>
                </a:moveTo>
                <a:lnTo>
                  <a:pt x="10860481" y="4193430"/>
                </a:lnTo>
                <a:lnTo>
                  <a:pt x="10860481" y="4366284"/>
                </a:lnTo>
                <a:lnTo>
                  <a:pt x="10823945" y="4366284"/>
                </a:lnTo>
                <a:close/>
                <a:moveTo>
                  <a:pt x="10905613" y="4143692"/>
                </a:moveTo>
                <a:lnTo>
                  <a:pt x="10705742" y="4216456"/>
                </a:lnTo>
                <a:lnTo>
                  <a:pt x="10778506" y="4416329"/>
                </a:lnTo>
                <a:lnTo>
                  <a:pt x="10978377" y="4343564"/>
                </a:lnTo>
                <a:close/>
                <a:moveTo>
                  <a:pt x="6096608" y="0"/>
                </a:moveTo>
                <a:lnTo>
                  <a:pt x="12193201" y="2202541"/>
                </a:lnTo>
                <a:lnTo>
                  <a:pt x="12193201" y="4533900"/>
                </a:lnTo>
                <a:lnTo>
                  <a:pt x="5" y="4533900"/>
                </a:lnTo>
                <a:lnTo>
                  <a:pt x="0" y="4533900"/>
                </a:lnTo>
                <a:cubicBezTo>
                  <a:pt x="2" y="3756780"/>
                  <a:pt x="3" y="2979661"/>
                  <a:pt x="5" y="2202541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7EBACA9-2000-087F-DA19-85796544C75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207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slide B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E55ACD9A-5965-1F26-1BBA-726D9BD47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E7DA10-F8D8-F799-6F88-3B6F1173E87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2324099"/>
            <a:ext cx="12193201" cy="4533900"/>
          </a:xfrm>
          <a:custGeom>
            <a:avLst/>
            <a:gdLst>
              <a:gd name="connsiteX0" fmla="*/ 10905613 w 12193201"/>
              <a:gd name="connsiteY0" fmla="*/ 4270800 h 4533900"/>
              <a:gd name="connsiteX1" fmla="*/ 10923728 w 12193201"/>
              <a:gd name="connsiteY1" fmla="*/ 4270800 h 4533900"/>
              <a:gd name="connsiteX2" fmla="*/ 10923728 w 12193201"/>
              <a:gd name="connsiteY2" fmla="*/ 4343564 h 4533900"/>
              <a:gd name="connsiteX3" fmla="*/ 10905613 w 12193201"/>
              <a:gd name="connsiteY3" fmla="*/ 4343564 h 4533900"/>
              <a:gd name="connsiteX4" fmla="*/ 10787410 w 12193201"/>
              <a:gd name="connsiteY4" fmla="*/ 4234571 h 4533900"/>
              <a:gd name="connsiteX5" fmla="*/ 10814735 w 12193201"/>
              <a:gd name="connsiteY5" fmla="*/ 4234571 h 4533900"/>
              <a:gd name="connsiteX6" fmla="*/ 10814735 w 12193201"/>
              <a:gd name="connsiteY6" fmla="*/ 4343564 h 4533900"/>
              <a:gd name="connsiteX7" fmla="*/ 10787410 w 12193201"/>
              <a:gd name="connsiteY7" fmla="*/ 4343564 h 4533900"/>
              <a:gd name="connsiteX8" fmla="*/ 11383033 w 12193201"/>
              <a:gd name="connsiteY8" fmla="*/ 4231808 h 4533900"/>
              <a:gd name="connsiteX9" fmla="*/ 11415270 w 12193201"/>
              <a:gd name="connsiteY9" fmla="*/ 4278782 h 4533900"/>
              <a:gd name="connsiteX10" fmla="*/ 11383033 w 12193201"/>
              <a:gd name="connsiteY10" fmla="*/ 4322380 h 4533900"/>
              <a:gd name="connsiteX11" fmla="*/ 11349567 w 12193201"/>
              <a:gd name="connsiteY11" fmla="*/ 4276326 h 4533900"/>
              <a:gd name="connsiteX12" fmla="*/ 11383033 w 12193201"/>
              <a:gd name="connsiteY12" fmla="*/ 4231808 h 4533900"/>
              <a:gd name="connsiteX13" fmla="*/ 11109783 w 12193201"/>
              <a:gd name="connsiteY13" fmla="*/ 4231501 h 4533900"/>
              <a:gd name="connsiteX14" fmla="*/ 11142020 w 12193201"/>
              <a:gd name="connsiteY14" fmla="*/ 4279089 h 4533900"/>
              <a:gd name="connsiteX15" fmla="*/ 11108862 w 12193201"/>
              <a:gd name="connsiteY15" fmla="*/ 4325143 h 4533900"/>
              <a:gd name="connsiteX16" fmla="*/ 11076010 w 12193201"/>
              <a:gd name="connsiteY16" fmla="*/ 4276633 h 4533900"/>
              <a:gd name="connsiteX17" fmla="*/ 11109783 w 12193201"/>
              <a:gd name="connsiteY17" fmla="*/ 4231501 h 4533900"/>
              <a:gd name="connsiteX18" fmla="*/ 11520885 w 12193201"/>
              <a:gd name="connsiteY18" fmla="*/ 4231194 h 4533900"/>
              <a:gd name="connsiteX19" fmla="*/ 11554350 w 12193201"/>
              <a:gd name="connsiteY19" fmla="*/ 4278782 h 4533900"/>
              <a:gd name="connsiteX20" fmla="*/ 11521192 w 12193201"/>
              <a:gd name="connsiteY20" fmla="*/ 4325757 h 4533900"/>
              <a:gd name="connsiteX21" fmla="*/ 11487112 w 12193201"/>
              <a:gd name="connsiteY21" fmla="*/ 4279089 h 4533900"/>
              <a:gd name="connsiteX22" fmla="*/ 11520885 w 12193201"/>
              <a:gd name="connsiteY22" fmla="*/ 4231194 h 4533900"/>
              <a:gd name="connsiteX23" fmla="*/ 11246715 w 12193201"/>
              <a:gd name="connsiteY23" fmla="*/ 4230580 h 4533900"/>
              <a:gd name="connsiteX24" fmla="*/ 11278031 w 12193201"/>
              <a:gd name="connsiteY24" fmla="*/ 4263124 h 4533900"/>
              <a:gd name="connsiteX25" fmla="*/ 11213863 w 12193201"/>
              <a:gd name="connsiteY25" fmla="*/ 4263124 h 4533900"/>
              <a:gd name="connsiteX26" fmla="*/ 11246715 w 12193201"/>
              <a:gd name="connsiteY26" fmla="*/ 4230580 h 4533900"/>
              <a:gd name="connsiteX27" fmla="*/ 10869385 w 12193201"/>
              <a:gd name="connsiteY27" fmla="*/ 4216456 h 4533900"/>
              <a:gd name="connsiteX28" fmla="*/ 10896710 w 12193201"/>
              <a:gd name="connsiteY28" fmla="*/ 4216456 h 4533900"/>
              <a:gd name="connsiteX29" fmla="*/ 10896710 w 12193201"/>
              <a:gd name="connsiteY29" fmla="*/ 4325450 h 4533900"/>
              <a:gd name="connsiteX30" fmla="*/ 10869385 w 12193201"/>
              <a:gd name="connsiteY30" fmla="*/ 4325450 h 4533900"/>
              <a:gd name="connsiteX31" fmla="*/ 10760085 w 12193201"/>
              <a:gd name="connsiteY31" fmla="*/ 4216149 h 4533900"/>
              <a:gd name="connsiteX32" fmla="*/ 10778199 w 12193201"/>
              <a:gd name="connsiteY32" fmla="*/ 4216149 h 4533900"/>
              <a:gd name="connsiteX33" fmla="*/ 10778199 w 12193201"/>
              <a:gd name="connsiteY33" fmla="*/ 4288914 h 4533900"/>
              <a:gd name="connsiteX34" fmla="*/ 10760085 w 12193201"/>
              <a:gd name="connsiteY34" fmla="*/ 4288914 h 4533900"/>
              <a:gd name="connsiteX35" fmla="*/ 11375050 w 12193201"/>
              <a:gd name="connsiteY35" fmla="*/ 4210009 h 4533900"/>
              <a:gd name="connsiteX36" fmla="*/ 11318251 w 12193201"/>
              <a:gd name="connsiteY36" fmla="*/ 4277554 h 4533900"/>
              <a:gd name="connsiteX37" fmla="*/ 11376278 w 12193201"/>
              <a:gd name="connsiteY37" fmla="*/ 4343564 h 4533900"/>
              <a:gd name="connsiteX38" fmla="*/ 11415884 w 12193201"/>
              <a:gd name="connsiteY38" fmla="*/ 4322687 h 4533900"/>
              <a:gd name="connsiteX39" fmla="*/ 11415884 w 12193201"/>
              <a:gd name="connsiteY39" fmla="*/ 4337731 h 4533900"/>
              <a:gd name="connsiteX40" fmla="*/ 11383647 w 12193201"/>
              <a:gd name="connsiteY40" fmla="*/ 4373345 h 4533900"/>
              <a:gd name="connsiteX41" fmla="*/ 11354173 w 12193201"/>
              <a:gd name="connsiteY41" fmla="*/ 4355845 h 4533900"/>
              <a:gd name="connsiteX42" fmla="*/ 11351716 w 12193201"/>
              <a:gd name="connsiteY42" fmla="*/ 4353696 h 4533900"/>
              <a:gd name="connsiteX43" fmla="*/ 11325006 w 12193201"/>
              <a:gd name="connsiteY43" fmla="*/ 4353696 h 4533900"/>
              <a:gd name="connsiteX44" fmla="*/ 11322856 w 12193201"/>
              <a:gd name="connsiteY44" fmla="*/ 4355845 h 4533900"/>
              <a:gd name="connsiteX45" fmla="*/ 11382419 w 12193201"/>
              <a:gd name="connsiteY45" fmla="*/ 4394837 h 4533900"/>
              <a:gd name="connsiteX46" fmla="*/ 11444130 w 12193201"/>
              <a:gd name="connsiteY46" fmla="*/ 4338038 h 4533900"/>
              <a:gd name="connsiteX47" fmla="*/ 11443823 w 12193201"/>
              <a:gd name="connsiteY47" fmla="*/ 4272949 h 4533900"/>
              <a:gd name="connsiteX48" fmla="*/ 11445358 w 12193201"/>
              <a:gd name="connsiteY48" fmla="*/ 4214307 h 4533900"/>
              <a:gd name="connsiteX49" fmla="*/ 11443209 w 12193201"/>
              <a:gd name="connsiteY49" fmla="*/ 4212158 h 4533900"/>
              <a:gd name="connsiteX50" fmla="*/ 11416191 w 12193201"/>
              <a:gd name="connsiteY50" fmla="*/ 4212158 h 4533900"/>
              <a:gd name="connsiteX51" fmla="*/ 11414042 w 12193201"/>
              <a:gd name="connsiteY51" fmla="*/ 4214307 h 4533900"/>
              <a:gd name="connsiteX52" fmla="*/ 11414656 w 12193201"/>
              <a:gd name="connsiteY52" fmla="*/ 4229044 h 4533900"/>
              <a:gd name="connsiteX53" fmla="*/ 11375050 w 12193201"/>
              <a:gd name="connsiteY53" fmla="*/ 4210009 h 4533900"/>
              <a:gd name="connsiteX54" fmla="*/ 11101186 w 12193201"/>
              <a:gd name="connsiteY54" fmla="*/ 4209702 h 4533900"/>
              <a:gd name="connsiteX55" fmla="*/ 11044694 w 12193201"/>
              <a:gd name="connsiteY55" fmla="*/ 4278782 h 4533900"/>
              <a:gd name="connsiteX56" fmla="*/ 11100572 w 12193201"/>
              <a:gd name="connsiteY56" fmla="*/ 4346941 h 4533900"/>
              <a:gd name="connsiteX57" fmla="*/ 11141099 w 12193201"/>
              <a:gd name="connsiteY57" fmla="*/ 4326064 h 4533900"/>
              <a:gd name="connsiteX58" fmla="*/ 11140485 w 12193201"/>
              <a:gd name="connsiteY58" fmla="*/ 4342336 h 4533900"/>
              <a:gd name="connsiteX59" fmla="*/ 11142634 w 12193201"/>
              <a:gd name="connsiteY59" fmla="*/ 4344485 h 4533900"/>
              <a:gd name="connsiteX60" fmla="*/ 11142634 w 12193201"/>
              <a:gd name="connsiteY60" fmla="*/ 4344792 h 4533900"/>
              <a:gd name="connsiteX61" fmla="*/ 11169652 w 12193201"/>
              <a:gd name="connsiteY61" fmla="*/ 4344792 h 4533900"/>
              <a:gd name="connsiteX62" fmla="*/ 11171801 w 12193201"/>
              <a:gd name="connsiteY62" fmla="*/ 4342643 h 4533900"/>
              <a:gd name="connsiteX63" fmla="*/ 11170880 w 12193201"/>
              <a:gd name="connsiteY63" fmla="*/ 4278168 h 4533900"/>
              <a:gd name="connsiteX64" fmla="*/ 11171801 w 12193201"/>
              <a:gd name="connsiteY64" fmla="*/ 4214614 h 4533900"/>
              <a:gd name="connsiteX65" fmla="*/ 11169652 w 12193201"/>
              <a:gd name="connsiteY65" fmla="*/ 4212465 h 4533900"/>
              <a:gd name="connsiteX66" fmla="*/ 11142327 w 12193201"/>
              <a:gd name="connsiteY66" fmla="*/ 4212465 h 4533900"/>
              <a:gd name="connsiteX67" fmla="*/ 11140178 w 12193201"/>
              <a:gd name="connsiteY67" fmla="*/ 4214614 h 4533900"/>
              <a:gd name="connsiteX68" fmla="*/ 11141099 w 12193201"/>
              <a:gd name="connsiteY68" fmla="*/ 4229351 h 4533900"/>
              <a:gd name="connsiteX69" fmla="*/ 11101186 w 12193201"/>
              <a:gd name="connsiteY69" fmla="*/ 4209702 h 4533900"/>
              <a:gd name="connsiteX70" fmla="*/ 11521192 w 12193201"/>
              <a:gd name="connsiteY70" fmla="*/ 4209088 h 4533900"/>
              <a:gd name="connsiteX71" fmla="*/ 11455796 w 12193201"/>
              <a:gd name="connsiteY71" fmla="*/ 4278782 h 4533900"/>
              <a:gd name="connsiteX72" fmla="*/ 11521192 w 12193201"/>
              <a:gd name="connsiteY72" fmla="*/ 4347555 h 4533900"/>
              <a:gd name="connsiteX73" fmla="*/ 11585973 w 12193201"/>
              <a:gd name="connsiteY73" fmla="*/ 4277861 h 4533900"/>
              <a:gd name="connsiteX74" fmla="*/ 11521192 w 12193201"/>
              <a:gd name="connsiteY74" fmla="*/ 4209088 h 4533900"/>
              <a:gd name="connsiteX75" fmla="*/ 11671019 w 12193201"/>
              <a:gd name="connsiteY75" fmla="*/ 4208781 h 4533900"/>
              <a:gd name="connsiteX76" fmla="*/ 11627729 w 12193201"/>
              <a:gd name="connsiteY76" fmla="*/ 4231194 h 4533900"/>
              <a:gd name="connsiteX77" fmla="*/ 11628650 w 12193201"/>
              <a:gd name="connsiteY77" fmla="*/ 4214000 h 4533900"/>
              <a:gd name="connsiteX78" fmla="*/ 11626501 w 12193201"/>
              <a:gd name="connsiteY78" fmla="*/ 4211851 h 4533900"/>
              <a:gd name="connsiteX79" fmla="*/ 11600711 w 12193201"/>
              <a:gd name="connsiteY79" fmla="*/ 4211851 h 4533900"/>
              <a:gd name="connsiteX80" fmla="*/ 11598562 w 12193201"/>
              <a:gd name="connsiteY80" fmla="*/ 4214000 h 4533900"/>
              <a:gd name="connsiteX81" fmla="*/ 11598869 w 12193201"/>
              <a:gd name="connsiteY81" fmla="*/ 4282160 h 4533900"/>
              <a:gd name="connsiteX82" fmla="*/ 11597948 w 12193201"/>
              <a:gd name="connsiteY82" fmla="*/ 4342336 h 4533900"/>
              <a:gd name="connsiteX83" fmla="*/ 11600097 w 12193201"/>
              <a:gd name="connsiteY83" fmla="*/ 4344485 h 4533900"/>
              <a:gd name="connsiteX84" fmla="*/ 11600097 w 12193201"/>
              <a:gd name="connsiteY84" fmla="*/ 4344178 h 4533900"/>
              <a:gd name="connsiteX85" fmla="*/ 11627422 w 12193201"/>
              <a:gd name="connsiteY85" fmla="*/ 4344178 h 4533900"/>
              <a:gd name="connsiteX86" fmla="*/ 11629571 w 12193201"/>
              <a:gd name="connsiteY86" fmla="*/ 4342029 h 4533900"/>
              <a:gd name="connsiteX87" fmla="*/ 11628957 w 12193201"/>
              <a:gd name="connsiteY87" fmla="*/ 4287993 h 4533900"/>
              <a:gd name="connsiteX88" fmla="*/ 11628957 w 12193201"/>
              <a:gd name="connsiteY88" fmla="*/ 4273563 h 4533900"/>
              <a:gd name="connsiteX89" fmla="*/ 11661502 w 12193201"/>
              <a:gd name="connsiteY89" fmla="*/ 4233036 h 4533900"/>
              <a:gd name="connsiteX90" fmla="*/ 11685756 w 12193201"/>
              <a:gd name="connsiteY90" fmla="*/ 4261589 h 4533900"/>
              <a:gd name="connsiteX91" fmla="*/ 11685756 w 12193201"/>
              <a:gd name="connsiteY91" fmla="*/ 4287993 h 4533900"/>
              <a:gd name="connsiteX92" fmla="*/ 11685142 w 12193201"/>
              <a:gd name="connsiteY92" fmla="*/ 4342029 h 4533900"/>
              <a:gd name="connsiteX93" fmla="*/ 11687291 w 12193201"/>
              <a:gd name="connsiteY93" fmla="*/ 4344178 h 4533900"/>
              <a:gd name="connsiteX94" fmla="*/ 11714616 w 12193201"/>
              <a:gd name="connsiteY94" fmla="*/ 4344178 h 4533900"/>
              <a:gd name="connsiteX95" fmla="*/ 11716766 w 12193201"/>
              <a:gd name="connsiteY95" fmla="*/ 4342029 h 4533900"/>
              <a:gd name="connsiteX96" fmla="*/ 11716151 w 12193201"/>
              <a:gd name="connsiteY96" fmla="*/ 4287993 h 4533900"/>
              <a:gd name="connsiteX97" fmla="*/ 11716151 w 12193201"/>
              <a:gd name="connsiteY97" fmla="*/ 4260668 h 4533900"/>
              <a:gd name="connsiteX98" fmla="*/ 11671019 w 12193201"/>
              <a:gd name="connsiteY98" fmla="*/ 4208781 h 4533900"/>
              <a:gd name="connsiteX99" fmla="*/ 11246715 w 12193201"/>
              <a:gd name="connsiteY99" fmla="*/ 4208781 h 4533900"/>
              <a:gd name="connsiteX100" fmla="*/ 11182240 w 12193201"/>
              <a:gd name="connsiteY100" fmla="*/ 4278475 h 4533900"/>
              <a:gd name="connsiteX101" fmla="*/ 11247636 w 12193201"/>
              <a:gd name="connsiteY101" fmla="*/ 4347248 h 4533900"/>
              <a:gd name="connsiteX102" fmla="*/ 11307812 w 12193201"/>
              <a:gd name="connsiteY102" fmla="*/ 4304265 h 4533900"/>
              <a:gd name="connsiteX103" fmla="*/ 11305970 w 12193201"/>
              <a:gd name="connsiteY103" fmla="*/ 4302116 h 4533900"/>
              <a:gd name="connsiteX104" fmla="*/ 11280180 w 12193201"/>
              <a:gd name="connsiteY104" fmla="*/ 4302116 h 4533900"/>
              <a:gd name="connsiteX105" fmla="*/ 11277724 w 12193201"/>
              <a:gd name="connsiteY105" fmla="*/ 4304265 h 4533900"/>
              <a:gd name="connsiteX106" fmla="*/ 11248250 w 12193201"/>
              <a:gd name="connsiteY106" fmla="*/ 4325450 h 4533900"/>
              <a:gd name="connsiteX107" fmla="*/ 11212942 w 12193201"/>
              <a:gd name="connsiteY107" fmla="*/ 4284002 h 4533900"/>
              <a:gd name="connsiteX108" fmla="*/ 11309347 w 12193201"/>
              <a:gd name="connsiteY108" fmla="*/ 4284002 h 4533900"/>
              <a:gd name="connsiteX109" fmla="*/ 11311496 w 12193201"/>
              <a:gd name="connsiteY109" fmla="*/ 4281853 h 4533900"/>
              <a:gd name="connsiteX110" fmla="*/ 11246715 w 12193201"/>
              <a:gd name="connsiteY110" fmla="*/ 4208781 h 4533900"/>
              <a:gd name="connsiteX111" fmla="*/ 10823945 w 12193201"/>
              <a:gd name="connsiteY111" fmla="*/ 4193430 h 4533900"/>
              <a:gd name="connsiteX112" fmla="*/ 10860481 w 12193201"/>
              <a:gd name="connsiteY112" fmla="*/ 4193430 h 4533900"/>
              <a:gd name="connsiteX113" fmla="*/ 10860481 w 12193201"/>
              <a:gd name="connsiteY113" fmla="*/ 4366284 h 4533900"/>
              <a:gd name="connsiteX114" fmla="*/ 10823945 w 12193201"/>
              <a:gd name="connsiteY114" fmla="*/ 4366284 h 4533900"/>
              <a:gd name="connsiteX115" fmla="*/ 10905613 w 12193201"/>
              <a:gd name="connsiteY115" fmla="*/ 4143692 h 4533900"/>
              <a:gd name="connsiteX116" fmla="*/ 10705742 w 12193201"/>
              <a:gd name="connsiteY116" fmla="*/ 4216456 h 4533900"/>
              <a:gd name="connsiteX117" fmla="*/ 10778506 w 12193201"/>
              <a:gd name="connsiteY117" fmla="*/ 4416329 h 4533900"/>
              <a:gd name="connsiteX118" fmla="*/ 10978377 w 12193201"/>
              <a:gd name="connsiteY118" fmla="*/ 4343564 h 4533900"/>
              <a:gd name="connsiteX119" fmla="*/ 6096608 w 12193201"/>
              <a:gd name="connsiteY119" fmla="*/ 0 h 4533900"/>
              <a:gd name="connsiteX120" fmla="*/ 12193201 w 12193201"/>
              <a:gd name="connsiteY120" fmla="*/ 2202541 h 4533900"/>
              <a:gd name="connsiteX121" fmla="*/ 12193201 w 12193201"/>
              <a:gd name="connsiteY121" fmla="*/ 4533900 h 4533900"/>
              <a:gd name="connsiteX122" fmla="*/ 5 w 12193201"/>
              <a:gd name="connsiteY122" fmla="*/ 4533900 h 4533900"/>
              <a:gd name="connsiteX123" fmla="*/ 0 w 12193201"/>
              <a:gd name="connsiteY123" fmla="*/ 4533900 h 4533900"/>
              <a:gd name="connsiteX124" fmla="*/ 5 w 12193201"/>
              <a:gd name="connsiteY124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3201" h="4533900">
                <a:moveTo>
                  <a:pt x="10905613" y="4270800"/>
                </a:moveTo>
                <a:lnTo>
                  <a:pt x="10923728" y="4270800"/>
                </a:lnTo>
                <a:lnTo>
                  <a:pt x="10923728" y="4343564"/>
                </a:lnTo>
                <a:lnTo>
                  <a:pt x="10905613" y="4343564"/>
                </a:lnTo>
                <a:close/>
                <a:moveTo>
                  <a:pt x="10787410" y="4234571"/>
                </a:moveTo>
                <a:lnTo>
                  <a:pt x="10814735" y="4234571"/>
                </a:lnTo>
                <a:lnTo>
                  <a:pt x="10814735" y="4343564"/>
                </a:lnTo>
                <a:lnTo>
                  <a:pt x="10787410" y="4343564"/>
                </a:lnTo>
                <a:close/>
                <a:moveTo>
                  <a:pt x="11383033" y="4231808"/>
                </a:moveTo>
                <a:cubicBezTo>
                  <a:pt x="11404217" y="4232115"/>
                  <a:pt x="11415577" y="4248694"/>
                  <a:pt x="11415270" y="4278782"/>
                </a:cubicBezTo>
                <a:cubicBezTo>
                  <a:pt x="11415270" y="4307949"/>
                  <a:pt x="11403296" y="4322380"/>
                  <a:pt x="11383033" y="4322380"/>
                </a:cubicBezTo>
                <a:cubicBezTo>
                  <a:pt x="11361234" y="4322687"/>
                  <a:pt x="11349567" y="4306414"/>
                  <a:pt x="11349567" y="4276326"/>
                </a:cubicBezTo>
                <a:cubicBezTo>
                  <a:pt x="11349567" y="4248080"/>
                  <a:pt x="11360927" y="4231194"/>
                  <a:pt x="11383033" y="4231808"/>
                </a:cubicBezTo>
                <a:close/>
                <a:moveTo>
                  <a:pt x="11109783" y="4231501"/>
                </a:moveTo>
                <a:cubicBezTo>
                  <a:pt x="11130353" y="4231501"/>
                  <a:pt x="11142327" y="4248694"/>
                  <a:pt x="11142020" y="4279089"/>
                </a:cubicBezTo>
                <a:cubicBezTo>
                  <a:pt x="11141713" y="4309792"/>
                  <a:pt x="11129739" y="4325143"/>
                  <a:pt x="11108862" y="4325143"/>
                </a:cubicBezTo>
                <a:cubicBezTo>
                  <a:pt x="11087370" y="4325143"/>
                  <a:pt x="11076010" y="4307335"/>
                  <a:pt x="11076010" y="4276633"/>
                </a:cubicBezTo>
                <a:cubicBezTo>
                  <a:pt x="11076010" y="4248387"/>
                  <a:pt x="11087063" y="4231194"/>
                  <a:pt x="11109783" y="4231501"/>
                </a:cubicBezTo>
                <a:close/>
                <a:moveTo>
                  <a:pt x="11520885" y="4231194"/>
                </a:moveTo>
                <a:cubicBezTo>
                  <a:pt x="11543297" y="4231194"/>
                  <a:pt x="11554350" y="4247466"/>
                  <a:pt x="11554350" y="4278782"/>
                </a:cubicBezTo>
                <a:cubicBezTo>
                  <a:pt x="11554350" y="4310406"/>
                  <a:pt x="11543604" y="4325757"/>
                  <a:pt x="11521192" y="4325757"/>
                </a:cubicBezTo>
                <a:cubicBezTo>
                  <a:pt x="11498472" y="4325757"/>
                  <a:pt x="11487419" y="4310099"/>
                  <a:pt x="11487112" y="4279089"/>
                </a:cubicBezTo>
                <a:cubicBezTo>
                  <a:pt x="11487112" y="4247773"/>
                  <a:pt x="11498165" y="4231501"/>
                  <a:pt x="11520885" y="4231194"/>
                </a:cubicBezTo>
                <a:close/>
                <a:moveTo>
                  <a:pt x="11246715" y="4230580"/>
                </a:moveTo>
                <a:cubicBezTo>
                  <a:pt x="11266978" y="4230580"/>
                  <a:pt x="11276803" y="4245931"/>
                  <a:pt x="11278031" y="4263124"/>
                </a:cubicBezTo>
                <a:lnTo>
                  <a:pt x="11213863" y="4263124"/>
                </a:lnTo>
                <a:cubicBezTo>
                  <a:pt x="11217240" y="4241940"/>
                  <a:pt x="11228293" y="4230580"/>
                  <a:pt x="11246715" y="4230580"/>
                </a:cubicBezTo>
                <a:close/>
                <a:moveTo>
                  <a:pt x="10869385" y="4216456"/>
                </a:moveTo>
                <a:lnTo>
                  <a:pt x="10896710" y="4216456"/>
                </a:lnTo>
                <a:lnTo>
                  <a:pt x="10896710" y="4325450"/>
                </a:lnTo>
                <a:lnTo>
                  <a:pt x="10869385" y="4325450"/>
                </a:lnTo>
                <a:close/>
                <a:moveTo>
                  <a:pt x="10760085" y="4216149"/>
                </a:moveTo>
                <a:lnTo>
                  <a:pt x="10778199" y="4216149"/>
                </a:lnTo>
                <a:lnTo>
                  <a:pt x="10778199" y="4288914"/>
                </a:lnTo>
                <a:lnTo>
                  <a:pt x="10760085" y="4288914"/>
                </a:lnTo>
                <a:close/>
                <a:moveTo>
                  <a:pt x="11375050" y="4210009"/>
                </a:moveTo>
                <a:cubicBezTo>
                  <a:pt x="11339435" y="4210009"/>
                  <a:pt x="11318251" y="4240404"/>
                  <a:pt x="11318251" y="4277554"/>
                </a:cubicBezTo>
                <a:cubicBezTo>
                  <a:pt x="11318251" y="4315011"/>
                  <a:pt x="11337900" y="4343564"/>
                  <a:pt x="11376278" y="4343564"/>
                </a:cubicBezTo>
                <a:cubicBezTo>
                  <a:pt x="11393778" y="4343564"/>
                  <a:pt x="11406980" y="4335889"/>
                  <a:pt x="11415884" y="4322687"/>
                </a:cubicBezTo>
                <a:lnTo>
                  <a:pt x="11415884" y="4337731"/>
                </a:lnTo>
                <a:cubicBezTo>
                  <a:pt x="11415884" y="4362600"/>
                  <a:pt x="11402682" y="4373345"/>
                  <a:pt x="11383647" y="4373345"/>
                </a:cubicBezTo>
                <a:cubicBezTo>
                  <a:pt x="11367682" y="4373345"/>
                  <a:pt x="11357243" y="4367512"/>
                  <a:pt x="11354173" y="4355845"/>
                </a:cubicBezTo>
                <a:cubicBezTo>
                  <a:pt x="11353866" y="4354617"/>
                  <a:pt x="11352945" y="4353696"/>
                  <a:pt x="11351716" y="4353696"/>
                </a:cubicBezTo>
                <a:lnTo>
                  <a:pt x="11325006" y="4353696"/>
                </a:lnTo>
                <a:cubicBezTo>
                  <a:pt x="11324084" y="4353696"/>
                  <a:pt x="11322856" y="4354617"/>
                  <a:pt x="11322856" y="4355845"/>
                </a:cubicBezTo>
                <a:cubicBezTo>
                  <a:pt x="11326541" y="4382556"/>
                  <a:pt x="11350795" y="4395451"/>
                  <a:pt x="11382419" y="4394837"/>
                </a:cubicBezTo>
                <a:cubicBezTo>
                  <a:pt x="11422945" y="4394837"/>
                  <a:pt x="11444437" y="4373652"/>
                  <a:pt x="11444130" y="4338038"/>
                </a:cubicBezTo>
                <a:lnTo>
                  <a:pt x="11443823" y="4272949"/>
                </a:lnTo>
                <a:lnTo>
                  <a:pt x="11445358" y="4214307"/>
                </a:lnTo>
                <a:cubicBezTo>
                  <a:pt x="11445358" y="4213386"/>
                  <a:pt x="11444437" y="4212158"/>
                  <a:pt x="11443209" y="4212158"/>
                </a:cubicBezTo>
                <a:lnTo>
                  <a:pt x="11416191" y="4212158"/>
                </a:lnTo>
                <a:cubicBezTo>
                  <a:pt x="11415270" y="4212158"/>
                  <a:pt x="11414042" y="4213079"/>
                  <a:pt x="11414042" y="4214307"/>
                </a:cubicBezTo>
                <a:lnTo>
                  <a:pt x="11414656" y="4229044"/>
                </a:lnTo>
                <a:cubicBezTo>
                  <a:pt x="11406059" y="4216764"/>
                  <a:pt x="11392550" y="4210009"/>
                  <a:pt x="11375050" y="4210009"/>
                </a:cubicBezTo>
                <a:close/>
                <a:moveTo>
                  <a:pt x="11101186" y="4209702"/>
                </a:moveTo>
                <a:cubicBezTo>
                  <a:pt x="11065878" y="4209702"/>
                  <a:pt x="11044694" y="4240404"/>
                  <a:pt x="11044694" y="4278782"/>
                </a:cubicBezTo>
                <a:cubicBezTo>
                  <a:pt x="11044694" y="4317160"/>
                  <a:pt x="11063729" y="4346941"/>
                  <a:pt x="11100572" y="4346941"/>
                </a:cubicBezTo>
                <a:cubicBezTo>
                  <a:pt x="11118379" y="4346941"/>
                  <a:pt x="11132195" y="4339266"/>
                  <a:pt x="11141099" y="4326064"/>
                </a:cubicBezTo>
                <a:lnTo>
                  <a:pt x="11140485" y="4342336"/>
                </a:lnTo>
                <a:cubicBezTo>
                  <a:pt x="11140485" y="4343564"/>
                  <a:pt x="11141713" y="4344485"/>
                  <a:pt x="11142634" y="4344485"/>
                </a:cubicBezTo>
                <a:lnTo>
                  <a:pt x="11142634" y="4344792"/>
                </a:lnTo>
                <a:lnTo>
                  <a:pt x="11169652" y="4344792"/>
                </a:lnTo>
                <a:cubicBezTo>
                  <a:pt x="11170880" y="4344792"/>
                  <a:pt x="11171801" y="4343564"/>
                  <a:pt x="11171801" y="4342643"/>
                </a:cubicBezTo>
                <a:lnTo>
                  <a:pt x="11170880" y="4278168"/>
                </a:lnTo>
                <a:lnTo>
                  <a:pt x="11171801" y="4214614"/>
                </a:lnTo>
                <a:cubicBezTo>
                  <a:pt x="11171801" y="4213386"/>
                  <a:pt x="11170573" y="4212465"/>
                  <a:pt x="11169652" y="4212465"/>
                </a:cubicBezTo>
                <a:lnTo>
                  <a:pt x="11142327" y="4212465"/>
                </a:lnTo>
                <a:cubicBezTo>
                  <a:pt x="11141099" y="4212465"/>
                  <a:pt x="11140178" y="4213693"/>
                  <a:pt x="11140178" y="4214614"/>
                </a:cubicBezTo>
                <a:lnTo>
                  <a:pt x="11141099" y="4229351"/>
                </a:lnTo>
                <a:cubicBezTo>
                  <a:pt x="11132195" y="4216457"/>
                  <a:pt x="11118686" y="4209702"/>
                  <a:pt x="11101186" y="4209702"/>
                </a:cubicBezTo>
                <a:close/>
                <a:moveTo>
                  <a:pt x="11521192" y="4209088"/>
                </a:moveTo>
                <a:cubicBezTo>
                  <a:pt x="11479437" y="4209088"/>
                  <a:pt x="11455796" y="4237027"/>
                  <a:pt x="11455796" y="4278782"/>
                </a:cubicBezTo>
                <a:cubicBezTo>
                  <a:pt x="11455796" y="4320537"/>
                  <a:pt x="11479437" y="4347555"/>
                  <a:pt x="11521192" y="4347555"/>
                </a:cubicBezTo>
                <a:cubicBezTo>
                  <a:pt x="11562640" y="4347555"/>
                  <a:pt x="11586280" y="4319923"/>
                  <a:pt x="11585973" y="4277861"/>
                </a:cubicBezTo>
                <a:cubicBezTo>
                  <a:pt x="11585973" y="4236106"/>
                  <a:pt x="11562640" y="4209088"/>
                  <a:pt x="11521192" y="4209088"/>
                </a:cubicBezTo>
                <a:close/>
                <a:moveTo>
                  <a:pt x="11671019" y="4208781"/>
                </a:moveTo>
                <a:cubicBezTo>
                  <a:pt x="11651370" y="4208781"/>
                  <a:pt x="11636326" y="4218913"/>
                  <a:pt x="11627729" y="4231194"/>
                </a:cubicBezTo>
                <a:lnTo>
                  <a:pt x="11628650" y="4214000"/>
                </a:lnTo>
                <a:cubicBezTo>
                  <a:pt x="11628650" y="4212772"/>
                  <a:pt x="11627422" y="4211851"/>
                  <a:pt x="11626501" y="4211851"/>
                </a:cubicBezTo>
                <a:lnTo>
                  <a:pt x="11600711" y="4211851"/>
                </a:lnTo>
                <a:cubicBezTo>
                  <a:pt x="11599483" y="4211851"/>
                  <a:pt x="11598562" y="4213079"/>
                  <a:pt x="11598562" y="4214000"/>
                </a:cubicBezTo>
                <a:lnTo>
                  <a:pt x="11598869" y="4282160"/>
                </a:lnTo>
                <a:lnTo>
                  <a:pt x="11597948" y="4342336"/>
                </a:lnTo>
                <a:cubicBezTo>
                  <a:pt x="11597948" y="4343564"/>
                  <a:pt x="11599176" y="4344485"/>
                  <a:pt x="11600097" y="4344485"/>
                </a:cubicBezTo>
                <a:lnTo>
                  <a:pt x="11600097" y="4344178"/>
                </a:lnTo>
                <a:lnTo>
                  <a:pt x="11627422" y="4344178"/>
                </a:lnTo>
                <a:cubicBezTo>
                  <a:pt x="11628650" y="4344178"/>
                  <a:pt x="11629571" y="4342950"/>
                  <a:pt x="11629571" y="4342029"/>
                </a:cubicBezTo>
                <a:lnTo>
                  <a:pt x="11628957" y="4287993"/>
                </a:lnTo>
                <a:lnTo>
                  <a:pt x="11628957" y="4273563"/>
                </a:lnTo>
                <a:cubicBezTo>
                  <a:pt x="11631413" y="4246238"/>
                  <a:pt x="11646150" y="4233036"/>
                  <a:pt x="11661502" y="4233036"/>
                </a:cubicBezTo>
                <a:cubicBezTo>
                  <a:pt x="11675625" y="4233036"/>
                  <a:pt x="11685756" y="4242861"/>
                  <a:pt x="11685756" y="4261589"/>
                </a:cubicBezTo>
                <a:lnTo>
                  <a:pt x="11685756" y="4287993"/>
                </a:lnTo>
                <a:lnTo>
                  <a:pt x="11685142" y="4342029"/>
                </a:lnTo>
                <a:cubicBezTo>
                  <a:pt x="11685142" y="4343257"/>
                  <a:pt x="11686370" y="4344178"/>
                  <a:pt x="11687291" y="4344178"/>
                </a:cubicBezTo>
                <a:lnTo>
                  <a:pt x="11714616" y="4344178"/>
                </a:lnTo>
                <a:cubicBezTo>
                  <a:pt x="11715844" y="4344178"/>
                  <a:pt x="11716766" y="4342950"/>
                  <a:pt x="11716766" y="4342029"/>
                </a:cubicBezTo>
                <a:lnTo>
                  <a:pt x="11716151" y="4287993"/>
                </a:lnTo>
                <a:lnTo>
                  <a:pt x="11716151" y="4260668"/>
                </a:lnTo>
                <a:cubicBezTo>
                  <a:pt x="11716151" y="4227202"/>
                  <a:pt x="11698344" y="4208781"/>
                  <a:pt x="11671019" y="4208781"/>
                </a:cubicBezTo>
                <a:close/>
                <a:moveTo>
                  <a:pt x="11246715" y="4208781"/>
                </a:moveTo>
                <a:cubicBezTo>
                  <a:pt x="11206495" y="4208781"/>
                  <a:pt x="11182240" y="4236720"/>
                  <a:pt x="11182240" y="4278475"/>
                </a:cubicBezTo>
                <a:cubicBezTo>
                  <a:pt x="11182240" y="4318695"/>
                  <a:pt x="11204960" y="4347248"/>
                  <a:pt x="11247636" y="4347248"/>
                </a:cubicBezTo>
                <a:cubicBezTo>
                  <a:pt x="11281408" y="4347248"/>
                  <a:pt x="11302900" y="4328213"/>
                  <a:pt x="11307812" y="4304265"/>
                </a:cubicBezTo>
                <a:cubicBezTo>
                  <a:pt x="11308119" y="4303037"/>
                  <a:pt x="11306891" y="4302116"/>
                  <a:pt x="11305970" y="4302116"/>
                </a:cubicBezTo>
                <a:lnTo>
                  <a:pt x="11280180" y="4302116"/>
                </a:lnTo>
                <a:cubicBezTo>
                  <a:pt x="11279259" y="4302116"/>
                  <a:pt x="11278031" y="4303037"/>
                  <a:pt x="11277724" y="4304265"/>
                </a:cubicBezTo>
                <a:cubicBezTo>
                  <a:pt x="11273425" y="4318388"/>
                  <a:pt x="11263294" y="4325450"/>
                  <a:pt x="11248250" y="4325450"/>
                </a:cubicBezTo>
                <a:cubicBezTo>
                  <a:pt x="11225837" y="4325450"/>
                  <a:pt x="11214170" y="4312248"/>
                  <a:pt x="11212942" y="4284002"/>
                </a:cubicBezTo>
                <a:lnTo>
                  <a:pt x="11309347" y="4284002"/>
                </a:lnTo>
                <a:cubicBezTo>
                  <a:pt x="11310575" y="4284002"/>
                  <a:pt x="11311496" y="4282774"/>
                  <a:pt x="11311496" y="4281853"/>
                </a:cubicBezTo>
                <a:cubicBezTo>
                  <a:pt x="11310882" y="4236720"/>
                  <a:pt x="11287548" y="4209088"/>
                  <a:pt x="11246715" y="4208781"/>
                </a:cubicBezTo>
                <a:close/>
                <a:moveTo>
                  <a:pt x="10823945" y="4193430"/>
                </a:moveTo>
                <a:lnTo>
                  <a:pt x="10860481" y="4193430"/>
                </a:lnTo>
                <a:lnTo>
                  <a:pt x="10860481" y="4366284"/>
                </a:lnTo>
                <a:lnTo>
                  <a:pt x="10823945" y="4366284"/>
                </a:lnTo>
                <a:close/>
                <a:moveTo>
                  <a:pt x="10905613" y="4143692"/>
                </a:moveTo>
                <a:lnTo>
                  <a:pt x="10705742" y="4216456"/>
                </a:lnTo>
                <a:lnTo>
                  <a:pt x="10778506" y="4416329"/>
                </a:lnTo>
                <a:lnTo>
                  <a:pt x="10978377" y="4343564"/>
                </a:lnTo>
                <a:close/>
                <a:moveTo>
                  <a:pt x="6096608" y="0"/>
                </a:moveTo>
                <a:lnTo>
                  <a:pt x="12193201" y="2202541"/>
                </a:lnTo>
                <a:lnTo>
                  <a:pt x="12193201" y="4533900"/>
                </a:lnTo>
                <a:lnTo>
                  <a:pt x="5" y="4533900"/>
                </a:lnTo>
                <a:lnTo>
                  <a:pt x="0" y="4533900"/>
                </a:lnTo>
                <a:cubicBezTo>
                  <a:pt x="2" y="3756780"/>
                  <a:pt x="3" y="2979661"/>
                  <a:pt x="5" y="2202541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7EBACA9-2000-087F-DA19-85796544C75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42769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 slide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AC336C04-E204-FB15-9039-987DACEB2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E55ACD9A-5965-1F26-1BBA-726D9BD478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3625"/>
            <a:ext cx="12193200" cy="4533900"/>
          </a:xfrm>
          <a:custGeom>
            <a:avLst/>
            <a:gdLst>
              <a:gd name="connsiteX0" fmla="*/ 6096607 w 12193200"/>
              <a:gd name="connsiteY0" fmla="*/ 0 h 4533900"/>
              <a:gd name="connsiteX1" fmla="*/ 12193200 w 12193200"/>
              <a:gd name="connsiteY1" fmla="*/ 2202541 h 4533900"/>
              <a:gd name="connsiteX2" fmla="*/ 12193200 w 12193200"/>
              <a:gd name="connsiteY2" fmla="*/ 4533900 h 4533900"/>
              <a:gd name="connsiteX3" fmla="*/ 12191998 w 12193200"/>
              <a:gd name="connsiteY3" fmla="*/ 4533900 h 4533900"/>
              <a:gd name="connsiteX4" fmla="*/ 12191998 w 12193200"/>
              <a:gd name="connsiteY4" fmla="*/ 4524375 h 4533900"/>
              <a:gd name="connsiteX5" fmla="*/ 0 w 12193200"/>
              <a:gd name="connsiteY5" fmla="*/ 4524375 h 4533900"/>
              <a:gd name="connsiteX6" fmla="*/ 0 w 12193200"/>
              <a:gd name="connsiteY6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3200" h="4533900">
                <a:moveTo>
                  <a:pt x="6096607" y="0"/>
                </a:moveTo>
                <a:lnTo>
                  <a:pt x="12193200" y="2202541"/>
                </a:lnTo>
                <a:lnTo>
                  <a:pt x="12193200" y="4533900"/>
                </a:lnTo>
                <a:lnTo>
                  <a:pt x="12191998" y="4533900"/>
                </a:lnTo>
                <a:lnTo>
                  <a:pt x="12191998" y="4524375"/>
                </a:lnTo>
                <a:lnTo>
                  <a:pt x="0" y="4524375"/>
                </a:lnTo>
                <a:lnTo>
                  <a:pt x="0" y="2202541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44E7DA10-F8D8-F799-6F88-3B6F1173E878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" y="2324099"/>
            <a:ext cx="12193201" cy="4533900"/>
          </a:xfrm>
          <a:custGeom>
            <a:avLst/>
            <a:gdLst>
              <a:gd name="connsiteX0" fmla="*/ 10905613 w 12193201"/>
              <a:gd name="connsiteY0" fmla="*/ 4270800 h 4533900"/>
              <a:gd name="connsiteX1" fmla="*/ 10923728 w 12193201"/>
              <a:gd name="connsiteY1" fmla="*/ 4270800 h 4533900"/>
              <a:gd name="connsiteX2" fmla="*/ 10923728 w 12193201"/>
              <a:gd name="connsiteY2" fmla="*/ 4343564 h 4533900"/>
              <a:gd name="connsiteX3" fmla="*/ 10905613 w 12193201"/>
              <a:gd name="connsiteY3" fmla="*/ 4343564 h 4533900"/>
              <a:gd name="connsiteX4" fmla="*/ 10787410 w 12193201"/>
              <a:gd name="connsiteY4" fmla="*/ 4234571 h 4533900"/>
              <a:gd name="connsiteX5" fmla="*/ 10814735 w 12193201"/>
              <a:gd name="connsiteY5" fmla="*/ 4234571 h 4533900"/>
              <a:gd name="connsiteX6" fmla="*/ 10814735 w 12193201"/>
              <a:gd name="connsiteY6" fmla="*/ 4343564 h 4533900"/>
              <a:gd name="connsiteX7" fmla="*/ 10787410 w 12193201"/>
              <a:gd name="connsiteY7" fmla="*/ 4343564 h 4533900"/>
              <a:gd name="connsiteX8" fmla="*/ 11383033 w 12193201"/>
              <a:gd name="connsiteY8" fmla="*/ 4231808 h 4533900"/>
              <a:gd name="connsiteX9" fmla="*/ 11415270 w 12193201"/>
              <a:gd name="connsiteY9" fmla="*/ 4278782 h 4533900"/>
              <a:gd name="connsiteX10" fmla="*/ 11383033 w 12193201"/>
              <a:gd name="connsiteY10" fmla="*/ 4322380 h 4533900"/>
              <a:gd name="connsiteX11" fmla="*/ 11349567 w 12193201"/>
              <a:gd name="connsiteY11" fmla="*/ 4276326 h 4533900"/>
              <a:gd name="connsiteX12" fmla="*/ 11383033 w 12193201"/>
              <a:gd name="connsiteY12" fmla="*/ 4231808 h 4533900"/>
              <a:gd name="connsiteX13" fmla="*/ 11109783 w 12193201"/>
              <a:gd name="connsiteY13" fmla="*/ 4231501 h 4533900"/>
              <a:gd name="connsiteX14" fmla="*/ 11142020 w 12193201"/>
              <a:gd name="connsiteY14" fmla="*/ 4279089 h 4533900"/>
              <a:gd name="connsiteX15" fmla="*/ 11108862 w 12193201"/>
              <a:gd name="connsiteY15" fmla="*/ 4325143 h 4533900"/>
              <a:gd name="connsiteX16" fmla="*/ 11076010 w 12193201"/>
              <a:gd name="connsiteY16" fmla="*/ 4276633 h 4533900"/>
              <a:gd name="connsiteX17" fmla="*/ 11109783 w 12193201"/>
              <a:gd name="connsiteY17" fmla="*/ 4231501 h 4533900"/>
              <a:gd name="connsiteX18" fmla="*/ 11520885 w 12193201"/>
              <a:gd name="connsiteY18" fmla="*/ 4231194 h 4533900"/>
              <a:gd name="connsiteX19" fmla="*/ 11554350 w 12193201"/>
              <a:gd name="connsiteY19" fmla="*/ 4278782 h 4533900"/>
              <a:gd name="connsiteX20" fmla="*/ 11521192 w 12193201"/>
              <a:gd name="connsiteY20" fmla="*/ 4325757 h 4533900"/>
              <a:gd name="connsiteX21" fmla="*/ 11487112 w 12193201"/>
              <a:gd name="connsiteY21" fmla="*/ 4279089 h 4533900"/>
              <a:gd name="connsiteX22" fmla="*/ 11520885 w 12193201"/>
              <a:gd name="connsiteY22" fmla="*/ 4231194 h 4533900"/>
              <a:gd name="connsiteX23" fmla="*/ 11246715 w 12193201"/>
              <a:gd name="connsiteY23" fmla="*/ 4230580 h 4533900"/>
              <a:gd name="connsiteX24" fmla="*/ 11278031 w 12193201"/>
              <a:gd name="connsiteY24" fmla="*/ 4263124 h 4533900"/>
              <a:gd name="connsiteX25" fmla="*/ 11213863 w 12193201"/>
              <a:gd name="connsiteY25" fmla="*/ 4263124 h 4533900"/>
              <a:gd name="connsiteX26" fmla="*/ 11246715 w 12193201"/>
              <a:gd name="connsiteY26" fmla="*/ 4230580 h 4533900"/>
              <a:gd name="connsiteX27" fmla="*/ 10869385 w 12193201"/>
              <a:gd name="connsiteY27" fmla="*/ 4216456 h 4533900"/>
              <a:gd name="connsiteX28" fmla="*/ 10896710 w 12193201"/>
              <a:gd name="connsiteY28" fmla="*/ 4216456 h 4533900"/>
              <a:gd name="connsiteX29" fmla="*/ 10896710 w 12193201"/>
              <a:gd name="connsiteY29" fmla="*/ 4325450 h 4533900"/>
              <a:gd name="connsiteX30" fmla="*/ 10869385 w 12193201"/>
              <a:gd name="connsiteY30" fmla="*/ 4325450 h 4533900"/>
              <a:gd name="connsiteX31" fmla="*/ 10760085 w 12193201"/>
              <a:gd name="connsiteY31" fmla="*/ 4216149 h 4533900"/>
              <a:gd name="connsiteX32" fmla="*/ 10778199 w 12193201"/>
              <a:gd name="connsiteY32" fmla="*/ 4216149 h 4533900"/>
              <a:gd name="connsiteX33" fmla="*/ 10778199 w 12193201"/>
              <a:gd name="connsiteY33" fmla="*/ 4288914 h 4533900"/>
              <a:gd name="connsiteX34" fmla="*/ 10760085 w 12193201"/>
              <a:gd name="connsiteY34" fmla="*/ 4288914 h 4533900"/>
              <a:gd name="connsiteX35" fmla="*/ 11375050 w 12193201"/>
              <a:gd name="connsiteY35" fmla="*/ 4210009 h 4533900"/>
              <a:gd name="connsiteX36" fmla="*/ 11318251 w 12193201"/>
              <a:gd name="connsiteY36" fmla="*/ 4277554 h 4533900"/>
              <a:gd name="connsiteX37" fmla="*/ 11376278 w 12193201"/>
              <a:gd name="connsiteY37" fmla="*/ 4343564 h 4533900"/>
              <a:gd name="connsiteX38" fmla="*/ 11415884 w 12193201"/>
              <a:gd name="connsiteY38" fmla="*/ 4322687 h 4533900"/>
              <a:gd name="connsiteX39" fmla="*/ 11415884 w 12193201"/>
              <a:gd name="connsiteY39" fmla="*/ 4337731 h 4533900"/>
              <a:gd name="connsiteX40" fmla="*/ 11383647 w 12193201"/>
              <a:gd name="connsiteY40" fmla="*/ 4373345 h 4533900"/>
              <a:gd name="connsiteX41" fmla="*/ 11354173 w 12193201"/>
              <a:gd name="connsiteY41" fmla="*/ 4355845 h 4533900"/>
              <a:gd name="connsiteX42" fmla="*/ 11351716 w 12193201"/>
              <a:gd name="connsiteY42" fmla="*/ 4353696 h 4533900"/>
              <a:gd name="connsiteX43" fmla="*/ 11325006 w 12193201"/>
              <a:gd name="connsiteY43" fmla="*/ 4353696 h 4533900"/>
              <a:gd name="connsiteX44" fmla="*/ 11322856 w 12193201"/>
              <a:gd name="connsiteY44" fmla="*/ 4355845 h 4533900"/>
              <a:gd name="connsiteX45" fmla="*/ 11382419 w 12193201"/>
              <a:gd name="connsiteY45" fmla="*/ 4394837 h 4533900"/>
              <a:gd name="connsiteX46" fmla="*/ 11444130 w 12193201"/>
              <a:gd name="connsiteY46" fmla="*/ 4338038 h 4533900"/>
              <a:gd name="connsiteX47" fmla="*/ 11443823 w 12193201"/>
              <a:gd name="connsiteY47" fmla="*/ 4272949 h 4533900"/>
              <a:gd name="connsiteX48" fmla="*/ 11445358 w 12193201"/>
              <a:gd name="connsiteY48" fmla="*/ 4214307 h 4533900"/>
              <a:gd name="connsiteX49" fmla="*/ 11443209 w 12193201"/>
              <a:gd name="connsiteY49" fmla="*/ 4212158 h 4533900"/>
              <a:gd name="connsiteX50" fmla="*/ 11416191 w 12193201"/>
              <a:gd name="connsiteY50" fmla="*/ 4212158 h 4533900"/>
              <a:gd name="connsiteX51" fmla="*/ 11414042 w 12193201"/>
              <a:gd name="connsiteY51" fmla="*/ 4214307 h 4533900"/>
              <a:gd name="connsiteX52" fmla="*/ 11414656 w 12193201"/>
              <a:gd name="connsiteY52" fmla="*/ 4229044 h 4533900"/>
              <a:gd name="connsiteX53" fmla="*/ 11375050 w 12193201"/>
              <a:gd name="connsiteY53" fmla="*/ 4210009 h 4533900"/>
              <a:gd name="connsiteX54" fmla="*/ 11101186 w 12193201"/>
              <a:gd name="connsiteY54" fmla="*/ 4209702 h 4533900"/>
              <a:gd name="connsiteX55" fmla="*/ 11044694 w 12193201"/>
              <a:gd name="connsiteY55" fmla="*/ 4278782 h 4533900"/>
              <a:gd name="connsiteX56" fmla="*/ 11100572 w 12193201"/>
              <a:gd name="connsiteY56" fmla="*/ 4346941 h 4533900"/>
              <a:gd name="connsiteX57" fmla="*/ 11141099 w 12193201"/>
              <a:gd name="connsiteY57" fmla="*/ 4326064 h 4533900"/>
              <a:gd name="connsiteX58" fmla="*/ 11140485 w 12193201"/>
              <a:gd name="connsiteY58" fmla="*/ 4342336 h 4533900"/>
              <a:gd name="connsiteX59" fmla="*/ 11142634 w 12193201"/>
              <a:gd name="connsiteY59" fmla="*/ 4344485 h 4533900"/>
              <a:gd name="connsiteX60" fmla="*/ 11142634 w 12193201"/>
              <a:gd name="connsiteY60" fmla="*/ 4344792 h 4533900"/>
              <a:gd name="connsiteX61" fmla="*/ 11169652 w 12193201"/>
              <a:gd name="connsiteY61" fmla="*/ 4344792 h 4533900"/>
              <a:gd name="connsiteX62" fmla="*/ 11171801 w 12193201"/>
              <a:gd name="connsiteY62" fmla="*/ 4342643 h 4533900"/>
              <a:gd name="connsiteX63" fmla="*/ 11170880 w 12193201"/>
              <a:gd name="connsiteY63" fmla="*/ 4278168 h 4533900"/>
              <a:gd name="connsiteX64" fmla="*/ 11171801 w 12193201"/>
              <a:gd name="connsiteY64" fmla="*/ 4214614 h 4533900"/>
              <a:gd name="connsiteX65" fmla="*/ 11169652 w 12193201"/>
              <a:gd name="connsiteY65" fmla="*/ 4212465 h 4533900"/>
              <a:gd name="connsiteX66" fmla="*/ 11142327 w 12193201"/>
              <a:gd name="connsiteY66" fmla="*/ 4212465 h 4533900"/>
              <a:gd name="connsiteX67" fmla="*/ 11140178 w 12193201"/>
              <a:gd name="connsiteY67" fmla="*/ 4214614 h 4533900"/>
              <a:gd name="connsiteX68" fmla="*/ 11141099 w 12193201"/>
              <a:gd name="connsiteY68" fmla="*/ 4229351 h 4533900"/>
              <a:gd name="connsiteX69" fmla="*/ 11101186 w 12193201"/>
              <a:gd name="connsiteY69" fmla="*/ 4209702 h 4533900"/>
              <a:gd name="connsiteX70" fmla="*/ 11521192 w 12193201"/>
              <a:gd name="connsiteY70" fmla="*/ 4209088 h 4533900"/>
              <a:gd name="connsiteX71" fmla="*/ 11455796 w 12193201"/>
              <a:gd name="connsiteY71" fmla="*/ 4278782 h 4533900"/>
              <a:gd name="connsiteX72" fmla="*/ 11521192 w 12193201"/>
              <a:gd name="connsiteY72" fmla="*/ 4347555 h 4533900"/>
              <a:gd name="connsiteX73" fmla="*/ 11585973 w 12193201"/>
              <a:gd name="connsiteY73" fmla="*/ 4277861 h 4533900"/>
              <a:gd name="connsiteX74" fmla="*/ 11521192 w 12193201"/>
              <a:gd name="connsiteY74" fmla="*/ 4209088 h 4533900"/>
              <a:gd name="connsiteX75" fmla="*/ 11671019 w 12193201"/>
              <a:gd name="connsiteY75" fmla="*/ 4208781 h 4533900"/>
              <a:gd name="connsiteX76" fmla="*/ 11627729 w 12193201"/>
              <a:gd name="connsiteY76" fmla="*/ 4231194 h 4533900"/>
              <a:gd name="connsiteX77" fmla="*/ 11628650 w 12193201"/>
              <a:gd name="connsiteY77" fmla="*/ 4214000 h 4533900"/>
              <a:gd name="connsiteX78" fmla="*/ 11626501 w 12193201"/>
              <a:gd name="connsiteY78" fmla="*/ 4211851 h 4533900"/>
              <a:gd name="connsiteX79" fmla="*/ 11600711 w 12193201"/>
              <a:gd name="connsiteY79" fmla="*/ 4211851 h 4533900"/>
              <a:gd name="connsiteX80" fmla="*/ 11598562 w 12193201"/>
              <a:gd name="connsiteY80" fmla="*/ 4214000 h 4533900"/>
              <a:gd name="connsiteX81" fmla="*/ 11598869 w 12193201"/>
              <a:gd name="connsiteY81" fmla="*/ 4282160 h 4533900"/>
              <a:gd name="connsiteX82" fmla="*/ 11597948 w 12193201"/>
              <a:gd name="connsiteY82" fmla="*/ 4342336 h 4533900"/>
              <a:gd name="connsiteX83" fmla="*/ 11600097 w 12193201"/>
              <a:gd name="connsiteY83" fmla="*/ 4344485 h 4533900"/>
              <a:gd name="connsiteX84" fmla="*/ 11600097 w 12193201"/>
              <a:gd name="connsiteY84" fmla="*/ 4344178 h 4533900"/>
              <a:gd name="connsiteX85" fmla="*/ 11627422 w 12193201"/>
              <a:gd name="connsiteY85" fmla="*/ 4344178 h 4533900"/>
              <a:gd name="connsiteX86" fmla="*/ 11629571 w 12193201"/>
              <a:gd name="connsiteY86" fmla="*/ 4342029 h 4533900"/>
              <a:gd name="connsiteX87" fmla="*/ 11628957 w 12193201"/>
              <a:gd name="connsiteY87" fmla="*/ 4287993 h 4533900"/>
              <a:gd name="connsiteX88" fmla="*/ 11628957 w 12193201"/>
              <a:gd name="connsiteY88" fmla="*/ 4273563 h 4533900"/>
              <a:gd name="connsiteX89" fmla="*/ 11661502 w 12193201"/>
              <a:gd name="connsiteY89" fmla="*/ 4233036 h 4533900"/>
              <a:gd name="connsiteX90" fmla="*/ 11685756 w 12193201"/>
              <a:gd name="connsiteY90" fmla="*/ 4261589 h 4533900"/>
              <a:gd name="connsiteX91" fmla="*/ 11685756 w 12193201"/>
              <a:gd name="connsiteY91" fmla="*/ 4287993 h 4533900"/>
              <a:gd name="connsiteX92" fmla="*/ 11685142 w 12193201"/>
              <a:gd name="connsiteY92" fmla="*/ 4342029 h 4533900"/>
              <a:gd name="connsiteX93" fmla="*/ 11687291 w 12193201"/>
              <a:gd name="connsiteY93" fmla="*/ 4344178 h 4533900"/>
              <a:gd name="connsiteX94" fmla="*/ 11714616 w 12193201"/>
              <a:gd name="connsiteY94" fmla="*/ 4344178 h 4533900"/>
              <a:gd name="connsiteX95" fmla="*/ 11716766 w 12193201"/>
              <a:gd name="connsiteY95" fmla="*/ 4342029 h 4533900"/>
              <a:gd name="connsiteX96" fmla="*/ 11716151 w 12193201"/>
              <a:gd name="connsiteY96" fmla="*/ 4287993 h 4533900"/>
              <a:gd name="connsiteX97" fmla="*/ 11716151 w 12193201"/>
              <a:gd name="connsiteY97" fmla="*/ 4260668 h 4533900"/>
              <a:gd name="connsiteX98" fmla="*/ 11671019 w 12193201"/>
              <a:gd name="connsiteY98" fmla="*/ 4208781 h 4533900"/>
              <a:gd name="connsiteX99" fmla="*/ 11246715 w 12193201"/>
              <a:gd name="connsiteY99" fmla="*/ 4208781 h 4533900"/>
              <a:gd name="connsiteX100" fmla="*/ 11182240 w 12193201"/>
              <a:gd name="connsiteY100" fmla="*/ 4278475 h 4533900"/>
              <a:gd name="connsiteX101" fmla="*/ 11247636 w 12193201"/>
              <a:gd name="connsiteY101" fmla="*/ 4347248 h 4533900"/>
              <a:gd name="connsiteX102" fmla="*/ 11307812 w 12193201"/>
              <a:gd name="connsiteY102" fmla="*/ 4304265 h 4533900"/>
              <a:gd name="connsiteX103" fmla="*/ 11305970 w 12193201"/>
              <a:gd name="connsiteY103" fmla="*/ 4302116 h 4533900"/>
              <a:gd name="connsiteX104" fmla="*/ 11280180 w 12193201"/>
              <a:gd name="connsiteY104" fmla="*/ 4302116 h 4533900"/>
              <a:gd name="connsiteX105" fmla="*/ 11277724 w 12193201"/>
              <a:gd name="connsiteY105" fmla="*/ 4304265 h 4533900"/>
              <a:gd name="connsiteX106" fmla="*/ 11248250 w 12193201"/>
              <a:gd name="connsiteY106" fmla="*/ 4325450 h 4533900"/>
              <a:gd name="connsiteX107" fmla="*/ 11212942 w 12193201"/>
              <a:gd name="connsiteY107" fmla="*/ 4284002 h 4533900"/>
              <a:gd name="connsiteX108" fmla="*/ 11309347 w 12193201"/>
              <a:gd name="connsiteY108" fmla="*/ 4284002 h 4533900"/>
              <a:gd name="connsiteX109" fmla="*/ 11311496 w 12193201"/>
              <a:gd name="connsiteY109" fmla="*/ 4281853 h 4533900"/>
              <a:gd name="connsiteX110" fmla="*/ 11246715 w 12193201"/>
              <a:gd name="connsiteY110" fmla="*/ 4208781 h 4533900"/>
              <a:gd name="connsiteX111" fmla="*/ 10823945 w 12193201"/>
              <a:gd name="connsiteY111" fmla="*/ 4193430 h 4533900"/>
              <a:gd name="connsiteX112" fmla="*/ 10860481 w 12193201"/>
              <a:gd name="connsiteY112" fmla="*/ 4193430 h 4533900"/>
              <a:gd name="connsiteX113" fmla="*/ 10860481 w 12193201"/>
              <a:gd name="connsiteY113" fmla="*/ 4366284 h 4533900"/>
              <a:gd name="connsiteX114" fmla="*/ 10823945 w 12193201"/>
              <a:gd name="connsiteY114" fmla="*/ 4366284 h 4533900"/>
              <a:gd name="connsiteX115" fmla="*/ 10905613 w 12193201"/>
              <a:gd name="connsiteY115" fmla="*/ 4143692 h 4533900"/>
              <a:gd name="connsiteX116" fmla="*/ 10705742 w 12193201"/>
              <a:gd name="connsiteY116" fmla="*/ 4216456 h 4533900"/>
              <a:gd name="connsiteX117" fmla="*/ 10778506 w 12193201"/>
              <a:gd name="connsiteY117" fmla="*/ 4416329 h 4533900"/>
              <a:gd name="connsiteX118" fmla="*/ 10978377 w 12193201"/>
              <a:gd name="connsiteY118" fmla="*/ 4343564 h 4533900"/>
              <a:gd name="connsiteX119" fmla="*/ 6096608 w 12193201"/>
              <a:gd name="connsiteY119" fmla="*/ 0 h 4533900"/>
              <a:gd name="connsiteX120" fmla="*/ 12193201 w 12193201"/>
              <a:gd name="connsiteY120" fmla="*/ 2202541 h 4533900"/>
              <a:gd name="connsiteX121" fmla="*/ 12193201 w 12193201"/>
              <a:gd name="connsiteY121" fmla="*/ 4533900 h 4533900"/>
              <a:gd name="connsiteX122" fmla="*/ 5 w 12193201"/>
              <a:gd name="connsiteY122" fmla="*/ 4533900 h 4533900"/>
              <a:gd name="connsiteX123" fmla="*/ 0 w 12193201"/>
              <a:gd name="connsiteY123" fmla="*/ 4533900 h 4533900"/>
              <a:gd name="connsiteX124" fmla="*/ 5 w 12193201"/>
              <a:gd name="connsiteY124" fmla="*/ 2202541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12193201" h="4533900">
                <a:moveTo>
                  <a:pt x="10905613" y="4270800"/>
                </a:moveTo>
                <a:lnTo>
                  <a:pt x="10923728" y="4270800"/>
                </a:lnTo>
                <a:lnTo>
                  <a:pt x="10923728" y="4343564"/>
                </a:lnTo>
                <a:lnTo>
                  <a:pt x="10905613" y="4343564"/>
                </a:lnTo>
                <a:close/>
                <a:moveTo>
                  <a:pt x="10787410" y="4234571"/>
                </a:moveTo>
                <a:lnTo>
                  <a:pt x="10814735" y="4234571"/>
                </a:lnTo>
                <a:lnTo>
                  <a:pt x="10814735" y="4343564"/>
                </a:lnTo>
                <a:lnTo>
                  <a:pt x="10787410" y="4343564"/>
                </a:lnTo>
                <a:close/>
                <a:moveTo>
                  <a:pt x="11383033" y="4231808"/>
                </a:moveTo>
                <a:cubicBezTo>
                  <a:pt x="11404217" y="4232115"/>
                  <a:pt x="11415577" y="4248694"/>
                  <a:pt x="11415270" y="4278782"/>
                </a:cubicBezTo>
                <a:cubicBezTo>
                  <a:pt x="11415270" y="4307949"/>
                  <a:pt x="11403296" y="4322380"/>
                  <a:pt x="11383033" y="4322380"/>
                </a:cubicBezTo>
                <a:cubicBezTo>
                  <a:pt x="11361234" y="4322687"/>
                  <a:pt x="11349567" y="4306414"/>
                  <a:pt x="11349567" y="4276326"/>
                </a:cubicBezTo>
                <a:cubicBezTo>
                  <a:pt x="11349567" y="4248080"/>
                  <a:pt x="11360927" y="4231194"/>
                  <a:pt x="11383033" y="4231808"/>
                </a:cubicBezTo>
                <a:close/>
                <a:moveTo>
                  <a:pt x="11109783" y="4231501"/>
                </a:moveTo>
                <a:cubicBezTo>
                  <a:pt x="11130353" y="4231501"/>
                  <a:pt x="11142327" y="4248694"/>
                  <a:pt x="11142020" y="4279089"/>
                </a:cubicBezTo>
                <a:cubicBezTo>
                  <a:pt x="11141713" y="4309792"/>
                  <a:pt x="11129739" y="4325143"/>
                  <a:pt x="11108862" y="4325143"/>
                </a:cubicBezTo>
                <a:cubicBezTo>
                  <a:pt x="11087370" y="4325143"/>
                  <a:pt x="11076010" y="4307335"/>
                  <a:pt x="11076010" y="4276633"/>
                </a:cubicBezTo>
                <a:cubicBezTo>
                  <a:pt x="11076010" y="4248387"/>
                  <a:pt x="11087063" y="4231194"/>
                  <a:pt x="11109783" y="4231501"/>
                </a:cubicBezTo>
                <a:close/>
                <a:moveTo>
                  <a:pt x="11520885" y="4231194"/>
                </a:moveTo>
                <a:cubicBezTo>
                  <a:pt x="11543297" y="4231194"/>
                  <a:pt x="11554350" y="4247466"/>
                  <a:pt x="11554350" y="4278782"/>
                </a:cubicBezTo>
                <a:cubicBezTo>
                  <a:pt x="11554350" y="4310406"/>
                  <a:pt x="11543604" y="4325757"/>
                  <a:pt x="11521192" y="4325757"/>
                </a:cubicBezTo>
                <a:cubicBezTo>
                  <a:pt x="11498472" y="4325757"/>
                  <a:pt x="11487419" y="4310099"/>
                  <a:pt x="11487112" y="4279089"/>
                </a:cubicBezTo>
                <a:cubicBezTo>
                  <a:pt x="11487112" y="4247773"/>
                  <a:pt x="11498165" y="4231501"/>
                  <a:pt x="11520885" y="4231194"/>
                </a:cubicBezTo>
                <a:close/>
                <a:moveTo>
                  <a:pt x="11246715" y="4230580"/>
                </a:moveTo>
                <a:cubicBezTo>
                  <a:pt x="11266978" y="4230580"/>
                  <a:pt x="11276803" y="4245931"/>
                  <a:pt x="11278031" y="4263124"/>
                </a:cubicBezTo>
                <a:lnTo>
                  <a:pt x="11213863" y="4263124"/>
                </a:lnTo>
                <a:cubicBezTo>
                  <a:pt x="11217240" y="4241940"/>
                  <a:pt x="11228293" y="4230580"/>
                  <a:pt x="11246715" y="4230580"/>
                </a:cubicBezTo>
                <a:close/>
                <a:moveTo>
                  <a:pt x="10869385" y="4216456"/>
                </a:moveTo>
                <a:lnTo>
                  <a:pt x="10896710" y="4216456"/>
                </a:lnTo>
                <a:lnTo>
                  <a:pt x="10896710" y="4325450"/>
                </a:lnTo>
                <a:lnTo>
                  <a:pt x="10869385" y="4325450"/>
                </a:lnTo>
                <a:close/>
                <a:moveTo>
                  <a:pt x="10760085" y="4216149"/>
                </a:moveTo>
                <a:lnTo>
                  <a:pt x="10778199" y="4216149"/>
                </a:lnTo>
                <a:lnTo>
                  <a:pt x="10778199" y="4288914"/>
                </a:lnTo>
                <a:lnTo>
                  <a:pt x="10760085" y="4288914"/>
                </a:lnTo>
                <a:close/>
                <a:moveTo>
                  <a:pt x="11375050" y="4210009"/>
                </a:moveTo>
                <a:cubicBezTo>
                  <a:pt x="11339435" y="4210009"/>
                  <a:pt x="11318251" y="4240404"/>
                  <a:pt x="11318251" y="4277554"/>
                </a:cubicBezTo>
                <a:cubicBezTo>
                  <a:pt x="11318251" y="4315011"/>
                  <a:pt x="11337900" y="4343564"/>
                  <a:pt x="11376278" y="4343564"/>
                </a:cubicBezTo>
                <a:cubicBezTo>
                  <a:pt x="11393778" y="4343564"/>
                  <a:pt x="11406980" y="4335889"/>
                  <a:pt x="11415884" y="4322687"/>
                </a:cubicBezTo>
                <a:lnTo>
                  <a:pt x="11415884" y="4337731"/>
                </a:lnTo>
                <a:cubicBezTo>
                  <a:pt x="11415884" y="4362600"/>
                  <a:pt x="11402682" y="4373345"/>
                  <a:pt x="11383647" y="4373345"/>
                </a:cubicBezTo>
                <a:cubicBezTo>
                  <a:pt x="11367682" y="4373345"/>
                  <a:pt x="11357243" y="4367512"/>
                  <a:pt x="11354173" y="4355845"/>
                </a:cubicBezTo>
                <a:cubicBezTo>
                  <a:pt x="11353866" y="4354617"/>
                  <a:pt x="11352945" y="4353696"/>
                  <a:pt x="11351716" y="4353696"/>
                </a:cubicBezTo>
                <a:lnTo>
                  <a:pt x="11325006" y="4353696"/>
                </a:lnTo>
                <a:cubicBezTo>
                  <a:pt x="11324084" y="4353696"/>
                  <a:pt x="11322856" y="4354617"/>
                  <a:pt x="11322856" y="4355845"/>
                </a:cubicBezTo>
                <a:cubicBezTo>
                  <a:pt x="11326541" y="4382556"/>
                  <a:pt x="11350795" y="4395451"/>
                  <a:pt x="11382419" y="4394837"/>
                </a:cubicBezTo>
                <a:cubicBezTo>
                  <a:pt x="11422945" y="4394837"/>
                  <a:pt x="11444437" y="4373652"/>
                  <a:pt x="11444130" y="4338038"/>
                </a:cubicBezTo>
                <a:lnTo>
                  <a:pt x="11443823" y="4272949"/>
                </a:lnTo>
                <a:lnTo>
                  <a:pt x="11445358" y="4214307"/>
                </a:lnTo>
                <a:cubicBezTo>
                  <a:pt x="11445358" y="4213386"/>
                  <a:pt x="11444437" y="4212158"/>
                  <a:pt x="11443209" y="4212158"/>
                </a:cubicBezTo>
                <a:lnTo>
                  <a:pt x="11416191" y="4212158"/>
                </a:lnTo>
                <a:cubicBezTo>
                  <a:pt x="11415270" y="4212158"/>
                  <a:pt x="11414042" y="4213079"/>
                  <a:pt x="11414042" y="4214307"/>
                </a:cubicBezTo>
                <a:lnTo>
                  <a:pt x="11414656" y="4229044"/>
                </a:lnTo>
                <a:cubicBezTo>
                  <a:pt x="11406059" y="4216764"/>
                  <a:pt x="11392550" y="4210009"/>
                  <a:pt x="11375050" y="4210009"/>
                </a:cubicBezTo>
                <a:close/>
                <a:moveTo>
                  <a:pt x="11101186" y="4209702"/>
                </a:moveTo>
                <a:cubicBezTo>
                  <a:pt x="11065878" y="4209702"/>
                  <a:pt x="11044694" y="4240404"/>
                  <a:pt x="11044694" y="4278782"/>
                </a:cubicBezTo>
                <a:cubicBezTo>
                  <a:pt x="11044694" y="4317160"/>
                  <a:pt x="11063729" y="4346941"/>
                  <a:pt x="11100572" y="4346941"/>
                </a:cubicBezTo>
                <a:cubicBezTo>
                  <a:pt x="11118379" y="4346941"/>
                  <a:pt x="11132195" y="4339266"/>
                  <a:pt x="11141099" y="4326064"/>
                </a:cubicBezTo>
                <a:lnTo>
                  <a:pt x="11140485" y="4342336"/>
                </a:lnTo>
                <a:cubicBezTo>
                  <a:pt x="11140485" y="4343564"/>
                  <a:pt x="11141713" y="4344485"/>
                  <a:pt x="11142634" y="4344485"/>
                </a:cubicBezTo>
                <a:lnTo>
                  <a:pt x="11142634" y="4344792"/>
                </a:lnTo>
                <a:lnTo>
                  <a:pt x="11169652" y="4344792"/>
                </a:lnTo>
                <a:cubicBezTo>
                  <a:pt x="11170880" y="4344792"/>
                  <a:pt x="11171801" y="4343564"/>
                  <a:pt x="11171801" y="4342643"/>
                </a:cubicBezTo>
                <a:lnTo>
                  <a:pt x="11170880" y="4278168"/>
                </a:lnTo>
                <a:lnTo>
                  <a:pt x="11171801" y="4214614"/>
                </a:lnTo>
                <a:cubicBezTo>
                  <a:pt x="11171801" y="4213386"/>
                  <a:pt x="11170573" y="4212465"/>
                  <a:pt x="11169652" y="4212465"/>
                </a:cubicBezTo>
                <a:lnTo>
                  <a:pt x="11142327" y="4212465"/>
                </a:lnTo>
                <a:cubicBezTo>
                  <a:pt x="11141099" y="4212465"/>
                  <a:pt x="11140178" y="4213693"/>
                  <a:pt x="11140178" y="4214614"/>
                </a:cubicBezTo>
                <a:lnTo>
                  <a:pt x="11141099" y="4229351"/>
                </a:lnTo>
                <a:cubicBezTo>
                  <a:pt x="11132195" y="4216457"/>
                  <a:pt x="11118686" y="4209702"/>
                  <a:pt x="11101186" y="4209702"/>
                </a:cubicBezTo>
                <a:close/>
                <a:moveTo>
                  <a:pt x="11521192" y="4209088"/>
                </a:moveTo>
                <a:cubicBezTo>
                  <a:pt x="11479437" y="4209088"/>
                  <a:pt x="11455796" y="4237027"/>
                  <a:pt x="11455796" y="4278782"/>
                </a:cubicBezTo>
                <a:cubicBezTo>
                  <a:pt x="11455796" y="4320537"/>
                  <a:pt x="11479437" y="4347555"/>
                  <a:pt x="11521192" y="4347555"/>
                </a:cubicBezTo>
                <a:cubicBezTo>
                  <a:pt x="11562640" y="4347555"/>
                  <a:pt x="11586280" y="4319923"/>
                  <a:pt x="11585973" y="4277861"/>
                </a:cubicBezTo>
                <a:cubicBezTo>
                  <a:pt x="11585973" y="4236106"/>
                  <a:pt x="11562640" y="4209088"/>
                  <a:pt x="11521192" y="4209088"/>
                </a:cubicBezTo>
                <a:close/>
                <a:moveTo>
                  <a:pt x="11671019" y="4208781"/>
                </a:moveTo>
                <a:cubicBezTo>
                  <a:pt x="11651370" y="4208781"/>
                  <a:pt x="11636326" y="4218913"/>
                  <a:pt x="11627729" y="4231194"/>
                </a:cubicBezTo>
                <a:lnTo>
                  <a:pt x="11628650" y="4214000"/>
                </a:lnTo>
                <a:cubicBezTo>
                  <a:pt x="11628650" y="4212772"/>
                  <a:pt x="11627422" y="4211851"/>
                  <a:pt x="11626501" y="4211851"/>
                </a:cubicBezTo>
                <a:lnTo>
                  <a:pt x="11600711" y="4211851"/>
                </a:lnTo>
                <a:cubicBezTo>
                  <a:pt x="11599483" y="4211851"/>
                  <a:pt x="11598562" y="4213079"/>
                  <a:pt x="11598562" y="4214000"/>
                </a:cubicBezTo>
                <a:lnTo>
                  <a:pt x="11598869" y="4282160"/>
                </a:lnTo>
                <a:lnTo>
                  <a:pt x="11597948" y="4342336"/>
                </a:lnTo>
                <a:cubicBezTo>
                  <a:pt x="11597948" y="4343564"/>
                  <a:pt x="11599176" y="4344485"/>
                  <a:pt x="11600097" y="4344485"/>
                </a:cubicBezTo>
                <a:lnTo>
                  <a:pt x="11600097" y="4344178"/>
                </a:lnTo>
                <a:lnTo>
                  <a:pt x="11627422" y="4344178"/>
                </a:lnTo>
                <a:cubicBezTo>
                  <a:pt x="11628650" y="4344178"/>
                  <a:pt x="11629571" y="4342950"/>
                  <a:pt x="11629571" y="4342029"/>
                </a:cubicBezTo>
                <a:lnTo>
                  <a:pt x="11628957" y="4287993"/>
                </a:lnTo>
                <a:lnTo>
                  <a:pt x="11628957" y="4273563"/>
                </a:lnTo>
                <a:cubicBezTo>
                  <a:pt x="11631413" y="4246238"/>
                  <a:pt x="11646150" y="4233036"/>
                  <a:pt x="11661502" y="4233036"/>
                </a:cubicBezTo>
                <a:cubicBezTo>
                  <a:pt x="11675625" y="4233036"/>
                  <a:pt x="11685756" y="4242861"/>
                  <a:pt x="11685756" y="4261589"/>
                </a:cubicBezTo>
                <a:lnTo>
                  <a:pt x="11685756" y="4287993"/>
                </a:lnTo>
                <a:lnTo>
                  <a:pt x="11685142" y="4342029"/>
                </a:lnTo>
                <a:cubicBezTo>
                  <a:pt x="11685142" y="4343257"/>
                  <a:pt x="11686370" y="4344178"/>
                  <a:pt x="11687291" y="4344178"/>
                </a:cubicBezTo>
                <a:lnTo>
                  <a:pt x="11714616" y="4344178"/>
                </a:lnTo>
                <a:cubicBezTo>
                  <a:pt x="11715844" y="4344178"/>
                  <a:pt x="11716766" y="4342950"/>
                  <a:pt x="11716766" y="4342029"/>
                </a:cubicBezTo>
                <a:lnTo>
                  <a:pt x="11716151" y="4287993"/>
                </a:lnTo>
                <a:lnTo>
                  <a:pt x="11716151" y="4260668"/>
                </a:lnTo>
                <a:cubicBezTo>
                  <a:pt x="11716151" y="4227202"/>
                  <a:pt x="11698344" y="4208781"/>
                  <a:pt x="11671019" y="4208781"/>
                </a:cubicBezTo>
                <a:close/>
                <a:moveTo>
                  <a:pt x="11246715" y="4208781"/>
                </a:moveTo>
                <a:cubicBezTo>
                  <a:pt x="11206495" y="4208781"/>
                  <a:pt x="11182240" y="4236720"/>
                  <a:pt x="11182240" y="4278475"/>
                </a:cubicBezTo>
                <a:cubicBezTo>
                  <a:pt x="11182240" y="4318695"/>
                  <a:pt x="11204960" y="4347248"/>
                  <a:pt x="11247636" y="4347248"/>
                </a:cubicBezTo>
                <a:cubicBezTo>
                  <a:pt x="11281408" y="4347248"/>
                  <a:pt x="11302900" y="4328213"/>
                  <a:pt x="11307812" y="4304265"/>
                </a:cubicBezTo>
                <a:cubicBezTo>
                  <a:pt x="11308119" y="4303037"/>
                  <a:pt x="11306891" y="4302116"/>
                  <a:pt x="11305970" y="4302116"/>
                </a:cubicBezTo>
                <a:lnTo>
                  <a:pt x="11280180" y="4302116"/>
                </a:lnTo>
                <a:cubicBezTo>
                  <a:pt x="11279259" y="4302116"/>
                  <a:pt x="11278031" y="4303037"/>
                  <a:pt x="11277724" y="4304265"/>
                </a:cubicBezTo>
                <a:cubicBezTo>
                  <a:pt x="11273425" y="4318388"/>
                  <a:pt x="11263294" y="4325450"/>
                  <a:pt x="11248250" y="4325450"/>
                </a:cubicBezTo>
                <a:cubicBezTo>
                  <a:pt x="11225837" y="4325450"/>
                  <a:pt x="11214170" y="4312248"/>
                  <a:pt x="11212942" y="4284002"/>
                </a:cubicBezTo>
                <a:lnTo>
                  <a:pt x="11309347" y="4284002"/>
                </a:lnTo>
                <a:cubicBezTo>
                  <a:pt x="11310575" y="4284002"/>
                  <a:pt x="11311496" y="4282774"/>
                  <a:pt x="11311496" y="4281853"/>
                </a:cubicBezTo>
                <a:cubicBezTo>
                  <a:pt x="11310882" y="4236720"/>
                  <a:pt x="11287548" y="4209088"/>
                  <a:pt x="11246715" y="4208781"/>
                </a:cubicBezTo>
                <a:close/>
                <a:moveTo>
                  <a:pt x="10823945" y="4193430"/>
                </a:moveTo>
                <a:lnTo>
                  <a:pt x="10860481" y="4193430"/>
                </a:lnTo>
                <a:lnTo>
                  <a:pt x="10860481" y="4366284"/>
                </a:lnTo>
                <a:lnTo>
                  <a:pt x="10823945" y="4366284"/>
                </a:lnTo>
                <a:close/>
                <a:moveTo>
                  <a:pt x="10905613" y="4143692"/>
                </a:moveTo>
                <a:lnTo>
                  <a:pt x="10705742" y="4216456"/>
                </a:lnTo>
                <a:lnTo>
                  <a:pt x="10778506" y="4416329"/>
                </a:lnTo>
                <a:lnTo>
                  <a:pt x="10978377" y="4343564"/>
                </a:lnTo>
                <a:close/>
                <a:moveTo>
                  <a:pt x="6096608" y="0"/>
                </a:moveTo>
                <a:lnTo>
                  <a:pt x="12193201" y="2202541"/>
                </a:lnTo>
                <a:lnTo>
                  <a:pt x="12193201" y="4533900"/>
                </a:lnTo>
                <a:lnTo>
                  <a:pt x="5" y="4533900"/>
                </a:lnTo>
                <a:lnTo>
                  <a:pt x="0" y="4533900"/>
                </a:lnTo>
                <a:cubicBezTo>
                  <a:pt x="2" y="3756780"/>
                  <a:pt x="3" y="2979661"/>
                  <a:pt x="5" y="2202541"/>
                </a:cubicBezTo>
                <a:close/>
              </a:path>
            </a:pathLst>
          </a:custGeom>
          <a:noFill/>
        </p:spPr>
        <p:txBody>
          <a:bodyPr wrap="square" anchor="ctr" anchorCtr="0">
            <a:noAutofit/>
          </a:bodyPr>
          <a:lstStyle>
            <a:lvl1pPr algn="ctr">
              <a:defRPr/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21" name="Logo">
            <a:extLst>
              <a:ext uri="{FF2B5EF4-FFF2-40B4-BE49-F238E27FC236}">
                <a16:creationId xmlns:a16="http://schemas.microsoft.com/office/drawing/2014/main" id="{F7EBACA9-2000-087F-DA19-85796544C754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19565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C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437078D-61B6-1C88-FE5E-58B025EB386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600" y="2324100"/>
            <a:ext cx="12193201" cy="4533900"/>
          </a:xfrm>
          <a:custGeom>
            <a:avLst/>
            <a:gdLst>
              <a:gd name="connsiteX0" fmla="*/ 10905613 w 12193201"/>
              <a:gd name="connsiteY0" fmla="*/ 4270799 h 4533900"/>
              <a:gd name="connsiteX1" fmla="*/ 10923728 w 12193201"/>
              <a:gd name="connsiteY1" fmla="*/ 4270799 h 4533900"/>
              <a:gd name="connsiteX2" fmla="*/ 10923728 w 12193201"/>
              <a:gd name="connsiteY2" fmla="*/ 4343563 h 4533900"/>
              <a:gd name="connsiteX3" fmla="*/ 10905613 w 12193201"/>
              <a:gd name="connsiteY3" fmla="*/ 4343563 h 4533900"/>
              <a:gd name="connsiteX4" fmla="*/ 10787410 w 12193201"/>
              <a:gd name="connsiteY4" fmla="*/ 4234570 h 4533900"/>
              <a:gd name="connsiteX5" fmla="*/ 10814735 w 12193201"/>
              <a:gd name="connsiteY5" fmla="*/ 4234570 h 4533900"/>
              <a:gd name="connsiteX6" fmla="*/ 10814735 w 12193201"/>
              <a:gd name="connsiteY6" fmla="*/ 4343563 h 4533900"/>
              <a:gd name="connsiteX7" fmla="*/ 10787410 w 12193201"/>
              <a:gd name="connsiteY7" fmla="*/ 4343563 h 4533900"/>
              <a:gd name="connsiteX8" fmla="*/ 11383033 w 12193201"/>
              <a:gd name="connsiteY8" fmla="*/ 4231807 h 4533900"/>
              <a:gd name="connsiteX9" fmla="*/ 11415270 w 12193201"/>
              <a:gd name="connsiteY9" fmla="*/ 4278781 h 4533900"/>
              <a:gd name="connsiteX10" fmla="*/ 11383033 w 12193201"/>
              <a:gd name="connsiteY10" fmla="*/ 4322379 h 4533900"/>
              <a:gd name="connsiteX11" fmla="*/ 11349567 w 12193201"/>
              <a:gd name="connsiteY11" fmla="*/ 4276325 h 4533900"/>
              <a:gd name="connsiteX12" fmla="*/ 11383033 w 12193201"/>
              <a:gd name="connsiteY12" fmla="*/ 4231807 h 4533900"/>
              <a:gd name="connsiteX13" fmla="*/ 11109783 w 12193201"/>
              <a:gd name="connsiteY13" fmla="*/ 4231500 h 4533900"/>
              <a:gd name="connsiteX14" fmla="*/ 11142020 w 12193201"/>
              <a:gd name="connsiteY14" fmla="*/ 4279088 h 4533900"/>
              <a:gd name="connsiteX15" fmla="*/ 11108862 w 12193201"/>
              <a:gd name="connsiteY15" fmla="*/ 4325142 h 4533900"/>
              <a:gd name="connsiteX16" fmla="*/ 11076010 w 12193201"/>
              <a:gd name="connsiteY16" fmla="*/ 4276632 h 4533900"/>
              <a:gd name="connsiteX17" fmla="*/ 11109783 w 12193201"/>
              <a:gd name="connsiteY17" fmla="*/ 4231500 h 4533900"/>
              <a:gd name="connsiteX18" fmla="*/ 11520885 w 12193201"/>
              <a:gd name="connsiteY18" fmla="*/ 4231193 h 4533900"/>
              <a:gd name="connsiteX19" fmla="*/ 11554350 w 12193201"/>
              <a:gd name="connsiteY19" fmla="*/ 4278781 h 4533900"/>
              <a:gd name="connsiteX20" fmla="*/ 11521192 w 12193201"/>
              <a:gd name="connsiteY20" fmla="*/ 4325756 h 4533900"/>
              <a:gd name="connsiteX21" fmla="*/ 11487112 w 12193201"/>
              <a:gd name="connsiteY21" fmla="*/ 4279088 h 4533900"/>
              <a:gd name="connsiteX22" fmla="*/ 11520885 w 12193201"/>
              <a:gd name="connsiteY22" fmla="*/ 4231193 h 4533900"/>
              <a:gd name="connsiteX23" fmla="*/ 11246715 w 12193201"/>
              <a:gd name="connsiteY23" fmla="*/ 4230579 h 4533900"/>
              <a:gd name="connsiteX24" fmla="*/ 11278031 w 12193201"/>
              <a:gd name="connsiteY24" fmla="*/ 4263123 h 4533900"/>
              <a:gd name="connsiteX25" fmla="*/ 11213863 w 12193201"/>
              <a:gd name="connsiteY25" fmla="*/ 4263123 h 4533900"/>
              <a:gd name="connsiteX26" fmla="*/ 11246715 w 12193201"/>
              <a:gd name="connsiteY26" fmla="*/ 4230579 h 4533900"/>
              <a:gd name="connsiteX27" fmla="*/ 10869385 w 12193201"/>
              <a:gd name="connsiteY27" fmla="*/ 4216455 h 4533900"/>
              <a:gd name="connsiteX28" fmla="*/ 10896710 w 12193201"/>
              <a:gd name="connsiteY28" fmla="*/ 4216455 h 4533900"/>
              <a:gd name="connsiteX29" fmla="*/ 10896710 w 12193201"/>
              <a:gd name="connsiteY29" fmla="*/ 4325449 h 4533900"/>
              <a:gd name="connsiteX30" fmla="*/ 10869385 w 12193201"/>
              <a:gd name="connsiteY30" fmla="*/ 4325449 h 4533900"/>
              <a:gd name="connsiteX31" fmla="*/ 10760085 w 12193201"/>
              <a:gd name="connsiteY31" fmla="*/ 4216148 h 4533900"/>
              <a:gd name="connsiteX32" fmla="*/ 10778199 w 12193201"/>
              <a:gd name="connsiteY32" fmla="*/ 4216148 h 4533900"/>
              <a:gd name="connsiteX33" fmla="*/ 10778199 w 12193201"/>
              <a:gd name="connsiteY33" fmla="*/ 4288913 h 4533900"/>
              <a:gd name="connsiteX34" fmla="*/ 10760085 w 12193201"/>
              <a:gd name="connsiteY34" fmla="*/ 4288913 h 4533900"/>
              <a:gd name="connsiteX35" fmla="*/ 11375050 w 12193201"/>
              <a:gd name="connsiteY35" fmla="*/ 4210008 h 4533900"/>
              <a:gd name="connsiteX36" fmla="*/ 11318251 w 12193201"/>
              <a:gd name="connsiteY36" fmla="*/ 4277553 h 4533900"/>
              <a:gd name="connsiteX37" fmla="*/ 11376278 w 12193201"/>
              <a:gd name="connsiteY37" fmla="*/ 4343563 h 4533900"/>
              <a:gd name="connsiteX38" fmla="*/ 11415884 w 12193201"/>
              <a:gd name="connsiteY38" fmla="*/ 4322686 h 4533900"/>
              <a:gd name="connsiteX39" fmla="*/ 11415884 w 12193201"/>
              <a:gd name="connsiteY39" fmla="*/ 4337730 h 4533900"/>
              <a:gd name="connsiteX40" fmla="*/ 11383647 w 12193201"/>
              <a:gd name="connsiteY40" fmla="*/ 4373344 h 4533900"/>
              <a:gd name="connsiteX41" fmla="*/ 11354173 w 12193201"/>
              <a:gd name="connsiteY41" fmla="*/ 4355844 h 4533900"/>
              <a:gd name="connsiteX42" fmla="*/ 11351716 w 12193201"/>
              <a:gd name="connsiteY42" fmla="*/ 4353695 h 4533900"/>
              <a:gd name="connsiteX43" fmla="*/ 11325006 w 12193201"/>
              <a:gd name="connsiteY43" fmla="*/ 4353695 h 4533900"/>
              <a:gd name="connsiteX44" fmla="*/ 11322856 w 12193201"/>
              <a:gd name="connsiteY44" fmla="*/ 4355844 h 4533900"/>
              <a:gd name="connsiteX45" fmla="*/ 11382419 w 12193201"/>
              <a:gd name="connsiteY45" fmla="*/ 4394836 h 4533900"/>
              <a:gd name="connsiteX46" fmla="*/ 11444130 w 12193201"/>
              <a:gd name="connsiteY46" fmla="*/ 4338037 h 4533900"/>
              <a:gd name="connsiteX47" fmla="*/ 11443823 w 12193201"/>
              <a:gd name="connsiteY47" fmla="*/ 4272948 h 4533900"/>
              <a:gd name="connsiteX48" fmla="*/ 11445358 w 12193201"/>
              <a:gd name="connsiteY48" fmla="*/ 4214306 h 4533900"/>
              <a:gd name="connsiteX49" fmla="*/ 11443209 w 12193201"/>
              <a:gd name="connsiteY49" fmla="*/ 4212157 h 4533900"/>
              <a:gd name="connsiteX50" fmla="*/ 11416191 w 12193201"/>
              <a:gd name="connsiteY50" fmla="*/ 4212157 h 4533900"/>
              <a:gd name="connsiteX51" fmla="*/ 11414042 w 12193201"/>
              <a:gd name="connsiteY51" fmla="*/ 4214306 h 4533900"/>
              <a:gd name="connsiteX52" fmla="*/ 11414656 w 12193201"/>
              <a:gd name="connsiteY52" fmla="*/ 4229043 h 4533900"/>
              <a:gd name="connsiteX53" fmla="*/ 11375050 w 12193201"/>
              <a:gd name="connsiteY53" fmla="*/ 4210008 h 4533900"/>
              <a:gd name="connsiteX54" fmla="*/ 11101186 w 12193201"/>
              <a:gd name="connsiteY54" fmla="*/ 4209701 h 4533900"/>
              <a:gd name="connsiteX55" fmla="*/ 11044694 w 12193201"/>
              <a:gd name="connsiteY55" fmla="*/ 4278781 h 4533900"/>
              <a:gd name="connsiteX56" fmla="*/ 11100572 w 12193201"/>
              <a:gd name="connsiteY56" fmla="*/ 4346940 h 4533900"/>
              <a:gd name="connsiteX57" fmla="*/ 11141099 w 12193201"/>
              <a:gd name="connsiteY57" fmla="*/ 4326063 h 4533900"/>
              <a:gd name="connsiteX58" fmla="*/ 11140485 w 12193201"/>
              <a:gd name="connsiteY58" fmla="*/ 4342335 h 4533900"/>
              <a:gd name="connsiteX59" fmla="*/ 11142634 w 12193201"/>
              <a:gd name="connsiteY59" fmla="*/ 4344484 h 4533900"/>
              <a:gd name="connsiteX60" fmla="*/ 11142634 w 12193201"/>
              <a:gd name="connsiteY60" fmla="*/ 4344791 h 4533900"/>
              <a:gd name="connsiteX61" fmla="*/ 11169652 w 12193201"/>
              <a:gd name="connsiteY61" fmla="*/ 4344791 h 4533900"/>
              <a:gd name="connsiteX62" fmla="*/ 11171801 w 12193201"/>
              <a:gd name="connsiteY62" fmla="*/ 4342642 h 4533900"/>
              <a:gd name="connsiteX63" fmla="*/ 11170880 w 12193201"/>
              <a:gd name="connsiteY63" fmla="*/ 4278167 h 4533900"/>
              <a:gd name="connsiteX64" fmla="*/ 11171801 w 12193201"/>
              <a:gd name="connsiteY64" fmla="*/ 4214613 h 4533900"/>
              <a:gd name="connsiteX65" fmla="*/ 11169652 w 12193201"/>
              <a:gd name="connsiteY65" fmla="*/ 4212464 h 4533900"/>
              <a:gd name="connsiteX66" fmla="*/ 11142327 w 12193201"/>
              <a:gd name="connsiteY66" fmla="*/ 4212464 h 4533900"/>
              <a:gd name="connsiteX67" fmla="*/ 11140178 w 12193201"/>
              <a:gd name="connsiteY67" fmla="*/ 4214613 h 4533900"/>
              <a:gd name="connsiteX68" fmla="*/ 11141099 w 12193201"/>
              <a:gd name="connsiteY68" fmla="*/ 4229350 h 4533900"/>
              <a:gd name="connsiteX69" fmla="*/ 11101186 w 12193201"/>
              <a:gd name="connsiteY69" fmla="*/ 4209701 h 4533900"/>
              <a:gd name="connsiteX70" fmla="*/ 11521192 w 12193201"/>
              <a:gd name="connsiteY70" fmla="*/ 4209087 h 4533900"/>
              <a:gd name="connsiteX71" fmla="*/ 11455796 w 12193201"/>
              <a:gd name="connsiteY71" fmla="*/ 4278781 h 4533900"/>
              <a:gd name="connsiteX72" fmla="*/ 11521192 w 12193201"/>
              <a:gd name="connsiteY72" fmla="*/ 4347554 h 4533900"/>
              <a:gd name="connsiteX73" fmla="*/ 11585973 w 12193201"/>
              <a:gd name="connsiteY73" fmla="*/ 4277860 h 4533900"/>
              <a:gd name="connsiteX74" fmla="*/ 11521192 w 12193201"/>
              <a:gd name="connsiteY74" fmla="*/ 4209087 h 4533900"/>
              <a:gd name="connsiteX75" fmla="*/ 11671019 w 12193201"/>
              <a:gd name="connsiteY75" fmla="*/ 4208780 h 4533900"/>
              <a:gd name="connsiteX76" fmla="*/ 11627729 w 12193201"/>
              <a:gd name="connsiteY76" fmla="*/ 4231193 h 4533900"/>
              <a:gd name="connsiteX77" fmla="*/ 11628650 w 12193201"/>
              <a:gd name="connsiteY77" fmla="*/ 4213999 h 4533900"/>
              <a:gd name="connsiteX78" fmla="*/ 11626501 w 12193201"/>
              <a:gd name="connsiteY78" fmla="*/ 4211850 h 4533900"/>
              <a:gd name="connsiteX79" fmla="*/ 11600711 w 12193201"/>
              <a:gd name="connsiteY79" fmla="*/ 4211850 h 4533900"/>
              <a:gd name="connsiteX80" fmla="*/ 11598562 w 12193201"/>
              <a:gd name="connsiteY80" fmla="*/ 4213999 h 4533900"/>
              <a:gd name="connsiteX81" fmla="*/ 11598869 w 12193201"/>
              <a:gd name="connsiteY81" fmla="*/ 4282159 h 4533900"/>
              <a:gd name="connsiteX82" fmla="*/ 11597948 w 12193201"/>
              <a:gd name="connsiteY82" fmla="*/ 4342335 h 4533900"/>
              <a:gd name="connsiteX83" fmla="*/ 11600097 w 12193201"/>
              <a:gd name="connsiteY83" fmla="*/ 4344484 h 4533900"/>
              <a:gd name="connsiteX84" fmla="*/ 11600097 w 12193201"/>
              <a:gd name="connsiteY84" fmla="*/ 4344177 h 4533900"/>
              <a:gd name="connsiteX85" fmla="*/ 11627422 w 12193201"/>
              <a:gd name="connsiteY85" fmla="*/ 4344177 h 4533900"/>
              <a:gd name="connsiteX86" fmla="*/ 11629571 w 12193201"/>
              <a:gd name="connsiteY86" fmla="*/ 4342028 h 4533900"/>
              <a:gd name="connsiteX87" fmla="*/ 11628957 w 12193201"/>
              <a:gd name="connsiteY87" fmla="*/ 4287992 h 4533900"/>
              <a:gd name="connsiteX88" fmla="*/ 11628957 w 12193201"/>
              <a:gd name="connsiteY88" fmla="*/ 4273562 h 4533900"/>
              <a:gd name="connsiteX89" fmla="*/ 11661502 w 12193201"/>
              <a:gd name="connsiteY89" fmla="*/ 4233035 h 4533900"/>
              <a:gd name="connsiteX90" fmla="*/ 11685756 w 12193201"/>
              <a:gd name="connsiteY90" fmla="*/ 4261588 h 4533900"/>
              <a:gd name="connsiteX91" fmla="*/ 11685756 w 12193201"/>
              <a:gd name="connsiteY91" fmla="*/ 4287992 h 4533900"/>
              <a:gd name="connsiteX92" fmla="*/ 11685142 w 12193201"/>
              <a:gd name="connsiteY92" fmla="*/ 4342028 h 4533900"/>
              <a:gd name="connsiteX93" fmla="*/ 11687291 w 12193201"/>
              <a:gd name="connsiteY93" fmla="*/ 4344177 h 4533900"/>
              <a:gd name="connsiteX94" fmla="*/ 11714616 w 12193201"/>
              <a:gd name="connsiteY94" fmla="*/ 4344177 h 4533900"/>
              <a:gd name="connsiteX95" fmla="*/ 11716766 w 12193201"/>
              <a:gd name="connsiteY95" fmla="*/ 4342028 h 4533900"/>
              <a:gd name="connsiteX96" fmla="*/ 11716151 w 12193201"/>
              <a:gd name="connsiteY96" fmla="*/ 4287992 h 4533900"/>
              <a:gd name="connsiteX97" fmla="*/ 11716151 w 12193201"/>
              <a:gd name="connsiteY97" fmla="*/ 4260667 h 4533900"/>
              <a:gd name="connsiteX98" fmla="*/ 11671019 w 12193201"/>
              <a:gd name="connsiteY98" fmla="*/ 4208780 h 4533900"/>
              <a:gd name="connsiteX99" fmla="*/ 11246715 w 12193201"/>
              <a:gd name="connsiteY99" fmla="*/ 4208780 h 4533900"/>
              <a:gd name="connsiteX100" fmla="*/ 11182240 w 12193201"/>
              <a:gd name="connsiteY100" fmla="*/ 4278474 h 4533900"/>
              <a:gd name="connsiteX101" fmla="*/ 11247636 w 12193201"/>
              <a:gd name="connsiteY101" fmla="*/ 4347247 h 4533900"/>
              <a:gd name="connsiteX102" fmla="*/ 11307812 w 12193201"/>
              <a:gd name="connsiteY102" fmla="*/ 4304264 h 4533900"/>
              <a:gd name="connsiteX103" fmla="*/ 11305970 w 12193201"/>
              <a:gd name="connsiteY103" fmla="*/ 4302115 h 4533900"/>
              <a:gd name="connsiteX104" fmla="*/ 11280180 w 12193201"/>
              <a:gd name="connsiteY104" fmla="*/ 4302115 h 4533900"/>
              <a:gd name="connsiteX105" fmla="*/ 11277724 w 12193201"/>
              <a:gd name="connsiteY105" fmla="*/ 4304264 h 4533900"/>
              <a:gd name="connsiteX106" fmla="*/ 11248250 w 12193201"/>
              <a:gd name="connsiteY106" fmla="*/ 4325449 h 4533900"/>
              <a:gd name="connsiteX107" fmla="*/ 11212942 w 12193201"/>
              <a:gd name="connsiteY107" fmla="*/ 4284001 h 4533900"/>
              <a:gd name="connsiteX108" fmla="*/ 11309347 w 12193201"/>
              <a:gd name="connsiteY108" fmla="*/ 4284001 h 4533900"/>
              <a:gd name="connsiteX109" fmla="*/ 11311496 w 12193201"/>
              <a:gd name="connsiteY109" fmla="*/ 4281852 h 4533900"/>
              <a:gd name="connsiteX110" fmla="*/ 11246715 w 12193201"/>
              <a:gd name="connsiteY110" fmla="*/ 4208780 h 4533900"/>
              <a:gd name="connsiteX111" fmla="*/ 10823945 w 12193201"/>
              <a:gd name="connsiteY111" fmla="*/ 4193429 h 4533900"/>
              <a:gd name="connsiteX112" fmla="*/ 10860481 w 12193201"/>
              <a:gd name="connsiteY112" fmla="*/ 4193429 h 4533900"/>
              <a:gd name="connsiteX113" fmla="*/ 10860481 w 12193201"/>
              <a:gd name="connsiteY113" fmla="*/ 4366283 h 4533900"/>
              <a:gd name="connsiteX114" fmla="*/ 10823945 w 12193201"/>
              <a:gd name="connsiteY114" fmla="*/ 4366283 h 4533900"/>
              <a:gd name="connsiteX115" fmla="*/ 10905613 w 12193201"/>
              <a:gd name="connsiteY115" fmla="*/ 4143691 h 4533900"/>
              <a:gd name="connsiteX116" fmla="*/ 10705742 w 12193201"/>
              <a:gd name="connsiteY116" fmla="*/ 4216455 h 4533900"/>
              <a:gd name="connsiteX117" fmla="*/ 10778506 w 12193201"/>
              <a:gd name="connsiteY117" fmla="*/ 4416328 h 4533900"/>
              <a:gd name="connsiteX118" fmla="*/ 10978377 w 12193201"/>
              <a:gd name="connsiteY118" fmla="*/ 4343563 h 4533900"/>
              <a:gd name="connsiteX119" fmla="*/ 6096605 w 12193201"/>
              <a:gd name="connsiteY119" fmla="*/ 0 h 4533900"/>
              <a:gd name="connsiteX120" fmla="*/ 9864299 w 12193201"/>
              <a:gd name="connsiteY120" fmla="*/ 881563 h 4533900"/>
              <a:gd name="connsiteX121" fmla="*/ 12193201 w 12193201"/>
              <a:gd name="connsiteY121" fmla="*/ 3189318 h 4533900"/>
              <a:gd name="connsiteX122" fmla="*/ 12193201 w 12193201"/>
              <a:gd name="connsiteY122" fmla="*/ 4533900 h 4533900"/>
              <a:gd name="connsiteX123" fmla="*/ 5 w 12193201"/>
              <a:gd name="connsiteY123" fmla="*/ 4533900 h 4533900"/>
              <a:gd name="connsiteX124" fmla="*/ 5 w 12193201"/>
              <a:gd name="connsiteY124" fmla="*/ 4533898 h 4533900"/>
              <a:gd name="connsiteX125" fmla="*/ 0 w 12193201"/>
              <a:gd name="connsiteY125" fmla="*/ 4533898 h 4533900"/>
              <a:gd name="connsiteX126" fmla="*/ 5 w 12193201"/>
              <a:gd name="connsiteY126" fmla="*/ 3189318 h 4533900"/>
              <a:gd name="connsiteX127" fmla="*/ 2328909 w 12193201"/>
              <a:gd name="connsiteY127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12193201" h="4533900">
                <a:moveTo>
                  <a:pt x="10905613" y="4270799"/>
                </a:moveTo>
                <a:lnTo>
                  <a:pt x="10923728" y="4270799"/>
                </a:lnTo>
                <a:lnTo>
                  <a:pt x="10923728" y="4343563"/>
                </a:lnTo>
                <a:lnTo>
                  <a:pt x="10905613" y="4343563"/>
                </a:lnTo>
                <a:close/>
                <a:moveTo>
                  <a:pt x="10787410" y="4234570"/>
                </a:moveTo>
                <a:lnTo>
                  <a:pt x="10814735" y="4234570"/>
                </a:lnTo>
                <a:lnTo>
                  <a:pt x="10814735" y="4343563"/>
                </a:lnTo>
                <a:lnTo>
                  <a:pt x="10787410" y="4343563"/>
                </a:lnTo>
                <a:close/>
                <a:moveTo>
                  <a:pt x="11383033" y="4231807"/>
                </a:moveTo>
                <a:cubicBezTo>
                  <a:pt x="11404217" y="4232114"/>
                  <a:pt x="11415577" y="4248693"/>
                  <a:pt x="11415270" y="4278781"/>
                </a:cubicBezTo>
                <a:cubicBezTo>
                  <a:pt x="11415270" y="4307948"/>
                  <a:pt x="11403296" y="4322379"/>
                  <a:pt x="11383033" y="4322379"/>
                </a:cubicBezTo>
                <a:cubicBezTo>
                  <a:pt x="11361234" y="4322686"/>
                  <a:pt x="11349567" y="4306413"/>
                  <a:pt x="11349567" y="4276325"/>
                </a:cubicBezTo>
                <a:cubicBezTo>
                  <a:pt x="11349567" y="4248079"/>
                  <a:pt x="11360927" y="4231193"/>
                  <a:pt x="11383033" y="4231807"/>
                </a:cubicBezTo>
                <a:close/>
                <a:moveTo>
                  <a:pt x="11109783" y="4231500"/>
                </a:moveTo>
                <a:cubicBezTo>
                  <a:pt x="11130353" y="4231500"/>
                  <a:pt x="11142327" y="4248693"/>
                  <a:pt x="11142020" y="4279088"/>
                </a:cubicBezTo>
                <a:cubicBezTo>
                  <a:pt x="11141713" y="4309791"/>
                  <a:pt x="11129739" y="4325142"/>
                  <a:pt x="11108862" y="4325142"/>
                </a:cubicBezTo>
                <a:cubicBezTo>
                  <a:pt x="11087370" y="4325142"/>
                  <a:pt x="11076010" y="4307334"/>
                  <a:pt x="11076010" y="4276632"/>
                </a:cubicBezTo>
                <a:cubicBezTo>
                  <a:pt x="11076010" y="4248386"/>
                  <a:pt x="11087063" y="4231193"/>
                  <a:pt x="11109783" y="4231500"/>
                </a:cubicBezTo>
                <a:close/>
                <a:moveTo>
                  <a:pt x="11520885" y="4231193"/>
                </a:moveTo>
                <a:cubicBezTo>
                  <a:pt x="11543297" y="4231193"/>
                  <a:pt x="11554350" y="4247465"/>
                  <a:pt x="11554350" y="4278781"/>
                </a:cubicBezTo>
                <a:cubicBezTo>
                  <a:pt x="11554350" y="4310405"/>
                  <a:pt x="11543604" y="4325756"/>
                  <a:pt x="11521192" y="4325756"/>
                </a:cubicBezTo>
                <a:cubicBezTo>
                  <a:pt x="11498472" y="4325756"/>
                  <a:pt x="11487419" y="4310098"/>
                  <a:pt x="11487112" y="4279088"/>
                </a:cubicBezTo>
                <a:cubicBezTo>
                  <a:pt x="11487112" y="4247772"/>
                  <a:pt x="11498165" y="4231500"/>
                  <a:pt x="11520885" y="4231193"/>
                </a:cubicBezTo>
                <a:close/>
                <a:moveTo>
                  <a:pt x="11246715" y="4230579"/>
                </a:moveTo>
                <a:cubicBezTo>
                  <a:pt x="11266978" y="4230579"/>
                  <a:pt x="11276803" y="4245930"/>
                  <a:pt x="11278031" y="4263123"/>
                </a:cubicBezTo>
                <a:lnTo>
                  <a:pt x="11213863" y="4263123"/>
                </a:lnTo>
                <a:cubicBezTo>
                  <a:pt x="11217240" y="4241939"/>
                  <a:pt x="11228293" y="4230579"/>
                  <a:pt x="11246715" y="4230579"/>
                </a:cubicBezTo>
                <a:close/>
                <a:moveTo>
                  <a:pt x="10869385" y="4216455"/>
                </a:moveTo>
                <a:lnTo>
                  <a:pt x="10896710" y="4216455"/>
                </a:lnTo>
                <a:lnTo>
                  <a:pt x="10896710" y="4325449"/>
                </a:lnTo>
                <a:lnTo>
                  <a:pt x="10869385" y="4325449"/>
                </a:lnTo>
                <a:close/>
                <a:moveTo>
                  <a:pt x="10760085" y="4216148"/>
                </a:moveTo>
                <a:lnTo>
                  <a:pt x="10778199" y="4216148"/>
                </a:lnTo>
                <a:lnTo>
                  <a:pt x="10778199" y="4288913"/>
                </a:lnTo>
                <a:lnTo>
                  <a:pt x="10760085" y="4288913"/>
                </a:lnTo>
                <a:close/>
                <a:moveTo>
                  <a:pt x="11375050" y="4210008"/>
                </a:moveTo>
                <a:cubicBezTo>
                  <a:pt x="11339435" y="4210008"/>
                  <a:pt x="11318251" y="4240403"/>
                  <a:pt x="11318251" y="4277553"/>
                </a:cubicBezTo>
                <a:cubicBezTo>
                  <a:pt x="11318251" y="4315010"/>
                  <a:pt x="11337900" y="4343563"/>
                  <a:pt x="11376278" y="4343563"/>
                </a:cubicBezTo>
                <a:cubicBezTo>
                  <a:pt x="11393778" y="4343563"/>
                  <a:pt x="11406980" y="4335888"/>
                  <a:pt x="11415884" y="4322686"/>
                </a:cubicBezTo>
                <a:lnTo>
                  <a:pt x="11415884" y="4337730"/>
                </a:lnTo>
                <a:cubicBezTo>
                  <a:pt x="11415884" y="4362599"/>
                  <a:pt x="11402682" y="4373344"/>
                  <a:pt x="11383647" y="4373344"/>
                </a:cubicBezTo>
                <a:cubicBezTo>
                  <a:pt x="11367682" y="4373344"/>
                  <a:pt x="11357243" y="4367511"/>
                  <a:pt x="11354173" y="4355844"/>
                </a:cubicBezTo>
                <a:cubicBezTo>
                  <a:pt x="11353866" y="4354616"/>
                  <a:pt x="11352945" y="4353695"/>
                  <a:pt x="11351716" y="4353695"/>
                </a:cubicBezTo>
                <a:lnTo>
                  <a:pt x="11325006" y="4353695"/>
                </a:lnTo>
                <a:cubicBezTo>
                  <a:pt x="11324084" y="4353695"/>
                  <a:pt x="11322856" y="4354616"/>
                  <a:pt x="11322856" y="4355844"/>
                </a:cubicBezTo>
                <a:cubicBezTo>
                  <a:pt x="11326541" y="4382555"/>
                  <a:pt x="11350795" y="4395450"/>
                  <a:pt x="11382419" y="4394836"/>
                </a:cubicBezTo>
                <a:cubicBezTo>
                  <a:pt x="11422945" y="4394836"/>
                  <a:pt x="11444437" y="4373651"/>
                  <a:pt x="11444130" y="4338037"/>
                </a:cubicBezTo>
                <a:lnTo>
                  <a:pt x="11443823" y="4272948"/>
                </a:lnTo>
                <a:lnTo>
                  <a:pt x="11445358" y="4214306"/>
                </a:lnTo>
                <a:cubicBezTo>
                  <a:pt x="11445358" y="4213385"/>
                  <a:pt x="11444437" y="4212157"/>
                  <a:pt x="11443209" y="4212157"/>
                </a:cubicBezTo>
                <a:lnTo>
                  <a:pt x="11416191" y="4212157"/>
                </a:lnTo>
                <a:cubicBezTo>
                  <a:pt x="11415270" y="4212157"/>
                  <a:pt x="11414042" y="4213078"/>
                  <a:pt x="11414042" y="4214306"/>
                </a:cubicBezTo>
                <a:lnTo>
                  <a:pt x="11414656" y="4229043"/>
                </a:lnTo>
                <a:cubicBezTo>
                  <a:pt x="11406059" y="4216763"/>
                  <a:pt x="11392550" y="4210008"/>
                  <a:pt x="11375050" y="4210008"/>
                </a:cubicBezTo>
                <a:close/>
                <a:moveTo>
                  <a:pt x="11101186" y="4209701"/>
                </a:moveTo>
                <a:cubicBezTo>
                  <a:pt x="11065878" y="4209701"/>
                  <a:pt x="11044694" y="4240403"/>
                  <a:pt x="11044694" y="4278781"/>
                </a:cubicBezTo>
                <a:cubicBezTo>
                  <a:pt x="11044694" y="4317159"/>
                  <a:pt x="11063729" y="4346940"/>
                  <a:pt x="11100572" y="4346940"/>
                </a:cubicBezTo>
                <a:cubicBezTo>
                  <a:pt x="11118379" y="4346940"/>
                  <a:pt x="11132195" y="4339265"/>
                  <a:pt x="11141099" y="4326063"/>
                </a:cubicBezTo>
                <a:lnTo>
                  <a:pt x="11140485" y="4342335"/>
                </a:lnTo>
                <a:cubicBezTo>
                  <a:pt x="11140485" y="4343563"/>
                  <a:pt x="11141713" y="4344484"/>
                  <a:pt x="11142634" y="4344484"/>
                </a:cubicBezTo>
                <a:lnTo>
                  <a:pt x="11142634" y="4344791"/>
                </a:lnTo>
                <a:lnTo>
                  <a:pt x="11169652" y="4344791"/>
                </a:lnTo>
                <a:cubicBezTo>
                  <a:pt x="11170880" y="4344791"/>
                  <a:pt x="11171801" y="4343563"/>
                  <a:pt x="11171801" y="4342642"/>
                </a:cubicBezTo>
                <a:lnTo>
                  <a:pt x="11170880" y="4278167"/>
                </a:lnTo>
                <a:lnTo>
                  <a:pt x="11171801" y="4214613"/>
                </a:lnTo>
                <a:cubicBezTo>
                  <a:pt x="11171801" y="4213385"/>
                  <a:pt x="11170573" y="4212464"/>
                  <a:pt x="11169652" y="4212464"/>
                </a:cubicBezTo>
                <a:lnTo>
                  <a:pt x="11142327" y="4212464"/>
                </a:lnTo>
                <a:cubicBezTo>
                  <a:pt x="11141099" y="4212464"/>
                  <a:pt x="11140178" y="4213692"/>
                  <a:pt x="11140178" y="4214613"/>
                </a:cubicBezTo>
                <a:lnTo>
                  <a:pt x="11141099" y="4229350"/>
                </a:lnTo>
                <a:cubicBezTo>
                  <a:pt x="11132195" y="4216456"/>
                  <a:pt x="11118686" y="4209701"/>
                  <a:pt x="11101186" y="4209701"/>
                </a:cubicBezTo>
                <a:close/>
                <a:moveTo>
                  <a:pt x="11521192" y="4209087"/>
                </a:moveTo>
                <a:cubicBezTo>
                  <a:pt x="11479437" y="4209087"/>
                  <a:pt x="11455796" y="4237026"/>
                  <a:pt x="11455796" y="4278781"/>
                </a:cubicBezTo>
                <a:cubicBezTo>
                  <a:pt x="11455796" y="4320536"/>
                  <a:pt x="11479437" y="4347554"/>
                  <a:pt x="11521192" y="4347554"/>
                </a:cubicBezTo>
                <a:cubicBezTo>
                  <a:pt x="11562640" y="4347554"/>
                  <a:pt x="11586280" y="4319922"/>
                  <a:pt x="11585973" y="4277860"/>
                </a:cubicBezTo>
                <a:cubicBezTo>
                  <a:pt x="11585973" y="4236105"/>
                  <a:pt x="11562640" y="4209087"/>
                  <a:pt x="11521192" y="4209087"/>
                </a:cubicBezTo>
                <a:close/>
                <a:moveTo>
                  <a:pt x="11671019" y="4208780"/>
                </a:moveTo>
                <a:cubicBezTo>
                  <a:pt x="11651370" y="4208780"/>
                  <a:pt x="11636326" y="4218912"/>
                  <a:pt x="11627729" y="4231193"/>
                </a:cubicBezTo>
                <a:lnTo>
                  <a:pt x="11628650" y="4213999"/>
                </a:lnTo>
                <a:cubicBezTo>
                  <a:pt x="11628650" y="4212771"/>
                  <a:pt x="11627422" y="4211850"/>
                  <a:pt x="11626501" y="4211850"/>
                </a:cubicBezTo>
                <a:lnTo>
                  <a:pt x="11600711" y="4211850"/>
                </a:lnTo>
                <a:cubicBezTo>
                  <a:pt x="11599483" y="4211850"/>
                  <a:pt x="11598562" y="4213078"/>
                  <a:pt x="11598562" y="4213999"/>
                </a:cubicBezTo>
                <a:lnTo>
                  <a:pt x="11598869" y="4282159"/>
                </a:lnTo>
                <a:lnTo>
                  <a:pt x="11597948" y="4342335"/>
                </a:lnTo>
                <a:cubicBezTo>
                  <a:pt x="11597948" y="4343563"/>
                  <a:pt x="11599176" y="4344484"/>
                  <a:pt x="11600097" y="4344484"/>
                </a:cubicBezTo>
                <a:lnTo>
                  <a:pt x="11600097" y="4344177"/>
                </a:lnTo>
                <a:lnTo>
                  <a:pt x="11627422" y="4344177"/>
                </a:lnTo>
                <a:cubicBezTo>
                  <a:pt x="11628650" y="4344177"/>
                  <a:pt x="11629571" y="4342949"/>
                  <a:pt x="11629571" y="4342028"/>
                </a:cubicBezTo>
                <a:lnTo>
                  <a:pt x="11628957" y="4287992"/>
                </a:lnTo>
                <a:lnTo>
                  <a:pt x="11628957" y="4273562"/>
                </a:lnTo>
                <a:cubicBezTo>
                  <a:pt x="11631413" y="4246237"/>
                  <a:pt x="11646150" y="4233035"/>
                  <a:pt x="11661502" y="4233035"/>
                </a:cubicBezTo>
                <a:cubicBezTo>
                  <a:pt x="11675625" y="4233035"/>
                  <a:pt x="11685756" y="4242860"/>
                  <a:pt x="11685756" y="4261588"/>
                </a:cubicBezTo>
                <a:lnTo>
                  <a:pt x="11685756" y="4287992"/>
                </a:lnTo>
                <a:lnTo>
                  <a:pt x="11685142" y="4342028"/>
                </a:lnTo>
                <a:cubicBezTo>
                  <a:pt x="11685142" y="4343256"/>
                  <a:pt x="11686370" y="4344177"/>
                  <a:pt x="11687291" y="4344177"/>
                </a:cubicBezTo>
                <a:lnTo>
                  <a:pt x="11714616" y="4344177"/>
                </a:lnTo>
                <a:cubicBezTo>
                  <a:pt x="11715844" y="4344177"/>
                  <a:pt x="11716766" y="4342949"/>
                  <a:pt x="11716766" y="4342028"/>
                </a:cubicBezTo>
                <a:lnTo>
                  <a:pt x="11716151" y="4287992"/>
                </a:lnTo>
                <a:lnTo>
                  <a:pt x="11716151" y="4260667"/>
                </a:lnTo>
                <a:cubicBezTo>
                  <a:pt x="11716151" y="4227201"/>
                  <a:pt x="11698344" y="4208780"/>
                  <a:pt x="11671019" y="4208780"/>
                </a:cubicBezTo>
                <a:close/>
                <a:moveTo>
                  <a:pt x="11246715" y="4208780"/>
                </a:moveTo>
                <a:cubicBezTo>
                  <a:pt x="11206495" y="4208780"/>
                  <a:pt x="11182240" y="4236719"/>
                  <a:pt x="11182240" y="4278474"/>
                </a:cubicBezTo>
                <a:cubicBezTo>
                  <a:pt x="11182240" y="4318694"/>
                  <a:pt x="11204960" y="4347247"/>
                  <a:pt x="11247636" y="4347247"/>
                </a:cubicBezTo>
                <a:cubicBezTo>
                  <a:pt x="11281408" y="4347247"/>
                  <a:pt x="11302900" y="4328212"/>
                  <a:pt x="11307812" y="4304264"/>
                </a:cubicBezTo>
                <a:cubicBezTo>
                  <a:pt x="11308119" y="4303036"/>
                  <a:pt x="11306891" y="4302115"/>
                  <a:pt x="11305970" y="4302115"/>
                </a:cubicBezTo>
                <a:lnTo>
                  <a:pt x="11280180" y="4302115"/>
                </a:lnTo>
                <a:cubicBezTo>
                  <a:pt x="11279259" y="4302115"/>
                  <a:pt x="11278031" y="4303036"/>
                  <a:pt x="11277724" y="4304264"/>
                </a:cubicBezTo>
                <a:cubicBezTo>
                  <a:pt x="11273425" y="4318387"/>
                  <a:pt x="11263294" y="4325449"/>
                  <a:pt x="11248250" y="4325449"/>
                </a:cubicBezTo>
                <a:cubicBezTo>
                  <a:pt x="11225837" y="4325449"/>
                  <a:pt x="11214170" y="4312247"/>
                  <a:pt x="11212942" y="4284001"/>
                </a:cubicBezTo>
                <a:lnTo>
                  <a:pt x="11309347" y="4284001"/>
                </a:lnTo>
                <a:cubicBezTo>
                  <a:pt x="11310575" y="4284001"/>
                  <a:pt x="11311496" y="4282773"/>
                  <a:pt x="11311496" y="4281852"/>
                </a:cubicBezTo>
                <a:cubicBezTo>
                  <a:pt x="11310882" y="4236719"/>
                  <a:pt x="11287548" y="4209087"/>
                  <a:pt x="11246715" y="4208780"/>
                </a:cubicBezTo>
                <a:close/>
                <a:moveTo>
                  <a:pt x="10823945" y="4193429"/>
                </a:moveTo>
                <a:lnTo>
                  <a:pt x="10860481" y="4193429"/>
                </a:lnTo>
                <a:lnTo>
                  <a:pt x="10860481" y="4366283"/>
                </a:lnTo>
                <a:lnTo>
                  <a:pt x="10823945" y="4366283"/>
                </a:lnTo>
                <a:close/>
                <a:moveTo>
                  <a:pt x="10905613" y="4143691"/>
                </a:moveTo>
                <a:lnTo>
                  <a:pt x="10705742" y="4216455"/>
                </a:lnTo>
                <a:lnTo>
                  <a:pt x="10778506" y="4416328"/>
                </a:lnTo>
                <a:lnTo>
                  <a:pt x="10978377" y="4343563"/>
                </a:lnTo>
                <a:close/>
                <a:moveTo>
                  <a:pt x="6096605" y="0"/>
                </a:moveTo>
                <a:lnTo>
                  <a:pt x="9864299" y="881563"/>
                </a:lnTo>
                <a:lnTo>
                  <a:pt x="12193201" y="3189318"/>
                </a:lnTo>
                <a:lnTo>
                  <a:pt x="12193201" y="4533900"/>
                </a:lnTo>
                <a:lnTo>
                  <a:pt x="5" y="4533900"/>
                </a:lnTo>
                <a:lnTo>
                  <a:pt x="5" y="4533898"/>
                </a:lnTo>
                <a:lnTo>
                  <a:pt x="0" y="4533898"/>
                </a:lnTo>
                <a:cubicBezTo>
                  <a:pt x="2" y="4085705"/>
                  <a:pt x="3" y="3637511"/>
                  <a:pt x="5" y="3189318"/>
                </a:cubicBezTo>
                <a:lnTo>
                  <a:pt x="2328909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C1423F6-130C-4BCD-2625-74F1F6F67FD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3880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slide C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437078D-61B6-1C88-FE5E-58B025EB386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600" y="2324100"/>
            <a:ext cx="12193201" cy="4533900"/>
          </a:xfrm>
          <a:custGeom>
            <a:avLst/>
            <a:gdLst>
              <a:gd name="connsiteX0" fmla="*/ 10905613 w 12193201"/>
              <a:gd name="connsiteY0" fmla="*/ 4270799 h 4533900"/>
              <a:gd name="connsiteX1" fmla="*/ 10923728 w 12193201"/>
              <a:gd name="connsiteY1" fmla="*/ 4270799 h 4533900"/>
              <a:gd name="connsiteX2" fmla="*/ 10923728 w 12193201"/>
              <a:gd name="connsiteY2" fmla="*/ 4343563 h 4533900"/>
              <a:gd name="connsiteX3" fmla="*/ 10905613 w 12193201"/>
              <a:gd name="connsiteY3" fmla="*/ 4343563 h 4533900"/>
              <a:gd name="connsiteX4" fmla="*/ 10787410 w 12193201"/>
              <a:gd name="connsiteY4" fmla="*/ 4234570 h 4533900"/>
              <a:gd name="connsiteX5" fmla="*/ 10814735 w 12193201"/>
              <a:gd name="connsiteY5" fmla="*/ 4234570 h 4533900"/>
              <a:gd name="connsiteX6" fmla="*/ 10814735 w 12193201"/>
              <a:gd name="connsiteY6" fmla="*/ 4343563 h 4533900"/>
              <a:gd name="connsiteX7" fmla="*/ 10787410 w 12193201"/>
              <a:gd name="connsiteY7" fmla="*/ 4343563 h 4533900"/>
              <a:gd name="connsiteX8" fmla="*/ 11383033 w 12193201"/>
              <a:gd name="connsiteY8" fmla="*/ 4231807 h 4533900"/>
              <a:gd name="connsiteX9" fmla="*/ 11415270 w 12193201"/>
              <a:gd name="connsiteY9" fmla="*/ 4278781 h 4533900"/>
              <a:gd name="connsiteX10" fmla="*/ 11383033 w 12193201"/>
              <a:gd name="connsiteY10" fmla="*/ 4322379 h 4533900"/>
              <a:gd name="connsiteX11" fmla="*/ 11349567 w 12193201"/>
              <a:gd name="connsiteY11" fmla="*/ 4276325 h 4533900"/>
              <a:gd name="connsiteX12" fmla="*/ 11383033 w 12193201"/>
              <a:gd name="connsiteY12" fmla="*/ 4231807 h 4533900"/>
              <a:gd name="connsiteX13" fmla="*/ 11109783 w 12193201"/>
              <a:gd name="connsiteY13" fmla="*/ 4231500 h 4533900"/>
              <a:gd name="connsiteX14" fmla="*/ 11142020 w 12193201"/>
              <a:gd name="connsiteY14" fmla="*/ 4279088 h 4533900"/>
              <a:gd name="connsiteX15" fmla="*/ 11108862 w 12193201"/>
              <a:gd name="connsiteY15" fmla="*/ 4325142 h 4533900"/>
              <a:gd name="connsiteX16" fmla="*/ 11076010 w 12193201"/>
              <a:gd name="connsiteY16" fmla="*/ 4276632 h 4533900"/>
              <a:gd name="connsiteX17" fmla="*/ 11109783 w 12193201"/>
              <a:gd name="connsiteY17" fmla="*/ 4231500 h 4533900"/>
              <a:gd name="connsiteX18" fmla="*/ 11520885 w 12193201"/>
              <a:gd name="connsiteY18" fmla="*/ 4231193 h 4533900"/>
              <a:gd name="connsiteX19" fmla="*/ 11554350 w 12193201"/>
              <a:gd name="connsiteY19" fmla="*/ 4278781 h 4533900"/>
              <a:gd name="connsiteX20" fmla="*/ 11521192 w 12193201"/>
              <a:gd name="connsiteY20" fmla="*/ 4325756 h 4533900"/>
              <a:gd name="connsiteX21" fmla="*/ 11487112 w 12193201"/>
              <a:gd name="connsiteY21" fmla="*/ 4279088 h 4533900"/>
              <a:gd name="connsiteX22" fmla="*/ 11520885 w 12193201"/>
              <a:gd name="connsiteY22" fmla="*/ 4231193 h 4533900"/>
              <a:gd name="connsiteX23" fmla="*/ 11246715 w 12193201"/>
              <a:gd name="connsiteY23" fmla="*/ 4230579 h 4533900"/>
              <a:gd name="connsiteX24" fmla="*/ 11278031 w 12193201"/>
              <a:gd name="connsiteY24" fmla="*/ 4263123 h 4533900"/>
              <a:gd name="connsiteX25" fmla="*/ 11213863 w 12193201"/>
              <a:gd name="connsiteY25" fmla="*/ 4263123 h 4533900"/>
              <a:gd name="connsiteX26" fmla="*/ 11246715 w 12193201"/>
              <a:gd name="connsiteY26" fmla="*/ 4230579 h 4533900"/>
              <a:gd name="connsiteX27" fmla="*/ 10869385 w 12193201"/>
              <a:gd name="connsiteY27" fmla="*/ 4216455 h 4533900"/>
              <a:gd name="connsiteX28" fmla="*/ 10896710 w 12193201"/>
              <a:gd name="connsiteY28" fmla="*/ 4216455 h 4533900"/>
              <a:gd name="connsiteX29" fmla="*/ 10896710 w 12193201"/>
              <a:gd name="connsiteY29" fmla="*/ 4325449 h 4533900"/>
              <a:gd name="connsiteX30" fmla="*/ 10869385 w 12193201"/>
              <a:gd name="connsiteY30" fmla="*/ 4325449 h 4533900"/>
              <a:gd name="connsiteX31" fmla="*/ 10760085 w 12193201"/>
              <a:gd name="connsiteY31" fmla="*/ 4216148 h 4533900"/>
              <a:gd name="connsiteX32" fmla="*/ 10778199 w 12193201"/>
              <a:gd name="connsiteY32" fmla="*/ 4216148 h 4533900"/>
              <a:gd name="connsiteX33" fmla="*/ 10778199 w 12193201"/>
              <a:gd name="connsiteY33" fmla="*/ 4288913 h 4533900"/>
              <a:gd name="connsiteX34" fmla="*/ 10760085 w 12193201"/>
              <a:gd name="connsiteY34" fmla="*/ 4288913 h 4533900"/>
              <a:gd name="connsiteX35" fmla="*/ 11375050 w 12193201"/>
              <a:gd name="connsiteY35" fmla="*/ 4210008 h 4533900"/>
              <a:gd name="connsiteX36" fmla="*/ 11318251 w 12193201"/>
              <a:gd name="connsiteY36" fmla="*/ 4277553 h 4533900"/>
              <a:gd name="connsiteX37" fmla="*/ 11376278 w 12193201"/>
              <a:gd name="connsiteY37" fmla="*/ 4343563 h 4533900"/>
              <a:gd name="connsiteX38" fmla="*/ 11415884 w 12193201"/>
              <a:gd name="connsiteY38" fmla="*/ 4322686 h 4533900"/>
              <a:gd name="connsiteX39" fmla="*/ 11415884 w 12193201"/>
              <a:gd name="connsiteY39" fmla="*/ 4337730 h 4533900"/>
              <a:gd name="connsiteX40" fmla="*/ 11383647 w 12193201"/>
              <a:gd name="connsiteY40" fmla="*/ 4373344 h 4533900"/>
              <a:gd name="connsiteX41" fmla="*/ 11354173 w 12193201"/>
              <a:gd name="connsiteY41" fmla="*/ 4355844 h 4533900"/>
              <a:gd name="connsiteX42" fmla="*/ 11351716 w 12193201"/>
              <a:gd name="connsiteY42" fmla="*/ 4353695 h 4533900"/>
              <a:gd name="connsiteX43" fmla="*/ 11325006 w 12193201"/>
              <a:gd name="connsiteY43" fmla="*/ 4353695 h 4533900"/>
              <a:gd name="connsiteX44" fmla="*/ 11322856 w 12193201"/>
              <a:gd name="connsiteY44" fmla="*/ 4355844 h 4533900"/>
              <a:gd name="connsiteX45" fmla="*/ 11382419 w 12193201"/>
              <a:gd name="connsiteY45" fmla="*/ 4394836 h 4533900"/>
              <a:gd name="connsiteX46" fmla="*/ 11444130 w 12193201"/>
              <a:gd name="connsiteY46" fmla="*/ 4338037 h 4533900"/>
              <a:gd name="connsiteX47" fmla="*/ 11443823 w 12193201"/>
              <a:gd name="connsiteY47" fmla="*/ 4272948 h 4533900"/>
              <a:gd name="connsiteX48" fmla="*/ 11445358 w 12193201"/>
              <a:gd name="connsiteY48" fmla="*/ 4214306 h 4533900"/>
              <a:gd name="connsiteX49" fmla="*/ 11443209 w 12193201"/>
              <a:gd name="connsiteY49" fmla="*/ 4212157 h 4533900"/>
              <a:gd name="connsiteX50" fmla="*/ 11416191 w 12193201"/>
              <a:gd name="connsiteY50" fmla="*/ 4212157 h 4533900"/>
              <a:gd name="connsiteX51" fmla="*/ 11414042 w 12193201"/>
              <a:gd name="connsiteY51" fmla="*/ 4214306 h 4533900"/>
              <a:gd name="connsiteX52" fmla="*/ 11414656 w 12193201"/>
              <a:gd name="connsiteY52" fmla="*/ 4229043 h 4533900"/>
              <a:gd name="connsiteX53" fmla="*/ 11375050 w 12193201"/>
              <a:gd name="connsiteY53" fmla="*/ 4210008 h 4533900"/>
              <a:gd name="connsiteX54" fmla="*/ 11101186 w 12193201"/>
              <a:gd name="connsiteY54" fmla="*/ 4209701 h 4533900"/>
              <a:gd name="connsiteX55" fmla="*/ 11044694 w 12193201"/>
              <a:gd name="connsiteY55" fmla="*/ 4278781 h 4533900"/>
              <a:gd name="connsiteX56" fmla="*/ 11100572 w 12193201"/>
              <a:gd name="connsiteY56" fmla="*/ 4346940 h 4533900"/>
              <a:gd name="connsiteX57" fmla="*/ 11141099 w 12193201"/>
              <a:gd name="connsiteY57" fmla="*/ 4326063 h 4533900"/>
              <a:gd name="connsiteX58" fmla="*/ 11140485 w 12193201"/>
              <a:gd name="connsiteY58" fmla="*/ 4342335 h 4533900"/>
              <a:gd name="connsiteX59" fmla="*/ 11142634 w 12193201"/>
              <a:gd name="connsiteY59" fmla="*/ 4344484 h 4533900"/>
              <a:gd name="connsiteX60" fmla="*/ 11142634 w 12193201"/>
              <a:gd name="connsiteY60" fmla="*/ 4344791 h 4533900"/>
              <a:gd name="connsiteX61" fmla="*/ 11169652 w 12193201"/>
              <a:gd name="connsiteY61" fmla="*/ 4344791 h 4533900"/>
              <a:gd name="connsiteX62" fmla="*/ 11171801 w 12193201"/>
              <a:gd name="connsiteY62" fmla="*/ 4342642 h 4533900"/>
              <a:gd name="connsiteX63" fmla="*/ 11170880 w 12193201"/>
              <a:gd name="connsiteY63" fmla="*/ 4278167 h 4533900"/>
              <a:gd name="connsiteX64" fmla="*/ 11171801 w 12193201"/>
              <a:gd name="connsiteY64" fmla="*/ 4214613 h 4533900"/>
              <a:gd name="connsiteX65" fmla="*/ 11169652 w 12193201"/>
              <a:gd name="connsiteY65" fmla="*/ 4212464 h 4533900"/>
              <a:gd name="connsiteX66" fmla="*/ 11142327 w 12193201"/>
              <a:gd name="connsiteY66" fmla="*/ 4212464 h 4533900"/>
              <a:gd name="connsiteX67" fmla="*/ 11140178 w 12193201"/>
              <a:gd name="connsiteY67" fmla="*/ 4214613 h 4533900"/>
              <a:gd name="connsiteX68" fmla="*/ 11141099 w 12193201"/>
              <a:gd name="connsiteY68" fmla="*/ 4229350 h 4533900"/>
              <a:gd name="connsiteX69" fmla="*/ 11101186 w 12193201"/>
              <a:gd name="connsiteY69" fmla="*/ 4209701 h 4533900"/>
              <a:gd name="connsiteX70" fmla="*/ 11521192 w 12193201"/>
              <a:gd name="connsiteY70" fmla="*/ 4209087 h 4533900"/>
              <a:gd name="connsiteX71" fmla="*/ 11455796 w 12193201"/>
              <a:gd name="connsiteY71" fmla="*/ 4278781 h 4533900"/>
              <a:gd name="connsiteX72" fmla="*/ 11521192 w 12193201"/>
              <a:gd name="connsiteY72" fmla="*/ 4347554 h 4533900"/>
              <a:gd name="connsiteX73" fmla="*/ 11585973 w 12193201"/>
              <a:gd name="connsiteY73" fmla="*/ 4277860 h 4533900"/>
              <a:gd name="connsiteX74" fmla="*/ 11521192 w 12193201"/>
              <a:gd name="connsiteY74" fmla="*/ 4209087 h 4533900"/>
              <a:gd name="connsiteX75" fmla="*/ 11671019 w 12193201"/>
              <a:gd name="connsiteY75" fmla="*/ 4208780 h 4533900"/>
              <a:gd name="connsiteX76" fmla="*/ 11627729 w 12193201"/>
              <a:gd name="connsiteY76" fmla="*/ 4231193 h 4533900"/>
              <a:gd name="connsiteX77" fmla="*/ 11628650 w 12193201"/>
              <a:gd name="connsiteY77" fmla="*/ 4213999 h 4533900"/>
              <a:gd name="connsiteX78" fmla="*/ 11626501 w 12193201"/>
              <a:gd name="connsiteY78" fmla="*/ 4211850 h 4533900"/>
              <a:gd name="connsiteX79" fmla="*/ 11600711 w 12193201"/>
              <a:gd name="connsiteY79" fmla="*/ 4211850 h 4533900"/>
              <a:gd name="connsiteX80" fmla="*/ 11598562 w 12193201"/>
              <a:gd name="connsiteY80" fmla="*/ 4213999 h 4533900"/>
              <a:gd name="connsiteX81" fmla="*/ 11598869 w 12193201"/>
              <a:gd name="connsiteY81" fmla="*/ 4282159 h 4533900"/>
              <a:gd name="connsiteX82" fmla="*/ 11597948 w 12193201"/>
              <a:gd name="connsiteY82" fmla="*/ 4342335 h 4533900"/>
              <a:gd name="connsiteX83" fmla="*/ 11600097 w 12193201"/>
              <a:gd name="connsiteY83" fmla="*/ 4344484 h 4533900"/>
              <a:gd name="connsiteX84" fmla="*/ 11600097 w 12193201"/>
              <a:gd name="connsiteY84" fmla="*/ 4344177 h 4533900"/>
              <a:gd name="connsiteX85" fmla="*/ 11627422 w 12193201"/>
              <a:gd name="connsiteY85" fmla="*/ 4344177 h 4533900"/>
              <a:gd name="connsiteX86" fmla="*/ 11629571 w 12193201"/>
              <a:gd name="connsiteY86" fmla="*/ 4342028 h 4533900"/>
              <a:gd name="connsiteX87" fmla="*/ 11628957 w 12193201"/>
              <a:gd name="connsiteY87" fmla="*/ 4287992 h 4533900"/>
              <a:gd name="connsiteX88" fmla="*/ 11628957 w 12193201"/>
              <a:gd name="connsiteY88" fmla="*/ 4273562 h 4533900"/>
              <a:gd name="connsiteX89" fmla="*/ 11661502 w 12193201"/>
              <a:gd name="connsiteY89" fmla="*/ 4233035 h 4533900"/>
              <a:gd name="connsiteX90" fmla="*/ 11685756 w 12193201"/>
              <a:gd name="connsiteY90" fmla="*/ 4261588 h 4533900"/>
              <a:gd name="connsiteX91" fmla="*/ 11685756 w 12193201"/>
              <a:gd name="connsiteY91" fmla="*/ 4287992 h 4533900"/>
              <a:gd name="connsiteX92" fmla="*/ 11685142 w 12193201"/>
              <a:gd name="connsiteY92" fmla="*/ 4342028 h 4533900"/>
              <a:gd name="connsiteX93" fmla="*/ 11687291 w 12193201"/>
              <a:gd name="connsiteY93" fmla="*/ 4344177 h 4533900"/>
              <a:gd name="connsiteX94" fmla="*/ 11714616 w 12193201"/>
              <a:gd name="connsiteY94" fmla="*/ 4344177 h 4533900"/>
              <a:gd name="connsiteX95" fmla="*/ 11716766 w 12193201"/>
              <a:gd name="connsiteY95" fmla="*/ 4342028 h 4533900"/>
              <a:gd name="connsiteX96" fmla="*/ 11716151 w 12193201"/>
              <a:gd name="connsiteY96" fmla="*/ 4287992 h 4533900"/>
              <a:gd name="connsiteX97" fmla="*/ 11716151 w 12193201"/>
              <a:gd name="connsiteY97" fmla="*/ 4260667 h 4533900"/>
              <a:gd name="connsiteX98" fmla="*/ 11671019 w 12193201"/>
              <a:gd name="connsiteY98" fmla="*/ 4208780 h 4533900"/>
              <a:gd name="connsiteX99" fmla="*/ 11246715 w 12193201"/>
              <a:gd name="connsiteY99" fmla="*/ 4208780 h 4533900"/>
              <a:gd name="connsiteX100" fmla="*/ 11182240 w 12193201"/>
              <a:gd name="connsiteY100" fmla="*/ 4278474 h 4533900"/>
              <a:gd name="connsiteX101" fmla="*/ 11247636 w 12193201"/>
              <a:gd name="connsiteY101" fmla="*/ 4347247 h 4533900"/>
              <a:gd name="connsiteX102" fmla="*/ 11307812 w 12193201"/>
              <a:gd name="connsiteY102" fmla="*/ 4304264 h 4533900"/>
              <a:gd name="connsiteX103" fmla="*/ 11305970 w 12193201"/>
              <a:gd name="connsiteY103" fmla="*/ 4302115 h 4533900"/>
              <a:gd name="connsiteX104" fmla="*/ 11280180 w 12193201"/>
              <a:gd name="connsiteY104" fmla="*/ 4302115 h 4533900"/>
              <a:gd name="connsiteX105" fmla="*/ 11277724 w 12193201"/>
              <a:gd name="connsiteY105" fmla="*/ 4304264 h 4533900"/>
              <a:gd name="connsiteX106" fmla="*/ 11248250 w 12193201"/>
              <a:gd name="connsiteY106" fmla="*/ 4325449 h 4533900"/>
              <a:gd name="connsiteX107" fmla="*/ 11212942 w 12193201"/>
              <a:gd name="connsiteY107" fmla="*/ 4284001 h 4533900"/>
              <a:gd name="connsiteX108" fmla="*/ 11309347 w 12193201"/>
              <a:gd name="connsiteY108" fmla="*/ 4284001 h 4533900"/>
              <a:gd name="connsiteX109" fmla="*/ 11311496 w 12193201"/>
              <a:gd name="connsiteY109" fmla="*/ 4281852 h 4533900"/>
              <a:gd name="connsiteX110" fmla="*/ 11246715 w 12193201"/>
              <a:gd name="connsiteY110" fmla="*/ 4208780 h 4533900"/>
              <a:gd name="connsiteX111" fmla="*/ 10823945 w 12193201"/>
              <a:gd name="connsiteY111" fmla="*/ 4193429 h 4533900"/>
              <a:gd name="connsiteX112" fmla="*/ 10860481 w 12193201"/>
              <a:gd name="connsiteY112" fmla="*/ 4193429 h 4533900"/>
              <a:gd name="connsiteX113" fmla="*/ 10860481 w 12193201"/>
              <a:gd name="connsiteY113" fmla="*/ 4366283 h 4533900"/>
              <a:gd name="connsiteX114" fmla="*/ 10823945 w 12193201"/>
              <a:gd name="connsiteY114" fmla="*/ 4366283 h 4533900"/>
              <a:gd name="connsiteX115" fmla="*/ 10905613 w 12193201"/>
              <a:gd name="connsiteY115" fmla="*/ 4143691 h 4533900"/>
              <a:gd name="connsiteX116" fmla="*/ 10705742 w 12193201"/>
              <a:gd name="connsiteY116" fmla="*/ 4216455 h 4533900"/>
              <a:gd name="connsiteX117" fmla="*/ 10778506 w 12193201"/>
              <a:gd name="connsiteY117" fmla="*/ 4416328 h 4533900"/>
              <a:gd name="connsiteX118" fmla="*/ 10978377 w 12193201"/>
              <a:gd name="connsiteY118" fmla="*/ 4343563 h 4533900"/>
              <a:gd name="connsiteX119" fmla="*/ 6096605 w 12193201"/>
              <a:gd name="connsiteY119" fmla="*/ 0 h 4533900"/>
              <a:gd name="connsiteX120" fmla="*/ 9864299 w 12193201"/>
              <a:gd name="connsiteY120" fmla="*/ 881563 h 4533900"/>
              <a:gd name="connsiteX121" fmla="*/ 12193201 w 12193201"/>
              <a:gd name="connsiteY121" fmla="*/ 3189318 h 4533900"/>
              <a:gd name="connsiteX122" fmla="*/ 12193201 w 12193201"/>
              <a:gd name="connsiteY122" fmla="*/ 4533900 h 4533900"/>
              <a:gd name="connsiteX123" fmla="*/ 5 w 12193201"/>
              <a:gd name="connsiteY123" fmla="*/ 4533900 h 4533900"/>
              <a:gd name="connsiteX124" fmla="*/ 5 w 12193201"/>
              <a:gd name="connsiteY124" fmla="*/ 4533898 h 4533900"/>
              <a:gd name="connsiteX125" fmla="*/ 0 w 12193201"/>
              <a:gd name="connsiteY125" fmla="*/ 4533898 h 4533900"/>
              <a:gd name="connsiteX126" fmla="*/ 5 w 12193201"/>
              <a:gd name="connsiteY126" fmla="*/ 3189318 h 4533900"/>
              <a:gd name="connsiteX127" fmla="*/ 2328909 w 12193201"/>
              <a:gd name="connsiteY127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12193201" h="4533900">
                <a:moveTo>
                  <a:pt x="10905613" y="4270799"/>
                </a:moveTo>
                <a:lnTo>
                  <a:pt x="10923728" y="4270799"/>
                </a:lnTo>
                <a:lnTo>
                  <a:pt x="10923728" y="4343563"/>
                </a:lnTo>
                <a:lnTo>
                  <a:pt x="10905613" y="4343563"/>
                </a:lnTo>
                <a:close/>
                <a:moveTo>
                  <a:pt x="10787410" y="4234570"/>
                </a:moveTo>
                <a:lnTo>
                  <a:pt x="10814735" y="4234570"/>
                </a:lnTo>
                <a:lnTo>
                  <a:pt x="10814735" y="4343563"/>
                </a:lnTo>
                <a:lnTo>
                  <a:pt x="10787410" y="4343563"/>
                </a:lnTo>
                <a:close/>
                <a:moveTo>
                  <a:pt x="11383033" y="4231807"/>
                </a:moveTo>
                <a:cubicBezTo>
                  <a:pt x="11404217" y="4232114"/>
                  <a:pt x="11415577" y="4248693"/>
                  <a:pt x="11415270" y="4278781"/>
                </a:cubicBezTo>
                <a:cubicBezTo>
                  <a:pt x="11415270" y="4307948"/>
                  <a:pt x="11403296" y="4322379"/>
                  <a:pt x="11383033" y="4322379"/>
                </a:cubicBezTo>
                <a:cubicBezTo>
                  <a:pt x="11361234" y="4322686"/>
                  <a:pt x="11349567" y="4306413"/>
                  <a:pt x="11349567" y="4276325"/>
                </a:cubicBezTo>
                <a:cubicBezTo>
                  <a:pt x="11349567" y="4248079"/>
                  <a:pt x="11360927" y="4231193"/>
                  <a:pt x="11383033" y="4231807"/>
                </a:cubicBezTo>
                <a:close/>
                <a:moveTo>
                  <a:pt x="11109783" y="4231500"/>
                </a:moveTo>
                <a:cubicBezTo>
                  <a:pt x="11130353" y="4231500"/>
                  <a:pt x="11142327" y="4248693"/>
                  <a:pt x="11142020" y="4279088"/>
                </a:cubicBezTo>
                <a:cubicBezTo>
                  <a:pt x="11141713" y="4309791"/>
                  <a:pt x="11129739" y="4325142"/>
                  <a:pt x="11108862" y="4325142"/>
                </a:cubicBezTo>
                <a:cubicBezTo>
                  <a:pt x="11087370" y="4325142"/>
                  <a:pt x="11076010" y="4307334"/>
                  <a:pt x="11076010" y="4276632"/>
                </a:cubicBezTo>
                <a:cubicBezTo>
                  <a:pt x="11076010" y="4248386"/>
                  <a:pt x="11087063" y="4231193"/>
                  <a:pt x="11109783" y="4231500"/>
                </a:cubicBezTo>
                <a:close/>
                <a:moveTo>
                  <a:pt x="11520885" y="4231193"/>
                </a:moveTo>
                <a:cubicBezTo>
                  <a:pt x="11543297" y="4231193"/>
                  <a:pt x="11554350" y="4247465"/>
                  <a:pt x="11554350" y="4278781"/>
                </a:cubicBezTo>
                <a:cubicBezTo>
                  <a:pt x="11554350" y="4310405"/>
                  <a:pt x="11543604" y="4325756"/>
                  <a:pt x="11521192" y="4325756"/>
                </a:cubicBezTo>
                <a:cubicBezTo>
                  <a:pt x="11498472" y="4325756"/>
                  <a:pt x="11487419" y="4310098"/>
                  <a:pt x="11487112" y="4279088"/>
                </a:cubicBezTo>
                <a:cubicBezTo>
                  <a:pt x="11487112" y="4247772"/>
                  <a:pt x="11498165" y="4231500"/>
                  <a:pt x="11520885" y="4231193"/>
                </a:cubicBezTo>
                <a:close/>
                <a:moveTo>
                  <a:pt x="11246715" y="4230579"/>
                </a:moveTo>
                <a:cubicBezTo>
                  <a:pt x="11266978" y="4230579"/>
                  <a:pt x="11276803" y="4245930"/>
                  <a:pt x="11278031" y="4263123"/>
                </a:cubicBezTo>
                <a:lnTo>
                  <a:pt x="11213863" y="4263123"/>
                </a:lnTo>
                <a:cubicBezTo>
                  <a:pt x="11217240" y="4241939"/>
                  <a:pt x="11228293" y="4230579"/>
                  <a:pt x="11246715" y="4230579"/>
                </a:cubicBezTo>
                <a:close/>
                <a:moveTo>
                  <a:pt x="10869385" y="4216455"/>
                </a:moveTo>
                <a:lnTo>
                  <a:pt x="10896710" y="4216455"/>
                </a:lnTo>
                <a:lnTo>
                  <a:pt x="10896710" y="4325449"/>
                </a:lnTo>
                <a:lnTo>
                  <a:pt x="10869385" y="4325449"/>
                </a:lnTo>
                <a:close/>
                <a:moveTo>
                  <a:pt x="10760085" y="4216148"/>
                </a:moveTo>
                <a:lnTo>
                  <a:pt x="10778199" y="4216148"/>
                </a:lnTo>
                <a:lnTo>
                  <a:pt x="10778199" y="4288913"/>
                </a:lnTo>
                <a:lnTo>
                  <a:pt x="10760085" y="4288913"/>
                </a:lnTo>
                <a:close/>
                <a:moveTo>
                  <a:pt x="11375050" y="4210008"/>
                </a:moveTo>
                <a:cubicBezTo>
                  <a:pt x="11339435" y="4210008"/>
                  <a:pt x="11318251" y="4240403"/>
                  <a:pt x="11318251" y="4277553"/>
                </a:cubicBezTo>
                <a:cubicBezTo>
                  <a:pt x="11318251" y="4315010"/>
                  <a:pt x="11337900" y="4343563"/>
                  <a:pt x="11376278" y="4343563"/>
                </a:cubicBezTo>
                <a:cubicBezTo>
                  <a:pt x="11393778" y="4343563"/>
                  <a:pt x="11406980" y="4335888"/>
                  <a:pt x="11415884" y="4322686"/>
                </a:cubicBezTo>
                <a:lnTo>
                  <a:pt x="11415884" y="4337730"/>
                </a:lnTo>
                <a:cubicBezTo>
                  <a:pt x="11415884" y="4362599"/>
                  <a:pt x="11402682" y="4373344"/>
                  <a:pt x="11383647" y="4373344"/>
                </a:cubicBezTo>
                <a:cubicBezTo>
                  <a:pt x="11367682" y="4373344"/>
                  <a:pt x="11357243" y="4367511"/>
                  <a:pt x="11354173" y="4355844"/>
                </a:cubicBezTo>
                <a:cubicBezTo>
                  <a:pt x="11353866" y="4354616"/>
                  <a:pt x="11352945" y="4353695"/>
                  <a:pt x="11351716" y="4353695"/>
                </a:cubicBezTo>
                <a:lnTo>
                  <a:pt x="11325006" y="4353695"/>
                </a:lnTo>
                <a:cubicBezTo>
                  <a:pt x="11324084" y="4353695"/>
                  <a:pt x="11322856" y="4354616"/>
                  <a:pt x="11322856" y="4355844"/>
                </a:cubicBezTo>
                <a:cubicBezTo>
                  <a:pt x="11326541" y="4382555"/>
                  <a:pt x="11350795" y="4395450"/>
                  <a:pt x="11382419" y="4394836"/>
                </a:cubicBezTo>
                <a:cubicBezTo>
                  <a:pt x="11422945" y="4394836"/>
                  <a:pt x="11444437" y="4373651"/>
                  <a:pt x="11444130" y="4338037"/>
                </a:cubicBezTo>
                <a:lnTo>
                  <a:pt x="11443823" y="4272948"/>
                </a:lnTo>
                <a:lnTo>
                  <a:pt x="11445358" y="4214306"/>
                </a:lnTo>
                <a:cubicBezTo>
                  <a:pt x="11445358" y="4213385"/>
                  <a:pt x="11444437" y="4212157"/>
                  <a:pt x="11443209" y="4212157"/>
                </a:cubicBezTo>
                <a:lnTo>
                  <a:pt x="11416191" y="4212157"/>
                </a:lnTo>
                <a:cubicBezTo>
                  <a:pt x="11415270" y="4212157"/>
                  <a:pt x="11414042" y="4213078"/>
                  <a:pt x="11414042" y="4214306"/>
                </a:cubicBezTo>
                <a:lnTo>
                  <a:pt x="11414656" y="4229043"/>
                </a:lnTo>
                <a:cubicBezTo>
                  <a:pt x="11406059" y="4216763"/>
                  <a:pt x="11392550" y="4210008"/>
                  <a:pt x="11375050" y="4210008"/>
                </a:cubicBezTo>
                <a:close/>
                <a:moveTo>
                  <a:pt x="11101186" y="4209701"/>
                </a:moveTo>
                <a:cubicBezTo>
                  <a:pt x="11065878" y="4209701"/>
                  <a:pt x="11044694" y="4240403"/>
                  <a:pt x="11044694" y="4278781"/>
                </a:cubicBezTo>
                <a:cubicBezTo>
                  <a:pt x="11044694" y="4317159"/>
                  <a:pt x="11063729" y="4346940"/>
                  <a:pt x="11100572" y="4346940"/>
                </a:cubicBezTo>
                <a:cubicBezTo>
                  <a:pt x="11118379" y="4346940"/>
                  <a:pt x="11132195" y="4339265"/>
                  <a:pt x="11141099" y="4326063"/>
                </a:cubicBezTo>
                <a:lnTo>
                  <a:pt x="11140485" y="4342335"/>
                </a:lnTo>
                <a:cubicBezTo>
                  <a:pt x="11140485" y="4343563"/>
                  <a:pt x="11141713" y="4344484"/>
                  <a:pt x="11142634" y="4344484"/>
                </a:cubicBezTo>
                <a:lnTo>
                  <a:pt x="11142634" y="4344791"/>
                </a:lnTo>
                <a:lnTo>
                  <a:pt x="11169652" y="4344791"/>
                </a:lnTo>
                <a:cubicBezTo>
                  <a:pt x="11170880" y="4344791"/>
                  <a:pt x="11171801" y="4343563"/>
                  <a:pt x="11171801" y="4342642"/>
                </a:cubicBezTo>
                <a:lnTo>
                  <a:pt x="11170880" y="4278167"/>
                </a:lnTo>
                <a:lnTo>
                  <a:pt x="11171801" y="4214613"/>
                </a:lnTo>
                <a:cubicBezTo>
                  <a:pt x="11171801" y="4213385"/>
                  <a:pt x="11170573" y="4212464"/>
                  <a:pt x="11169652" y="4212464"/>
                </a:cubicBezTo>
                <a:lnTo>
                  <a:pt x="11142327" y="4212464"/>
                </a:lnTo>
                <a:cubicBezTo>
                  <a:pt x="11141099" y="4212464"/>
                  <a:pt x="11140178" y="4213692"/>
                  <a:pt x="11140178" y="4214613"/>
                </a:cubicBezTo>
                <a:lnTo>
                  <a:pt x="11141099" y="4229350"/>
                </a:lnTo>
                <a:cubicBezTo>
                  <a:pt x="11132195" y="4216456"/>
                  <a:pt x="11118686" y="4209701"/>
                  <a:pt x="11101186" y="4209701"/>
                </a:cubicBezTo>
                <a:close/>
                <a:moveTo>
                  <a:pt x="11521192" y="4209087"/>
                </a:moveTo>
                <a:cubicBezTo>
                  <a:pt x="11479437" y="4209087"/>
                  <a:pt x="11455796" y="4237026"/>
                  <a:pt x="11455796" y="4278781"/>
                </a:cubicBezTo>
                <a:cubicBezTo>
                  <a:pt x="11455796" y="4320536"/>
                  <a:pt x="11479437" y="4347554"/>
                  <a:pt x="11521192" y="4347554"/>
                </a:cubicBezTo>
                <a:cubicBezTo>
                  <a:pt x="11562640" y="4347554"/>
                  <a:pt x="11586280" y="4319922"/>
                  <a:pt x="11585973" y="4277860"/>
                </a:cubicBezTo>
                <a:cubicBezTo>
                  <a:pt x="11585973" y="4236105"/>
                  <a:pt x="11562640" y="4209087"/>
                  <a:pt x="11521192" y="4209087"/>
                </a:cubicBezTo>
                <a:close/>
                <a:moveTo>
                  <a:pt x="11671019" y="4208780"/>
                </a:moveTo>
                <a:cubicBezTo>
                  <a:pt x="11651370" y="4208780"/>
                  <a:pt x="11636326" y="4218912"/>
                  <a:pt x="11627729" y="4231193"/>
                </a:cubicBezTo>
                <a:lnTo>
                  <a:pt x="11628650" y="4213999"/>
                </a:lnTo>
                <a:cubicBezTo>
                  <a:pt x="11628650" y="4212771"/>
                  <a:pt x="11627422" y="4211850"/>
                  <a:pt x="11626501" y="4211850"/>
                </a:cubicBezTo>
                <a:lnTo>
                  <a:pt x="11600711" y="4211850"/>
                </a:lnTo>
                <a:cubicBezTo>
                  <a:pt x="11599483" y="4211850"/>
                  <a:pt x="11598562" y="4213078"/>
                  <a:pt x="11598562" y="4213999"/>
                </a:cubicBezTo>
                <a:lnTo>
                  <a:pt x="11598869" y="4282159"/>
                </a:lnTo>
                <a:lnTo>
                  <a:pt x="11597948" y="4342335"/>
                </a:lnTo>
                <a:cubicBezTo>
                  <a:pt x="11597948" y="4343563"/>
                  <a:pt x="11599176" y="4344484"/>
                  <a:pt x="11600097" y="4344484"/>
                </a:cubicBezTo>
                <a:lnTo>
                  <a:pt x="11600097" y="4344177"/>
                </a:lnTo>
                <a:lnTo>
                  <a:pt x="11627422" y="4344177"/>
                </a:lnTo>
                <a:cubicBezTo>
                  <a:pt x="11628650" y="4344177"/>
                  <a:pt x="11629571" y="4342949"/>
                  <a:pt x="11629571" y="4342028"/>
                </a:cubicBezTo>
                <a:lnTo>
                  <a:pt x="11628957" y="4287992"/>
                </a:lnTo>
                <a:lnTo>
                  <a:pt x="11628957" y="4273562"/>
                </a:lnTo>
                <a:cubicBezTo>
                  <a:pt x="11631413" y="4246237"/>
                  <a:pt x="11646150" y="4233035"/>
                  <a:pt x="11661502" y="4233035"/>
                </a:cubicBezTo>
                <a:cubicBezTo>
                  <a:pt x="11675625" y="4233035"/>
                  <a:pt x="11685756" y="4242860"/>
                  <a:pt x="11685756" y="4261588"/>
                </a:cubicBezTo>
                <a:lnTo>
                  <a:pt x="11685756" y="4287992"/>
                </a:lnTo>
                <a:lnTo>
                  <a:pt x="11685142" y="4342028"/>
                </a:lnTo>
                <a:cubicBezTo>
                  <a:pt x="11685142" y="4343256"/>
                  <a:pt x="11686370" y="4344177"/>
                  <a:pt x="11687291" y="4344177"/>
                </a:cubicBezTo>
                <a:lnTo>
                  <a:pt x="11714616" y="4344177"/>
                </a:lnTo>
                <a:cubicBezTo>
                  <a:pt x="11715844" y="4344177"/>
                  <a:pt x="11716766" y="4342949"/>
                  <a:pt x="11716766" y="4342028"/>
                </a:cubicBezTo>
                <a:lnTo>
                  <a:pt x="11716151" y="4287992"/>
                </a:lnTo>
                <a:lnTo>
                  <a:pt x="11716151" y="4260667"/>
                </a:lnTo>
                <a:cubicBezTo>
                  <a:pt x="11716151" y="4227201"/>
                  <a:pt x="11698344" y="4208780"/>
                  <a:pt x="11671019" y="4208780"/>
                </a:cubicBezTo>
                <a:close/>
                <a:moveTo>
                  <a:pt x="11246715" y="4208780"/>
                </a:moveTo>
                <a:cubicBezTo>
                  <a:pt x="11206495" y="4208780"/>
                  <a:pt x="11182240" y="4236719"/>
                  <a:pt x="11182240" y="4278474"/>
                </a:cubicBezTo>
                <a:cubicBezTo>
                  <a:pt x="11182240" y="4318694"/>
                  <a:pt x="11204960" y="4347247"/>
                  <a:pt x="11247636" y="4347247"/>
                </a:cubicBezTo>
                <a:cubicBezTo>
                  <a:pt x="11281408" y="4347247"/>
                  <a:pt x="11302900" y="4328212"/>
                  <a:pt x="11307812" y="4304264"/>
                </a:cubicBezTo>
                <a:cubicBezTo>
                  <a:pt x="11308119" y="4303036"/>
                  <a:pt x="11306891" y="4302115"/>
                  <a:pt x="11305970" y="4302115"/>
                </a:cubicBezTo>
                <a:lnTo>
                  <a:pt x="11280180" y="4302115"/>
                </a:lnTo>
                <a:cubicBezTo>
                  <a:pt x="11279259" y="4302115"/>
                  <a:pt x="11278031" y="4303036"/>
                  <a:pt x="11277724" y="4304264"/>
                </a:cubicBezTo>
                <a:cubicBezTo>
                  <a:pt x="11273425" y="4318387"/>
                  <a:pt x="11263294" y="4325449"/>
                  <a:pt x="11248250" y="4325449"/>
                </a:cubicBezTo>
                <a:cubicBezTo>
                  <a:pt x="11225837" y="4325449"/>
                  <a:pt x="11214170" y="4312247"/>
                  <a:pt x="11212942" y="4284001"/>
                </a:cubicBezTo>
                <a:lnTo>
                  <a:pt x="11309347" y="4284001"/>
                </a:lnTo>
                <a:cubicBezTo>
                  <a:pt x="11310575" y="4284001"/>
                  <a:pt x="11311496" y="4282773"/>
                  <a:pt x="11311496" y="4281852"/>
                </a:cubicBezTo>
                <a:cubicBezTo>
                  <a:pt x="11310882" y="4236719"/>
                  <a:pt x="11287548" y="4209087"/>
                  <a:pt x="11246715" y="4208780"/>
                </a:cubicBezTo>
                <a:close/>
                <a:moveTo>
                  <a:pt x="10823945" y="4193429"/>
                </a:moveTo>
                <a:lnTo>
                  <a:pt x="10860481" y="4193429"/>
                </a:lnTo>
                <a:lnTo>
                  <a:pt x="10860481" y="4366283"/>
                </a:lnTo>
                <a:lnTo>
                  <a:pt x="10823945" y="4366283"/>
                </a:lnTo>
                <a:close/>
                <a:moveTo>
                  <a:pt x="10905613" y="4143691"/>
                </a:moveTo>
                <a:lnTo>
                  <a:pt x="10705742" y="4216455"/>
                </a:lnTo>
                <a:lnTo>
                  <a:pt x="10778506" y="4416328"/>
                </a:lnTo>
                <a:lnTo>
                  <a:pt x="10978377" y="4343563"/>
                </a:lnTo>
                <a:close/>
                <a:moveTo>
                  <a:pt x="6096605" y="0"/>
                </a:moveTo>
                <a:lnTo>
                  <a:pt x="9864299" y="881563"/>
                </a:lnTo>
                <a:lnTo>
                  <a:pt x="12193201" y="3189318"/>
                </a:lnTo>
                <a:lnTo>
                  <a:pt x="12193201" y="4533900"/>
                </a:lnTo>
                <a:lnTo>
                  <a:pt x="5" y="4533900"/>
                </a:lnTo>
                <a:lnTo>
                  <a:pt x="5" y="4533898"/>
                </a:lnTo>
                <a:lnTo>
                  <a:pt x="0" y="4533898"/>
                </a:lnTo>
                <a:cubicBezTo>
                  <a:pt x="2" y="4085705"/>
                  <a:pt x="3" y="3637511"/>
                  <a:pt x="5" y="3189318"/>
                </a:cubicBezTo>
                <a:lnTo>
                  <a:pt x="2328909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C1423F6-130C-4BCD-2625-74F1F6F67FD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2413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 slide C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770D3C1E-E81E-B846-6D4C-D0ED5DB99A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800" y="396000"/>
            <a:ext cx="8532000" cy="2016000"/>
          </a:xfrm>
        </p:spPr>
        <p:txBody>
          <a:bodyPr anchor="t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8D7E805C-A191-9D75-9AB7-9D00344C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0" y="2332809"/>
            <a:ext cx="12192600" cy="4525192"/>
          </a:xfrm>
          <a:custGeom>
            <a:avLst/>
            <a:gdLst>
              <a:gd name="connsiteX0" fmla="*/ 6096604 w 12192600"/>
              <a:gd name="connsiteY0" fmla="*/ 0 h 4525192"/>
              <a:gd name="connsiteX1" fmla="*/ 9864298 w 12192600"/>
              <a:gd name="connsiteY1" fmla="*/ 881563 h 4525192"/>
              <a:gd name="connsiteX2" fmla="*/ 12192600 w 12192600"/>
              <a:gd name="connsiteY2" fmla="*/ 3188723 h 4525192"/>
              <a:gd name="connsiteX3" fmla="*/ 12192600 w 12192600"/>
              <a:gd name="connsiteY3" fmla="*/ 4525192 h 4525192"/>
              <a:gd name="connsiteX4" fmla="*/ 0 w 12192600"/>
              <a:gd name="connsiteY4" fmla="*/ 4525192 h 4525192"/>
              <a:gd name="connsiteX5" fmla="*/ 0 w 12192600"/>
              <a:gd name="connsiteY5" fmla="*/ 3189318 h 4525192"/>
              <a:gd name="connsiteX6" fmla="*/ 2328903 w 12192600"/>
              <a:gd name="connsiteY6" fmla="*/ 881563 h 4525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600" h="4525192">
                <a:moveTo>
                  <a:pt x="6096604" y="0"/>
                </a:moveTo>
                <a:lnTo>
                  <a:pt x="9864298" y="881563"/>
                </a:lnTo>
                <a:lnTo>
                  <a:pt x="12192600" y="3188723"/>
                </a:lnTo>
                <a:lnTo>
                  <a:pt x="12192600" y="4525192"/>
                </a:lnTo>
                <a:lnTo>
                  <a:pt x="0" y="4525192"/>
                </a:lnTo>
                <a:lnTo>
                  <a:pt x="0" y="3189318"/>
                </a:lnTo>
                <a:lnTo>
                  <a:pt x="2328903" y="881563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437078D-61B6-1C88-FE5E-58B025EB386E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600" y="2324100"/>
            <a:ext cx="12193201" cy="4533900"/>
          </a:xfrm>
          <a:custGeom>
            <a:avLst/>
            <a:gdLst>
              <a:gd name="connsiteX0" fmla="*/ 10905613 w 12193201"/>
              <a:gd name="connsiteY0" fmla="*/ 4270799 h 4533900"/>
              <a:gd name="connsiteX1" fmla="*/ 10923728 w 12193201"/>
              <a:gd name="connsiteY1" fmla="*/ 4270799 h 4533900"/>
              <a:gd name="connsiteX2" fmla="*/ 10923728 w 12193201"/>
              <a:gd name="connsiteY2" fmla="*/ 4343563 h 4533900"/>
              <a:gd name="connsiteX3" fmla="*/ 10905613 w 12193201"/>
              <a:gd name="connsiteY3" fmla="*/ 4343563 h 4533900"/>
              <a:gd name="connsiteX4" fmla="*/ 10787410 w 12193201"/>
              <a:gd name="connsiteY4" fmla="*/ 4234570 h 4533900"/>
              <a:gd name="connsiteX5" fmla="*/ 10814735 w 12193201"/>
              <a:gd name="connsiteY5" fmla="*/ 4234570 h 4533900"/>
              <a:gd name="connsiteX6" fmla="*/ 10814735 w 12193201"/>
              <a:gd name="connsiteY6" fmla="*/ 4343563 h 4533900"/>
              <a:gd name="connsiteX7" fmla="*/ 10787410 w 12193201"/>
              <a:gd name="connsiteY7" fmla="*/ 4343563 h 4533900"/>
              <a:gd name="connsiteX8" fmla="*/ 11383033 w 12193201"/>
              <a:gd name="connsiteY8" fmla="*/ 4231807 h 4533900"/>
              <a:gd name="connsiteX9" fmla="*/ 11415270 w 12193201"/>
              <a:gd name="connsiteY9" fmla="*/ 4278781 h 4533900"/>
              <a:gd name="connsiteX10" fmla="*/ 11383033 w 12193201"/>
              <a:gd name="connsiteY10" fmla="*/ 4322379 h 4533900"/>
              <a:gd name="connsiteX11" fmla="*/ 11349567 w 12193201"/>
              <a:gd name="connsiteY11" fmla="*/ 4276325 h 4533900"/>
              <a:gd name="connsiteX12" fmla="*/ 11383033 w 12193201"/>
              <a:gd name="connsiteY12" fmla="*/ 4231807 h 4533900"/>
              <a:gd name="connsiteX13" fmla="*/ 11109783 w 12193201"/>
              <a:gd name="connsiteY13" fmla="*/ 4231500 h 4533900"/>
              <a:gd name="connsiteX14" fmla="*/ 11142020 w 12193201"/>
              <a:gd name="connsiteY14" fmla="*/ 4279088 h 4533900"/>
              <a:gd name="connsiteX15" fmla="*/ 11108862 w 12193201"/>
              <a:gd name="connsiteY15" fmla="*/ 4325142 h 4533900"/>
              <a:gd name="connsiteX16" fmla="*/ 11076010 w 12193201"/>
              <a:gd name="connsiteY16" fmla="*/ 4276632 h 4533900"/>
              <a:gd name="connsiteX17" fmla="*/ 11109783 w 12193201"/>
              <a:gd name="connsiteY17" fmla="*/ 4231500 h 4533900"/>
              <a:gd name="connsiteX18" fmla="*/ 11520885 w 12193201"/>
              <a:gd name="connsiteY18" fmla="*/ 4231193 h 4533900"/>
              <a:gd name="connsiteX19" fmla="*/ 11554350 w 12193201"/>
              <a:gd name="connsiteY19" fmla="*/ 4278781 h 4533900"/>
              <a:gd name="connsiteX20" fmla="*/ 11521192 w 12193201"/>
              <a:gd name="connsiteY20" fmla="*/ 4325756 h 4533900"/>
              <a:gd name="connsiteX21" fmla="*/ 11487112 w 12193201"/>
              <a:gd name="connsiteY21" fmla="*/ 4279088 h 4533900"/>
              <a:gd name="connsiteX22" fmla="*/ 11520885 w 12193201"/>
              <a:gd name="connsiteY22" fmla="*/ 4231193 h 4533900"/>
              <a:gd name="connsiteX23" fmla="*/ 11246715 w 12193201"/>
              <a:gd name="connsiteY23" fmla="*/ 4230579 h 4533900"/>
              <a:gd name="connsiteX24" fmla="*/ 11278031 w 12193201"/>
              <a:gd name="connsiteY24" fmla="*/ 4263123 h 4533900"/>
              <a:gd name="connsiteX25" fmla="*/ 11213863 w 12193201"/>
              <a:gd name="connsiteY25" fmla="*/ 4263123 h 4533900"/>
              <a:gd name="connsiteX26" fmla="*/ 11246715 w 12193201"/>
              <a:gd name="connsiteY26" fmla="*/ 4230579 h 4533900"/>
              <a:gd name="connsiteX27" fmla="*/ 10869385 w 12193201"/>
              <a:gd name="connsiteY27" fmla="*/ 4216455 h 4533900"/>
              <a:gd name="connsiteX28" fmla="*/ 10896710 w 12193201"/>
              <a:gd name="connsiteY28" fmla="*/ 4216455 h 4533900"/>
              <a:gd name="connsiteX29" fmla="*/ 10896710 w 12193201"/>
              <a:gd name="connsiteY29" fmla="*/ 4325449 h 4533900"/>
              <a:gd name="connsiteX30" fmla="*/ 10869385 w 12193201"/>
              <a:gd name="connsiteY30" fmla="*/ 4325449 h 4533900"/>
              <a:gd name="connsiteX31" fmla="*/ 10760085 w 12193201"/>
              <a:gd name="connsiteY31" fmla="*/ 4216148 h 4533900"/>
              <a:gd name="connsiteX32" fmla="*/ 10778199 w 12193201"/>
              <a:gd name="connsiteY32" fmla="*/ 4216148 h 4533900"/>
              <a:gd name="connsiteX33" fmla="*/ 10778199 w 12193201"/>
              <a:gd name="connsiteY33" fmla="*/ 4288913 h 4533900"/>
              <a:gd name="connsiteX34" fmla="*/ 10760085 w 12193201"/>
              <a:gd name="connsiteY34" fmla="*/ 4288913 h 4533900"/>
              <a:gd name="connsiteX35" fmla="*/ 11375050 w 12193201"/>
              <a:gd name="connsiteY35" fmla="*/ 4210008 h 4533900"/>
              <a:gd name="connsiteX36" fmla="*/ 11318251 w 12193201"/>
              <a:gd name="connsiteY36" fmla="*/ 4277553 h 4533900"/>
              <a:gd name="connsiteX37" fmla="*/ 11376278 w 12193201"/>
              <a:gd name="connsiteY37" fmla="*/ 4343563 h 4533900"/>
              <a:gd name="connsiteX38" fmla="*/ 11415884 w 12193201"/>
              <a:gd name="connsiteY38" fmla="*/ 4322686 h 4533900"/>
              <a:gd name="connsiteX39" fmla="*/ 11415884 w 12193201"/>
              <a:gd name="connsiteY39" fmla="*/ 4337730 h 4533900"/>
              <a:gd name="connsiteX40" fmla="*/ 11383647 w 12193201"/>
              <a:gd name="connsiteY40" fmla="*/ 4373344 h 4533900"/>
              <a:gd name="connsiteX41" fmla="*/ 11354173 w 12193201"/>
              <a:gd name="connsiteY41" fmla="*/ 4355844 h 4533900"/>
              <a:gd name="connsiteX42" fmla="*/ 11351716 w 12193201"/>
              <a:gd name="connsiteY42" fmla="*/ 4353695 h 4533900"/>
              <a:gd name="connsiteX43" fmla="*/ 11325006 w 12193201"/>
              <a:gd name="connsiteY43" fmla="*/ 4353695 h 4533900"/>
              <a:gd name="connsiteX44" fmla="*/ 11322856 w 12193201"/>
              <a:gd name="connsiteY44" fmla="*/ 4355844 h 4533900"/>
              <a:gd name="connsiteX45" fmla="*/ 11382419 w 12193201"/>
              <a:gd name="connsiteY45" fmla="*/ 4394836 h 4533900"/>
              <a:gd name="connsiteX46" fmla="*/ 11444130 w 12193201"/>
              <a:gd name="connsiteY46" fmla="*/ 4338037 h 4533900"/>
              <a:gd name="connsiteX47" fmla="*/ 11443823 w 12193201"/>
              <a:gd name="connsiteY47" fmla="*/ 4272948 h 4533900"/>
              <a:gd name="connsiteX48" fmla="*/ 11445358 w 12193201"/>
              <a:gd name="connsiteY48" fmla="*/ 4214306 h 4533900"/>
              <a:gd name="connsiteX49" fmla="*/ 11443209 w 12193201"/>
              <a:gd name="connsiteY49" fmla="*/ 4212157 h 4533900"/>
              <a:gd name="connsiteX50" fmla="*/ 11416191 w 12193201"/>
              <a:gd name="connsiteY50" fmla="*/ 4212157 h 4533900"/>
              <a:gd name="connsiteX51" fmla="*/ 11414042 w 12193201"/>
              <a:gd name="connsiteY51" fmla="*/ 4214306 h 4533900"/>
              <a:gd name="connsiteX52" fmla="*/ 11414656 w 12193201"/>
              <a:gd name="connsiteY52" fmla="*/ 4229043 h 4533900"/>
              <a:gd name="connsiteX53" fmla="*/ 11375050 w 12193201"/>
              <a:gd name="connsiteY53" fmla="*/ 4210008 h 4533900"/>
              <a:gd name="connsiteX54" fmla="*/ 11101186 w 12193201"/>
              <a:gd name="connsiteY54" fmla="*/ 4209701 h 4533900"/>
              <a:gd name="connsiteX55" fmla="*/ 11044694 w 12193201"/>
              <a:gd name="connsiteY55" fmla="*/ 4278781 h 4533900"/>
              <a:gd name="connsiteX56" fmla="*/ 11100572 w 12193201"/>
              <a:gd name="connsiteY56" fmla="*/ 4346940 h 4533900"/>
              <a:gd name="connsiteX57" fmla="*/ 11141099 w 12193201"/>
              <a:gd name="connsiteY57" fmla="*/ 4326063 h 4533900"/>
              <a:gd name="connsiteX58" fmla="*/ 11140485 w 12193201"/>
              <a:gd name="connsiteY58" fmla="*/ 4342335 h 4533900"/>
              <a:gd name="connsiteX59" fmla="*/ 11142634 w 12193201"/>
              <a:gd name="connsiteY59" fmla="*/ 4344484 h 4533900"/>
              <a:gd name="connsiteX60" fmla="*/ 11142634 w 12193201"/>
              <a:gd name="connsiteY60" fmla="*/ 4344791 h 4533900"/>
              <a:gd name="connsiteX61" fmla="*/ 11169652 w 12193201"/>
              <a:gd name="connsiteY61" fmla="*/ 4344791 h 4533900"/>
              <a:gd name="connsiteX62" fmla="*/ 11171801 w 12193201"/>
              <a:gd name="connsiteY62" fmla="*/ 4342642 h 4533900"/>
              <a:gd name="connsiteX63" fmla="*/ 11170880 w 12193201"/>
              <a:gd name="connsiteY63" fmla="*/ 4278167 h 4533900"/>
              <a:gd name="connsiteX64" fmla="*/ 11171801 w 12193201"/>
              <a:gd name="connsiteY64" fmla="*/ 4214613 h 4533900"/>
              <a:gd name="connsiteX65" fmla="*/ 11169652 w 12193201"/>
              <a:gd name="connsiteY65" fmla="*/ 4212464 h 4533900"/>
              <a:gd name="connsiteX66" fmla="*/ 11142327 w 12193201"/>
              <a:gd name="connsiteY66" fmla="*/ 4212464 h 4533900"/>
              <a:gd name="connsiteX67" fmla="*/ 11140178 w 12193201"/>
              <a:gd name="connsiteY67" fmla="*/ 4214613 h 4533900"/>
              <a:gd name="connsiteX68" fmla="*/ 11141099 w 12193201"/>
              <a:gd name="connsiteY68" fmla="*/ 4229350 h 4533900"/>
              <a:gd name="connsiteX69" fmla="*/ 11101186 w 12193201"/>
              <a:gd name="connsiteY69" fmla="*/ 4209701 h 4533900"/>
              <a:gd name="connsiteX70" fmla="*/ 11521192 w 12193201"/>
              <a:gd name="connsiteY70" fmla="*/ 4209087 h 4533900"/>
              <a:gd name="connsiteX71" fmla="*/ 11455796 w 12193201"/>
              <a:gd name="connsiteY71" fmla="*/ 4278781 h 4533900"/>
              <a:gd name="connsiteX72" fmla="*/ 11521192 w 12193201"/>
              <a:gd name="connsiteY72" fmla="*/ 4347554 h 4533900"/>
              <a:gd name="connsiteX73" fmla="*/ 11585973 w 12193201"/>
              <a:gd name="connsiteY73" fmla="*/ 4277860 h 4533900"/>
              <a:gd name="connsiteX74" fmla="*/ 11521192 w 12193201"/>
              <a:gd name="connsiteY74" fmla="*/ 4209087 h 4533900"/>
              <a:gd name="connsiteX75" fmla="*/ 11671019 w 12193201"/>
              <a:gd name="connsiteY75" fmla="*/ 4208780 h 4533900"/>
              <a:gd name="connsiteX76" fmla="*/ 11627729 w 12193201"/>
              <a:gd name="connsiteY76" fmla="*/ 4231193 h 4533900"/>
              <a:gd name="connsiteX77" fmla="*/ 11628650 w 12193201"/>
              <a:gd name="connsiteY77" fmla="*/ 4213999 h 4533900"/>
              <a:gd name="connsiteX78" fmla="*/ 11626501 w 12193201"/>
              <a:gd name="connsiteY78" fmla="*/ 4211850 h 4533900"/>
              <a:gd name="connsiteX79" fmla="*/ 11600711 w 12193201"/>
              <a:gd name="connsiteY79" fmla="*/ 4211850 h 4533900"/>
              <a:gd name="connsiteX80" fmla="*/ 11598562 w 12193201"/>
              <a:gd name="connsiteY80" fmla="*/ 4213999 h 4533900"/>
              <a:gd name="connsiteX81" fmla="*/ 11598869 w 12193201"/>
              <a:gd name="connsiteY81" fmla="*/ 4282159 h 4533900"/>
              <a:gd name="connsiteX82" fmla="*/ 11597948 w 12193201"/>
              <a:gd name="connsiteY82" fmla="*/ 4342335 h 4533900"/>
              <a:gd name="connsiteX83" fmla="*/ 11600097 w 12193201"/>
              <a:gd name="connsiteY83" fmla="*/ 4344484 h 4533900"/>
              <a:gd name="connsiteX84" fmla="*/ 11600097 w 12193201"/>
              <a:gd name="connsiteY84" fmla="*/ 4344177 h 4533900"/>
              <a:gd name="connsiteX85" fmla="*/ 11627422 w 12193201"/>
              <a:gd name="connsiteY85" fmla="*/ 4344177 h 4533900"/>
              <a:gd name="connsiteX86" fmla="*/ 11629571 w 12193201"/>
              <a:gd name="connsiteY86" fmla="*/ 4342028 h 4533900"/>
              <a:gd name="connsiteX87" fmla="*/ 11628957 w 12193201"/>
              <a:gd name="connsiteY87" fmla="*/ 4287992 h 4533900"/>
              <a:gd name="connsiteX88" fmla="*/ 11628957 w 12193201"/>
              <a:gd name="connsiteY88" fmla="*/ 4273562 h 4533900"/>
              <a:gd name="connsiteX89" fmla="*/ 11661502 w 12193201"/>
              <a:gd name="connsiteY89" fmla="*/ 4233035 h 4533900"/>
              <a:gd name="connsiteX90" fmla="*/ 11685756 w 12193201"/>
              <a:gd name="connsiteY90" fmla="*/ 4261588 h 4533900"/>
              <a:gd name="connsiteX91" fmla="*/ 11685756 w 12193201"/>
              <a:gd name="connsiteY91" fmla="*/ 4287992 h 4533900"/>
              <a:gd name="connsiteX92" fmla="*/ 11685142 w 12193201"/>
              <a:gd name="connsiteY92" fmla="*/ 4342028 h 4533900"/>
              <a:gd name="connsiteX93" fmla="*/ 11687291 w 12193201"/>
              <a:gd name="connsiteY93" fmla="*/ 4344177 h 4533900"/>
              <a:gd name="connsiteX94" fmla="*/ 11714616 w 12193201"/>
              <a:gd name="connsiteY94" fmla="*/ 4344177 h 4533900"/>
              <a:gd name="connsiteX95" fmla="*/ 11716766 w 12193201"/>
              <a:gd name="connsiteY95" fmla="*/ 4342028 h 4533900"/>
              <a:gd name="connsiteX96" fmla="*/ 11716151 w 12193201"/>
              <a:gd name="connsiteY96" fmla="*/ 4287992 h 4533900"/>
              <a:gd name="connsiteX97" fmla="*/ 11716151 w 12193201"/>
              <a:gd name="connsiteY97" fmla="*/ 4260667 h 4533900"/>
              <a:gd name="connsiteX98" fmla="*/ 11671019 w 12193201"/>
              <a:gd name="connsiteY98" fmla="*/ 4208780 h 4533900"/>
              <a:gd name="connsiteX99" fmla="*/ 11246715 w 12193201"/>
              <a:gd name="connsiteY99" fmla="*/ 4208780 h 4533900"/>
              <a:gd name="connsiteX100" fmla="*/ 11182240 w 12193201"/>
              <a:gd name="connsiteY100" fmla="*/ 4278474 h 4533900"/>
              <a:gd name="connsiteX101" fmla="*/ 11247636 w 12193201"/>
              <a:gd name="connsiteY101" fmla="*/ 4347247 h 4533900"/>
              <a:gd name="connsiteX102" fmla="*/ 11307812 w 12193201"/>
              <a:gd name="connsiteY102" fmla="*/ 4304264 h 4533900"/>
              <a:gd name="connsiteX103" fmla="*/ 11305970 w 12193201"/>
              <a:gd name="connsiteY103" fmla="*/ 4302115 h 4533900"/>
              <a:gd name="connsiteX104" fmla="*/ 11280180 w 12193201"/>
              <a:gd name="connsiteY104" fmla="*/ 4302115 h 4533900"/>
              <a:gd name="connsiteX105" fmla="*/ 11277724 w 12193201"/>
              <a:gd name="connsiteY105" fmla="*/ 4304264 h 4533900"/>
              <a:gd name="connsiteX106" fmla="*/ 11248250 w 12193201"/>
              <a:gd name="connsiteY106" fmla="*/ 4325449 h 4533900"/>
              <a:gd name="connsiteX107" fmla="*/ 11212942 w 12193201"/>
              <a:gd name="connsiteY107" fmla="*/ 4284001 h 4533900"/>
              <a:gd name="connsiteX108" fmla="*/ 11309347 w 12193201"/>
              <a:gd name="connsiteY108" fmla="*/ 4284001 h 4533900"/>
              <a:gd name="connsiteX109" fmla="*/ 11311496 w 12193201"/>
              <a:gd name="connsiteY109" fmla="*/ 4281852 h 4533900"/>
              <a:gd name="connsiteX110" fmla="*/ 11246715 w 12193201"/>
              <a:gd name="connsiteY110" fmla="*/ 4208780 h 4533900"/>
              <a:gd name="connsiteX111" fmla="*/ 10823945 w 12193201"/>
              <a:gd name="connsiteY111" fmla="*/ 4193429 h 4533900"/>
              <a:gd name="connsiteX112" fmla="*/ 10860481 w 12193201"/>
              <a:gd name="connsiteY112" fmla="*/ 4193429 h 4533900"/>
              <a:gd name="connsiteX113" fmla="*/ 10860481 w 12193201"/>
              <a:gd name="connsiteY113" fmla="*/ 4366283 h 4533900"/>
              <a:gd name="connsiteX114" fmla="*/ 10823945 w 12193201"/>
              <a:gd name="connsiteY114" fmla="*/ 4366283 h 4533900"/>
              <a:gd name="connsiteX115" fmla="*/ 10905613 w 12193201"/>
              <a:gd name="connsiteY115" fmla="*/ 4143691 h 4533900"/>
              <a:gd name="connsiteX116" fmla="*/ 10705742 w 12193201"/>
              <a:gd name="connsiteY116" fmla="*/ 4216455 h 4533900"/>
              <a:gd name="connsiteX117" fmla="*/ 10778506 w 12193201"/>
              <a:gd name="connsiteY117" fmla="*/ 4416328 h 4533900"/>
              <a:gd name="connsiteX118" fmla="*/ 10978377 w 12193201"/>
              <a:gd name="connsiteY118" fmla="*/ 4343563 h 4533900"/>
              <a:gd name="connsiteX119" fmla="*/ 6096605 w 12193201"/>
              <a:gd name="connsiteY119" fmla="*/ 0 h 4533900"/>
              <a:gd name="connsiteX120" fmla="*/ 9864299 w 12193201"/>
              <a:gd name="connsiteY120" fmla="*/ 881563 h 4533900"/>
              <a:gd name="connsiteX121" fmla="*/ 12193201 w 12193201"/>
              <a:gd name="connsiteY121" fmla="*/ 3189318 h 4533900"/>
              <a:gd name="connsiteX122" fmla="*/ 12193201 w 12193201"/>
              <a:gd name="connsiteY122" fmla="*/ 4533900 h 4533900"/>
              <a:gd name="connsiteX123" fmla="*/ 5 w 12193201"/>
              <a:gd name="connsiteY123" fmla="*/ 4533900 h 4533900"/>
              <a:gd name="connsiteX124" fmla="*/ 5 w 12193201"/>
              <a:gd name="connsiteY124" fmla="*/ 4533898 h 4533900"/>
              <a:gd name="connsiteX125" fmla="*/ 0 w 12193201"/>
              <a:gd name="connsiteY125" fmla="*/ 4533898 h 4533900"/>
              <a:gd name="connsiteX126" fmla="*/ 5 w 12193201"/>
              <a:gd name="connsiteY126" fmla="*/ 3189318 h 4533900"/>
              <a:gd name="connsiteX127" fmla="*/ 2328909 w 12193201"/>
              <a:gd name="connsiteY127" fmla="*/ 881563 h 453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12193201" h="4533900">
                <a:moveTo>
                  <a:pt x="10905613" y="4270799"/>
                </a:moveTo>
                <a:lnTo>
                  <a:pt x="10923728" y="4270799"/>
                </a:lnTo>
                <a:lnTo>
                  <a:pt x="10923728" y="4343563"/>
                </a:lnTo>
                <a:lnTo>
                  <a:pt x="10905613" y="4343563"/>
                </a:lnTo>
                <a:close/>
                <a:moveTo>
                  <a:pt x="10787410" y="4234570"/>
                </a:moveTo>
                <a:lnTo>
                  <a:pt x="10814735" y="4234570"/>
                </a:lnTo>
                <a:lnTo>
                  <a:pt x="10814735" y="4343563"/>
                </a:lnTo>
                <a:lnTo>
                  <a:pt x="10787410" y="4343563"/>
                </a:lnTo>
                <a:close/>
                <a:moveTo>
                  <a:pt x="11383033" y="4231807"/>
                </a:moveTo>
                <a:cubicBezTo>
                  <a:pt x="11404217" y="4232114"/>
                  <a:pt x="11415577" y="4248693"/>
                  <a:pt x="11415270" y="4278781"/>
                </a:cubicBezTo>
                <a:cubicBezTo>
                  <a:pt x="11415270" y="4307948"/>
                  <a:pt x="11403296" y="4322379"/>
                  <a:pt x="11383033" y="4322379"/>
                </a:cubicBezTo>
                <a:cubicBezTo>
                  <a:pt x="11361234" y="4322686"/>
                  <a:pt x="11349567" y="4306413"/>
                  <a:pt x="11349567" y="4276325"/>
                </a:cubicBezTo>
                <a:cubicBezTo>
                  <a:pt x="11349567" y="4248079"/>
                  <a:pt x="11360927" y="4231193"/>
                  <a:pt x="11383033" y="4231807"/>
                </a:cubicBezTo>
                <a:close/>
                <a:moveTo>
                  <a:pt x="11109783" y="4231500"/>
                </a:moveTo>
                <a:cubicBezTo>
                  <a:pt x="11130353" y="4231500"/>
                  <a:pt x="11142327" y="4248693"/>
                  <a:pt x="11142020" y="4279088"/>
                </a:cubicBezTo>
                <a:cubicBezTo>
                  <a:pt x="11141713" y="4309791"/>
                  <a:pt x="11129739" y="4325142"/>
                  <a:pt x="11108862" y="4325142"/>
                </a:cubicBezTo>
                <a:cubicBezTo>
                  <a:pt x="11087370" y="4325142"/>
                  <a:pt x="11076010" y="4307334"/>
                  <a:pt x="11076010" y="4276632"/>
                </a:cubicBezTo>
                <a:cubicBezTo>
                  <a:pt x="11076010" y="4248386"/>
                  <a:pt x="11087063" y="4231193"/>
                  <a:pt x="11109783" y="4231500"/>
                </a:cubicBezTo>
                <a:close/>
                <a:moveTo>
                  <a:pt x="11520885" y="4231193"/>
                </a:moveTo>
                <a:cubicBezTo>
                  <a:pt x="11543297" y="4231193"/>
                  <a:pt x="11554350" y="4247465"/>
                  <a:pt x="11554350" y="4278781"/>
                </a:cubicBezTo>
                <a:cubicBezTo>
                  <a:pt x="11554350" y="4310405"/>
                  <a:pt x="11543604" y="4325756"/>
                  <a:pt x="11521192" y="4325756"/>
                </a:cubicBezTo>
                <a:cubicBezTo>
                  <a:pt x="11498472" y="4325756"/>
                  <a:pt x="11487419" y="4310098"/>
                  <a:pt x="11487112" y="4279088"/>
                </a:cubicBezTo>
                <a:cubicBezTo>
                  <a:pt x="11487112" y="4247772"/>
                  <a:pt x="11498165" y="4231500"/>
                  <a:pt x="11520885" y="4231193"/>
                </a:cubicBezTo>
                <a:close/>
                <a:moveTo>
                  <a:pt x="11246715" y="4230579"/>
                </a:moveTo>
                <a:cubicBezTo>
                  <a:pt x="11266978" y="4230579"/>
                  <a:pt x="11276803" y="4245930"/>
                  <a:pt x="11278031" y="4263123"/>
                </a:cubicBezTo>
                <a:lnTo>
                  <a:pt x="11213863" y="4263123"/>
                </a:lnTo>
                <a:cubicBezTo>
                  <a:pt x="11217240" y="4241939"/>
                  <a:pt x="11228293" y="4230579"/>
                  <a:pt x="11246715" y="4230579"/>
                </a:cubicBezTo>
                <a:close/>
                <a:moveTo>
                  <a:pt x="10869385" y="4216455"/>
                </a:moveTo>
                <a:lnTo>
                  <a:pt x="10896710" y="4216455"/>
                </a:lnTo>
                <a:lnTo>
                  <a:pt x="10896710" y="4325449"/>
                </a:lnTo>
                <a:lnTo>
                  <a:pt x="10869385" y="4325449"/>
                </a:lnTo>
                <a:close/>
                <a:moveTo>
                  <a:pt x="10760085" y="4216148"/>
                </a:moveTo>
                <a:lnTo>
                  <a:pt x="10778199" y="4216148"/>
                </a:lnTo>
                <a:lnTo>
                  <a:pt x="10778199" y="4288913"/>
                </a:lnTo>
                <a:lnTo>
                  <a:pt x="10760085" y="4288913"/>
                </a:lnTo>
                <a:close/>
                <a:moveTo>
                  <a:pt x="11375050" y="4210008"/>
                </a:moveTo>
                <a:cubicBezTo>
                  <a:pt x="11339435" y="4210008"/>
                  <a:pt x="11318251" y="4240403"/>
                  <a:pt x="11318251" y="4277553"/>
                </a:cubicBezTo>
                <a:cubicBezTo>
                  <a:pt x="11318251" y="4315010"/>
                  <a:pt x="11337900" y="4343563"/>
                  <a:pt x="11376278" y="4343563"/>
                </a:cubicBezTo>
                <a:cubicBezTo>
                  <a:pt x="11393778" y="4343563"/>
                  <a:pt x="11406980" y="4335888"/>
                  <a:pt x="11415884" y="4322686"/>
                </a:cubicBezTo>
                <a:lnTo>
                  <a:pt x="11415884" y="4337730"/>
                </a:lnTo>
                <a:cubicBezTo>
                  <a:pt x="11415884" y="4362599"/>
                  <a:pt x="11402682" y="4373344"/>
                  <a:pt x="11383647" y="4373344"/>
                </a:cubicBezTo>
                <a:cubicBezTo>
                  <a:pt x="11367682" y="4373344"/>
                  <a:pt x="11357243" y="4367511"/>
                  <a:pt x="11354173" y="4355844"/>
                </a:cubicBezTo>
                <a:cubicBezTo>
                  <a:pt x="11353866" y="4354616"/>
                  <a:pt x="11352945" y="4353695"/>
                  <a:pt x="11351716" y="4353695"/>
                </a:cubicBezTo>
                <a:lnTo>
                  <a:pt x="11325006" y="4353695"/>
                </a:lnTo>
                <a:cubicBezTo>
                  <a:pt x="11324084" y="4353695"/>
                  <a:pt x="11322856" y="4354616"/>
                  <a:pt x="11322856" y="4355844"/>
                </a:cubicBezTo>
                <a:cubicBezTo>
                  <a:pt x="11326541" y="4382555"/>
                  <a:pt x="11350795" y="4395450"/>
                  <a:pt x="11382419" y="4394836"/>
                </a:cubicBezTo>
                <a:cubicBezTo>
                  <a:pt x="11422945" y="4394836"/>
                  <a:pt x="11444437" y="4373651"/>
                  <a:pt x="11444130" y="4338037"/>
                </a:cubicBezTo>
                <a:lnTo>
                  <a:pt x="11443823" y="4272948"/>
                </a:lnTo>
                <a:lnTo>
                  <a:pt x="11445358" y="4214306"/>
                </a:lnTo>
                <a:cubicBezTo>
                  <a:pt x="11445358" y="4213385"/>
                  <a:pt x="11444437" y="4212157"/>
                  <a:pt x="11443209" y="4212157"/>
                </a:cubicBezTo>
                <a:lnTo>
                  <a:pt x="11416191" y="4212157"/>
                </a:lnTo>
                <a:cubicBezTo>
                  <a:pt x="11415270" y="4212157"/>
                  <a:pt x="11414042" y="4213078"/>
                  <a:pt x="11414042" y="4214306"/>
                </a:cubicBezTo>
                <a:lnTo>
                  <a:pt x="11414656" y="4229043"/>
                </a:lnTo>
                <a:cubicBezTo>
                  <a:pt x="11406059" y="4216763"/>
                  <a:pt x="11392550" y="4210008"/>
                  <a:pt x="11375050" y="4210008"/>
                </a:cubicBezTo>
                <a:close/>
                <a:moveTo>
                  <a:pt x="11101186" y="4209701"/>
                </a:moveTo>
                <a:cubicBezTo>
                  <a:pt x="11065878" y="4209701"/>
                  <a:pt x="11044694" y="4240403"/>
                  <a:pt x="11044694" y="4278781"/>
                </a:cubicBezTo>
                <a:cubicBezTo>
                  <a:pt x="11044694" y="4317159"/>
                  <a:pt x="11063729" y="4346940"/>
                  <a:pt x="11100572" y="4346940"/>
                </a:cubicBezTo>
                <a:cubicBezTo>
                  <a:pt x="11118379" y="4346940"/>
                  <a:pt x="11132195" y="4339265"/>
                  <a:pt x="11141099" y="4326063"/>
                </a:cubicBezTo>
                <a:lnTo>
                  <a:pt x="11140485" y="4342335"/>
                </a:lnTo>
                <a:cubicBezTo>
                  <a:pt x="11140485" y="4343563"/>
                  <a:pt x="11141713" y="4344484"/>
                  <a:pt x="11142634" y="4344484"/>
                </a:cubicBezTo>
                <a:lnTo>
                  <a:pt x="11142634" y="4344791"/>
                </a:lnTo>
                <a:lnTo>
                  <a:pt x="11169652" y="4344791"/>
                </a:lnTo>
                <a:cubicBezTo>
                  <a:pt x="11170880" y="4344791"/>
                  <a:pt x="11171801" y="4343563"/>
                  <a:pt x="11171801" y="4342642"/>
                </a:cubicBezTo>
                <a:lnTo>
                  <a:pt x="11170880" y="4278167"/>
                </a:lnTo>
                <a:lnTo>
                  <a:pt x="11171801" y="4214613"/>
                </a:lnTo>
                <a:cubicBezTo>
                  <a:pt x="11171801" y="4213385"/>
                  <a:pt x="11170573" y="4212464"/>
                  <a:pt x="11169652" y="4212464"/>
                </a:cubicBezTo>
                <a:lnTo>
                  <a:pt x="11142327" y="4212464"/>
                </a:lnTo>
                <a:cubicBezTo>
                  <a:pt x="11141099" y="4212464"/>
                  <a:pt x="11140178" y="4213692"/>
                  <a:pt x="11140178" y="4214613"/>
                </a:cubicBezTo>
                <a:lnTo>
                  <a:pt x="11141099" y="4229350"/>
                </a:lnTo>
                <a:cubicBezTo>
                  <a:pt x="11132195" y="4216456"/>
                  <a:pt x="11118686" y="4209701"/>
                  <a:pt x="11101186" y="4209701"/>
                </a:cubicBezTo>
                <a:close/>
                <a:moveTo>
                  <a:pt x="11521192" y="4209087"/>
                </a:moveTo>
                <a:cubicBezTo>
                  <a:pt x="11479437" y="4209087"/>
                  <a:pt x="11455796" y="4237026"/>
                  <a:pt x="11455796" y="4278781"/>
                </a:cubicBezTo>
                <a:cubicBezTo>
                  <a:pt x="11455796" y="4320536"/>
                  <a:pt x="11479437" y="4347554"/>
                  <a:pt x="11521192" y="4347554"/>
                </a:cubicBezTo>
                <a:cubicBezTo>
                  <a:pt x="11562640" y="4347554"/>
                  <a:pt x="11586280" y="4319922"/>
                  <a:pt x="11585973" y="4277860"/>
                </a:cubicBezTo>
                <a:cubicBezTo>
                  <a:pt x="11585973" y="4236105"/>
                  <a:pt x="11562640" y="4209087"/>
                  <a:pt x="11521192" y="4209087"/>
                </a:cubicBezTo>
                <a:close/>
                <a:moveTo>
                  <a:pt x="11671019" y="4208780"/>
                </a:moveTo>
                <a:cubicBezTo>
                  <a:pt x="11651370" y="4208780"/>
                  <a:pt x="11636326" y="4218912"/>
                  <a:pt x="11627729" y="4231193"/>
                </a:cubicBezTo>
                <a:lnTo>
                  <a:pt x="11628650" y="4213999"/>
                </a:lnTo>
                <a:cubicBezTo>
                  <a:pt x="11628650" y="4212771"/>
                  <a:pt x="11627422" y="4211850"/>
                  <a:pt x="11626501" y="4211850"/>
                </a:cubicBezTo>
                <a:lnTo>
                  <a:pt x="11600711" y="4211850"/>
                </a:lnTo>
                <a:cubicBezTo>
                  <a:pt x="11599483" y="4211850"/>
                  <a:pt x="11598562" y="4213078"/>
                  <a:pt x="11598562" y="4213999"/>
                </a:cubicBezTo>
                <a:lnTo>
                  <a:pt x="11598869" y="4282159"/>
                </a:lnTo>
                <a:lnTo>
                  <a:pt x="11597948" y="4342335"/>
                </a:lnTo>
                <a:cubicBezTo>
                  <a:pt x="11597948" y="4343563"/>
                  <a:pt x="11599176" y="4344484"/>
                  <a:pt x="11600097" y="4344484"/>
                </a:cubicBezTo>
                <a:lnTo>
                  <a:pt x="11600097" y="4344177"/>
                </a:lnTo>
                <a:lnTo>
                  <a:pt x="11627422" y="4344177"/>
                </a:lnTo>
                <a:cubicBezTo>
                  <a:pt x="11628650" y="4344177"/>
                  <a:pt x="11629571" y="4342949"/>
                  <a:pt x="11629571" y="4342028"/>
                </a:cubicBezTo>
                <a:lnTo>
                  <a:pt x="11628957" y="4287992"/>
                </a:lnTo>
                <a:lnTo>
                  <a:pt x="11628957" y="4273562"/>
                </a:lnTo>
                <a:cubicBezTo>
                  <a:pt x="11631413" y="4246237"/>
                  <a:pt x="11646150" y="4233035"/>
                  <a:pt x="11661502" y="4233035"/>
                </a:cubicBezTo>
                <a:cubicBezTo>
                  <a:pt x="11675625" y="4233035"/>
                  <a:pt x="11685756" y="4242860"/>
                  <a:pt x="11685756" y="4261588"/>
                </a:cubicBezTo>
                <a:lnTo>
                  <a:pt x="11685756" y="4287992"/>
                </a:lnTo>
                <a:lnTo>
                  <a:pt x="11685142" y="4342028"/>
                </a:lnTo>
                <a:cubicBezTo>
                  <a:pt x="11685142" y="4343256"/>
                  <a:pt x="11686370" y="4344177"/>
                  <a:pt x="11687291" y="4344177"/>
                </a:cubicBezTo>
                <a:lnTo>
                  <a:pt x="11714616" y="4344177"/>
                </a:lnTo>
                <a:cubicBezTo>
                  <a:pt x="11715844" y="4344177"/>
                  <a:pt x="11716766" y="4342949"/>
                  <a:pt x="11716766" y="4342028"/>
                </a:cubicBezTo>
                <a:lnTo>
                  <a:pt x="11716151" y="4287992"/>
                </a:lnTo>
                <a:lnTo>
                  <a:pt x="11716151" y="4260667"/>
                </a:lnTo>
                <a:cubicBezTo>
                  <a:pt x="11716151" y="4227201"/>
                  <a:pt x="11698344" y="4208780"/>
                  <a:pt x="11671019" y="4208780"/>
                </a:cubicBezTo>
                <a:close/>
                <a:moveTo>
                  <a:pt x="11246715" y="4208780"/>
                </a:moveTo>
                <a:cubicBezTo>
                  <a:pt x="11206495" y="4208780"/>
                  <a:pt x="11182240" y="4236719"/>
                  <a:pt x="11182240" y="4278474"/>
                </a:cubicBezTo>
                <a:cubicBezTo>
                  <a:pt x="11182240" y="4318694"/>
                  <a:pt x="11204960" y="4347247"/>
                  <a:pt x="11247636" y="4347247"/>
                </a:cubicBezTo>
                <a:cubicBezTo>
                  <a:pt x="11281408" y="4347247"/>
                  <a:pt x="11302900" y="4328212"/>
                  <a:pt x="11307812" y="4304264"/>
                </a:cubicBezTo>
                <a:cubicBezTo>
                  <a:pt x="11308119" y="4303036"/>
                  <a:pt x="11306891" y="4302115"/>
                  <a:pt x="11305970" y="4302115"/>
                </a:cubicBezTo>
                <a:lnTo>
                  <a:pt x="11280180" y="4302115"/>
                </a:lnTo>
                <a:cubicBezTo>
                  <a:pt x="11279259" y="4302115"/>
                  <a:pt x="11278031" y="4303036"/>
                  <a:pt x="11277724" y="4304264"/>
                </a:cubicBezTo>
                <a:cubicBezTo>
                  <a:pt x="11273425" y="4318387"/>
                  <a:pt x="11263294" y="4325449"/>
                  <a:pt x="11248250" y="4325449"/>
                </a:cubicBezTo>
                <a:cubicBezTo>
                  <a:pt x="11225837" y="4325449"/>
                  <a:pt x="11214170" y="4312247"/>
                  <a:pt x="11212942" y="4284001"/>
                </a:cubicBezTo>
                <a:lnTo>
                  <a:pt x="11309347" y="4284001"/>
                </a:lnTo>
                <a:cubicBezTo>
                  <a:pt x="11310575" y="4284001"/>
                  <a:pt x="11311496" y="4282773"/>
                  <a:pt x="11311496" y="4281852"/>
                </a:cubicBezTo>
                <a:cubicBezTo>
                  <a:pt x="11310882" y="4236719"/>
                  <a:pt x="11287548" y="4209087"/>
                  <a:pt x="11246715" y="4208780"/>
                </a:cubicBezTo>
                <a:close/>
                <a:moveTo>
                  <a:pt x="10823945" y="4193429"/>
                </a:moveTo>
                <a:lnTo>
                  <a:pt x="10860481" y="4193429"/>
                </a:lnTo>
                <a:lnTo>
                  <a:pt x="10860481" y="4366283"/>
                </a:lnTo>
                <a:lnTo>
                  <a:pt x="10823945" y="4366283"/>
                </a:lnTo>
                <a:close/>
                <a:moveTo>
                  <a:pt x="10905613" y="4143691"/>
                </a:moveTo>
                <a:lnTo>
                  <a:pt x="10705742" y="4216455"/>
                </a:lnTo>
                <a:lnTo>
                  <a:pt x="10778506" y="4416328"/>
                </a:lnTo>
                <a:lnTo>
                  <a:pt x="10978377" y="4343563"/>
                </a:lnTo>
                <a:close/>
                <a:moveTo>
                  <a:pt x="6096605" y="0"/>
                </a:moveTo>
                <a:lnTo>
                  <a:pt x="9864299" y="881563"/>
                </a:lnTo>
                <a:lnTo>
                  <a:pt x="12193201" y="3189318"/>
                </a:lnTo>
                <a:lnTo>
                  <a:pt x="12193201" y="4533900"/>
                </a:lnTo>
                <a:lnTo>
                  <a:pt x="5" y="4533900"/>
                </a:lnTo>
                <a:lnTo>
                  <a:pt x="5" y="4533898"/>
                </a:lnTo>
                <a:lnTo>
                  <a:pt x="0" y="4533898"/>
                </a:lnTo>
                <a:cubicBezTo>
                  <a:pt x="2" y="4085705"/>
                  <a:pt x="3" y="3637511"/>
                  <a:pt x="5" y="3189318"/>
                </a:cubicBezTo>
                <a:lnTo>
                  <a:pt x="2328909" y="881563"/>
                </a:lnTo>
                <a:close/>
              </a:path>
            </a:pathLst>
          </a:custGeom>
          <a:noFill/>
        </p:spPr>
        <p:txBody>
          <a:bodyPr vert="horz" wrap="square" lIns="203200" tIns="201600" rIns="201600" bIns="201600" rtlCol="0" anchor="ctr" anchorCtr="0">
            <a:noAutofit/>
          </a:bodyPr>
          <a:lstStyle>
            <a:lvl1pPr algn="ctr">
              <a:defRPr lang="en-US" dirty="0">
                <a:solidFill>
                  <a:schemeClr val="tx1"/>
                </a:solidFill>
              </a:defRPr>
            </a:lvl1pPr>
          </a:lstStyle>
          <a:p>
            <a:pPr lvl="0" algn="ctr"/>
            <a:r>
              <a:rPr lang="en-US"/>
              <a:t>Click icon to insert an image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7C1423F6-130C-4BCD-2625-74F1F6F67FD9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0429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D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C87B5D9-3912-3629-06FB-68731551687C}"/>
              </a:ext>
            </a:extLst>
          </p:cNvPr>
          <p:cNvGrpSpPr/>
          <p:nvPr userDrawn="1"/>
        </p:nvGrpSpPr>
        <p:grpSpPr>
          <a:xfrm>
            <a:off x="10705742" y="6467791"/>
            <a:ext cx="1011023" cy="272636"/>
            <a:chOff x="10705742" y="6467791"/>
            <a:chExt cx="1011023" cy="2726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BF9AB88-5F60-E8CD-0AE1-E235196A532B}"/>
                </a:ext>
              </a:extLst>
            </p:cNvPr>
            <p:cNvSpPr/>
            <p:nvPr userDrawn="1"/>
          </p:nvSpPr>
          <p:spPr>
            <a:xfrm>
              <a:off x="10705742" y="6467791"/>
              <a:ext cx="272635" cy="272636"/>
            </a:xfrm>
            <a:custGeom>
              <a:avLst/>
              <a:gdLst>
                <a:gd name="connsiteX0" fmla="*/ 199871 w 272635"/>
                <a:gd name="connsiteY0" fmla="*/ 0 h 272636"/>
                <a:gd name="connsiteX1" fmla="*/ 0 w 272635"/>
                <a:gd name="connsiteY1" fmla="*/ 72764 h 272636"/>
                <a:gd name="connsiteX2" fmla="*/ 72764 w 272635"/>
                <a:gd name="connsiteY2" fmla="*/ 272637 h 272636"/>
                <a:gd name="connsiteX3" fmla="*/ 272635 w 272635"/>
                <a:gd name="connsiteY3" fmla="*/ 199872 h 272636"/>
                <a:gd name="connsiteX4" fmla="*/ 199871 w 272635"/>
                <a:gd name="connsiteY4" fmla="*/ 0 h 272636"/>
                <a:gd name="connsiteX5" fmla="*/ 54343 w 272635"/>
                <a:gd name="connsiteY5" fmla="*/ 145222 h 272636"/>
                <a:gd name="connsiteX6" fmla="*/ 54343 w 272635"/>
                <a:gd name="connsiteY6" fmla="*/ 72457 h 272636"/>
                <a:gd name="connsiteX7" fmla="*/ 72457 w 272635"/>
                <a:gd name="connsiteY7" fmla="*/ 72457 h 272636"/>
                <a:gd name="connsiteX8" fmla="*/ 72457 w 272635"/>
                <a:gd name="connsiteY8" fmla="*/ 145222 h 272636"/>
                <a:gd name="connsiteX9" fmla="*/ 54343 w 272635"/>
                <a:gd name="connsiteY9" fmla="*/ 145222 h 272636"/>
                <a:gd name="connsiteX10" fmla="*/ 81668 w 272635"/>
                <a:gd name="connsiteY10" fmla="*/ 199872 h 272636"/>
                <a:gd name="connsiteX11" fmla="*/ 81668 w 272635"/>
                <a:gd name="connsiteY11" fmla="*/ 90879 h 272636"/>
                <a:gd name="connsiteX12" fmla="*/ 108993 w 272635"/>
                <a:gd name="connsiteY12" fmla="*/ 90879 h 272636"/>
                <a:gd name="connsiteX13" fmla="*/ 108993 w 272635"/>
                <a:gd name="connsiteY13" fmla="*/ 199872 h 272636"/>
                <a:gd name="connsiteX14" fmla="*/ 81668 w 272635"/>
                <a:gd name="connsiteY14" fmla="*/ 199872 h 272636"/>
                <a:gd name="connsiteX15" fmla="*/ 118203 w 272635"/>
                <a:gd name="connsiteY15" fmla="*/ 222592 h 272636"/>
                <a:gd name="connsiteX16" fmla="*/ 118203 w 272635"/>
                <a:gd name="connsiteY16" fmla="*/ 49738 h 272636"/>
                <a:gd name="connsiteX17" fmla="*/ 154739 w 272635"/>
                <a:gd name="connsiteY17" fmla="*/ 49738 h 272636"/>
                <a:gd name="connsiteX18" fmla="*/ 154739 w 272635"/>
                <a:gd name="connsiteY18" fmla="*/ 222592 h 272636"/>
                <a:gd name="connsiteX19" fmla="*/ 118203 w 272635"/>
                <a:gd name="connsiteY19" fmla="*/ 222592 h 272636"/>
                <a:gd name="connsiteX20" fmla="*/ 163643 w 272635"/>
                <a:gd name="connsiteY20" fmla="*/ 181758 h 272636"/>
                <a:gd name="connsiteX21" fmla="*/ 163643 w 272635"/>
                <a:gd name="connsiteY21" fmla="*/ 72764 h 272636"/>
                <a:gd name="connsiteX22" fmla="*/ 190968 w 272635"/>
                <a:gd name="connsiteY22" fmla="*/ 72764 h 272636"/>
                <a:gd name="connsiteX23" fmla="*/ 190968 w 272635"/>
                <a:gd name="connsiteY23" fmla="*/ 181758 h 272636"/>
                <a:gd name="connsiteX24" fmla="*/ 163643 w 272635"/>
                <a:gd name="connsiteY24" fmla="*/ 181758 h 272636"/>
                <a:gd name="connsiteX25" fmla="*/ 199871 w 272635"/>
                <a:gd name="connsiteY25" fmla="*/ 127108 h 272636"/>
                <a:gd name="connsiteX26" fmla="*/ 217986 w 272635"/>
                <a:gd name="connsiteY26" fmla="*/ 127108 h 272636"/>
                <a:gd name="connsiteX27" fmla="*/ 217986 w 272635"/>
                <a:gd name="connsiteY27" fmla="*/ 199872 h 272636"/>
                <a:gd name="connsiteX28" fmla="*/ 199871 w 272635"/>
                <a:gd name="connsiteY28" fmla="*/ 199872 h 272636"/>
                <a:gd name="connsiteX29" fmla="*/ 199871 w 272635"/>
                <a:gd name="connsiteY29" fmla="*/ 127108 h 27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72635" h="272636">
                  <a:moveTo>
                    <a:pt x="199871" y="0"/>
                  </a:moveTo>
                  <a:lnTo>
                    <a:pt x="0" y="72764"/>
                  </a:lnTo>
                  <a:lnTo>
                    <a:pt x="72764" y="272637"/>
                  </a:lnTo>
                  <a:lnTo>
                    <a:pt x="272635" y="199872"/>
                  </a:lnTo>
                  <a:lnTo>
                    <a:pt x="199871" y="0"/>
                  </a:lnTo>
                  <a:close/>
                  <a:moveTo>
                    <a:pt x="54343" y="145222"/>
                  </a:moveTo>
                  <a:lnTo>
                    <a:pt x="54343" y="72457"/>
                  </a:lnTo>
                  <a:lnTo>
                    <a:pt x="72457" y="72457"/>
                  </a:lnTo>
                  <a:lnTo>
                    <a:pt x="72457" y="145222"/>
                  </a:lnTo>
                  <a:lnTo>
                    <a:pt x="54343" y="145222"/>
                  </a:lnTo>
                  <a:close/>
                  <a:moveTo>
                    <a:pt x="81668" y="199872"/>
                  </a:moveTo>
                  <a:lnTo>
                    <a:pt x="81668" y="90879"/>
                  </a:lnTo>
                  <a:lnTo>
                    <a:pt x="108993" y="90879"/>
                  </a:lnTo>
                  <a:lnTo>
                    <a:pt x="108993" y="199872"/>
                  </a:lnTo>
                  <a:lnTo>
                    <a:pt x="81668" y="199872"/>
                  </a:lnTo>
                  <a:close/>
                  <a:moveTo>
                    <a:pt x="118203" y="222592"/>
                  </a:moveTo>
                  <a:lnTo>
                    <a:pt x="118203" y="49738"/>
                  </a:lnTo>
                  <a:lnTo>
                    <a:pt x="154739" y="49738"/>
                  </a:lnTo>
                  <a:lnTo>
                    <a:pt x="154739" y="222592"/>
                  </a:lnTo>
                  <a:lnTo>
                    <a:pt x="118203" y="222592"/>
                  </a:lnTo>
                  <a:close/>
                  <a:moveTo>
                    <a:pt x="163643" y="181758"/>
                  </a:moveTo>
                  <a:lnTo>
                    <a:pt x="163643" y="72764"/>
                  </a:lnTo>
                  <a:lnTo>
                    <a:pt x="190968" y="72764"/>
                  </a:lnTo>
                  <a:lnTo>
                    <a:pt x="190968" y="181758"/>
                  </a:lnTo>
                  <a:lnTo>
                    <a:pt x="163643" y="181758"/>
                  </a:lnTo>
                  <a:close/>
                  <a:moveTo>
                    <a:pt x="199871" y="127108"/>
                  </a:moveTo>
                  <a:lnTo>
                    <a:pt x="217986" y="127108"/>
                  </a:lnTo>
                  <a:lnTo>
                    <a:pt x="217986" y="199872"/>
                  </a:lnTo>
                  <a:lnTo>
                    <a:pt x="199871" y="199872"/>
                  </a:lnTo>
                  <a:lnTo>
                    <a:pt x="199871" y="127108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51F7B8-D5E8-7435-EE48-494DB518D6CC}"/>
                </a:ext>
              </a:extLst>
            </p:cNvPr>
            <p:cNvSpPr/>
            <p:nvPr userDrawn="1"/>
          </p:nvSpPr>
          <p:spPr>
            <a:xfrm>
              <a:off x="11044694" y="6533801"/>
              <a:ext cx="127107" cy="137239"/>
            </a:xfrm>
            <a:custGeom>
              <a:avLst/>
              <a:gdLst>
                <a:gd name="connsiteX0" fmla="*/ 97940 w 127107"/>
                <a:gd name="connsiteY0" fmla="*/ 134783 h 137239"/>
                <a:gd name="connsiteX1" fmla="*/ 95791 w 127107"/>
                <a:gd name="connsiteY1" fmla="*/ 132634 h 137239"/>
                <a:gd name="connsiteX2" fmla="*/ 96405 w 127107"/>
                <a:gd name="connsiteY2" fmla="*/ 116362 h 137239"/>
                <a:gd name="connsiteX3" fmla="*/ 55878 w 127107"/>
                <a:gd name="connsiteY3" fmla="*/ 137239 h 137239"/>
                <a:gd name="connsiteX4" fmla="*/ 0 w 127107"/>
                <a:gd name="connsiteY4" fmla="*/ 69080 h 137239"/>
                <a:gd name="connsiteX5" fmla="*/ 56492 w 127107"/>
                <a:gd name="connsiteY5" fmla="*/ 0 h 137239"/>
                <a:gd name="connsiteX6" fmla="*/ 96405 w 127107"/>
                <a:gd name="connsiteY6" fmla="*/ 19649 h 137239"/>
                <a:gd name="connsiteX7" fmla="*/ 95484 w 127107"/>
                <a:gd name="connsiteY7" fmla="*/ 4912 h 137239"/>
                <a:gd name="connsiteX8" fmla="*/ 97633 w 127107"/>
                <a:gd name="connsiteY8" fmla="*/ 2763 h 137239"/>
                <a:gd name="connsiteX9" fmla="*/ 124958 w 127107"/>
                <a:gd name="connsiteY9" fmla="*/ 2763 h 137239"/>
                <a:gd name="connsiteX10" fmla="*/ 127107 w 127107"/>
                <a:gd name="connsiteY10" fmla="*/ 4912 h 137239"/>
                <a:gd name="connsiteX11" fmla="*/ 126186 w 127107"/>
                <a:gd name="connsiteY11" fmla="*/ 68466 h 137239"/>
                <a:gd name="connsiteX12" fmla="*/ 127107 w 127107"/>
                <a:gd name="connsiteY12" fmla="*/ 132941 h 137239"/>
                <a:gd name="connsiteX13" fmla="*/ 124958 w 127107"/>
                <a:gd name="connsiteY13" fmla="*/ 135090 h 137239"/>
                <a:gd name="connsiteX14" fmla="*/ 97940 w 127107"/>
                <a:gd name="connsiteY14" fmla="*/ 135090 h 137239"/>
                <a:gd name="connsiteX15" fmla="*/ 64168 w 127107"/>
                <a:gd name="connsiteY15" fmla="*/ 115441 h 137239"/>
                <a:gd name="connsiteX16" fmla="*/ 97326 w 127107"/>
                <a:gd name="connsiteY16" fmla="*/ 69387 h 137239"/>
                <a:gd name="connsiteX17" fmla="*/ 65089 w 127107"/>
                <a:gd name="connsiteY17" fmla="*/ 21799 h 137239"/>
                <a:gd name="connsiteX18" fmla="*/ 31316 w 127107"/>
                <a:gd name="connsiteY18" fmla="*/ 66931 h 137239"/>
                <a:gd name="connsiteX19" fmla="*/ 64168 w 127107"/>
                <a:gd name="connsiteY19" fmla="*/ 115441 h 13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7107" h="137239">
                  <a:moveTo>
                    <a:pt x="97940" y="134783"/>
                  </a:moveTo>
                  <a:cubicBezTo>
                    <a:pt x="97019" y="134783"/>
                    <a:pt x="95791" y="133862"/>
                    <a:pt x="95791" y="132634"/>
                  </a:cubicBezTo>
                  <a:lnTo>
                    <a:pt x="96405" y="116362"/>
                  </a:lnTo>
                  <a:cubicBezTo>
                    <a:pt x="87501" y="129564"/>
                    <a:pt x="73685" y="137239"/>
                    <a:pt x="55878" y="137239"/>
                  </a:cubicBezTo>
                  <a:cubicBezTo>
                    <a:pt x="19035" y="137239"/>
                    <a:pt x="0" y="107458"/>
                    <a:pt x="0" y="69080"/>
                  </a:cubicBezTo>
                  <a:cubicBezTo>
                    <a:pt x="0" y="30702"/>
                    <a:pt x="21184" y="0"/>
                    <a:pt x="56492" y="0"/>
                  </a:cubicBezTo>
                  <a:cubicBezTo>
                    <a:pt x="73992" y="0"/>
                    <a:pt x="87501" y="6755"/>
                    <a:pt x="96405" y="19649"/>
                  </a:cubicBezTo>
                  <a:lnTo>
                    <a:pt x="95484" y="4912"/>
                  </a:lnTo>
                  <a:cubicBezTo>
                    <a:pt x="95484" y="3991"/>
                    <a:pt x="96405" y="2763"/>
                    <a:pt x="97633" y="2763"/>
                  </a:cubicBezTo>
                  <a:lnTo>
                    <a:pt x="124958" y="2763"/>
                  </a:lnTo>
                  <a:cubicBezTo>
                    <a:pt x="125879" y="2763"/>
                    <a:pt x="127107" y="3684"/>
                    <a:pt x="127107" y="4912"/>
                  </a:cubicBezTo>
                  <a:lnTo>
                    <a:pt x="126186" y="68466"/>
                  </a:lnTo>
                  <a:lnTo>
                    <a:pt x="127107" y="132941"/>
                  </a:lnTo>
                  <a:cubicBezTo>
                    <a:pt x="127107" y="133862"/>
                    <a:pt x="126186" y="135090"/>
                    <a:pt x="124958" y="135090"/>
                  </a:cubicBezTo>
                  <a:lnTo>
                    <a:pt x="97940" y="135090"/>
                  </a:lnTo>
                  <a:close/>
                  <a:moveTo>
                    <a:pt x="64168" y="115441"/>
                  </a:moveTo>
                  <a:cubicBezTo>
                    <a:pt x="85045" y="115441"/>
                    <a:pt x="97019" y="100090"/>
                    <a:pt x="97326" y="69387"/>
                  </a:cubicBezTo>
                  <a:cubicBezTo>
                    <a:pt x="97633" y="38992"/>
                    <a:pt x="85659" y="21799"/>
                    <a:pt x="65089" y="21799"/>
                  </a:cubicBezTo>
                  <a:cubicBezTo>
                    <a:pt x="42369" y="21492"/>
                    <a:pt x="31316" y="38685"/>
                    <a:pt x="31316" y="66931"/>
                  </a:cubicBezTo>
                  <a:cubicBezTo>
                    <a:pt x="31316" y="97633"/>
                    <a:pt x="42676" y="115441"/>
                    <a:pt x="64168" y="11544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DCF598-AA12-EA19-1394-4323A729C32B}"/>
                </a:ext>
              </a:extLst>
            </p:cNvPr>
            <p:cNvSpPr/>
            <p:nvPr userDrawn="1"/>
          </p:nvSpPr>
          <p:spPr>
            <a:xfrm>
              <a:off x="11455796" y="6533187"/>
              <a:ext cx="130180" cy="138467"/>
            </a:xfrm>
            <a:custGeom>
              <a:avLst/>
              <a:gdLst>
                <a:gd name="connsiteX0" fmla="*/ 65396 w 130180"/>
                <a:gd name="connsiteY0" fmla="*/ 138467 h 138467"/>
                <a:gd name="connsiteX1" fmla="*/ 0 w 130180"/>
                <a:gd name="connsiteY1" fmla="*/ 69694 h 138467"/>
                <a:gd name="connsiteX2" fmla="*/ 65396 w 130180"/>
                <a:gd name="connsiteY2" fmla="*/ 0 h 138467"/>
                <a:gd name="connsiteX3" fmla="*/ 130177 w 130180"/>
                <a:gd name="connsiteY3" fmla="*/ 68773 h 138467"/>
                <a:gd name="connsiteX4" fmla="*/ 65396 w 130180"/>
                <a:gd name="connsiteY4" fmla="*/ 138467 h 138467"/>
                <a:gd name="connsiteX5" fmla="*/ 65396 w 130180"/>
                <a:gd name="connsiteY5" fmla="*/ 116669 h 138467"/>
                <a:gd name="connsiteX6" fmla="*/ 98554 w 130180"/>
                <a:gd name="connsiteY6" fmla="*/ 69694 h 138467"/>
                <a:gd name="connsiteX7" fmla="*/ 65089 w 130180"/>
                <a:gd name="connsiteY7" fmla="*/ 22106 h 138467"/>
                <a:gd name="connsiteX8" fmla="*/ 31316 w 130180"/>
                <a:gd name="connsiteY8" fmla="*/ 70001 h 138467"/>
                <a:gd name="connsiteX9" fmla="*/ 65396 w 130180"/>
                <a:gd name="connsiteY9" fmla="*/ 116669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0" h="138467">
                  <a:moveTo>
                    <a:pt x="65396" y="138467"/>
                  </a:moveTo>
                  <a:cubicBezTo>
                    <a:pt x="23641" y="138467"/>
                    <a:pt x="0" y="111449"/>
                    <a:pt x="0" y="69694"/>
                  </a:cubicBezTo>
                  <a:cubicBezTo>
                    <a:pt x="0" y="27939"/>
                    <a:pt x="23641" y="0"/>
                    <a:pt x="65396" y="0"/>
                  </a:cubicBezTo>
                  <a:cubicBezTo>
                    <a:pt x="106844" y="0"/>
                    <a:pt x="130177" y="27018"/>
                    <a:pt x="130177" y="68773"/>
                  </a:cubicBezTo>
                  <a:cubicBezTo>
                    <a:pt x="130484" y="110835"/>
                    <a:pt x="106844" y="138467"/>
                    <a:pt x="65396" y="138467"/>
                  </a:cubicBezTo>
                  <a:moveTo>
                    <a:pt x="65396" y="116669"/>
                  </a:moveTo>
                  <a:cubicBezTo>
                    <a:pt x="87808" y="116669"/>
                    <a:pt x="98554" y="101318"/>
                    <a:pt x="98554" y="69694"/>
                  </a:cubicBezTo>
                  <a:cubicBezTo>
                    <a:pt x="98554" y="38378"/>
                    <a:pt x="87501" y="22106"/>
                    <a:pt x="65089" y="22106"/>
                  </a:cubicBezTo>
                  <a:cubicBezTo>
                    <a:pt x="42369" y="22413"/>
                    <a:pt x="31316" y="38685"/>
                    <a:pt x="31316" y="70001"/>
                  </a:cubicBezTo>
                  <a:cubicBezTo>
                    <a:pt x="31623" y="101011"/>
                    <a:pt x="42676" y="116669"/>
                    <a:pt x="65396" y="116669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AFD758-769E-A2EC-E280-5124F2C4EBF5}"/>
                </a:ext>
              </a:extLst>
            </p:cNvPr>
            <p:cNvSpPr/>
            <p:nvPr userDrawn="1"/>
          </p:nvSpPr>
          <p:spPr>
            <a:xfrm>
              <a:off x="11597948" y="6532880"/>
              <a:ext cx="118817" cy="135704"/>
            </a:xfrm>
            <a:custGeom>
              <a:avLst/>
              <a:gdLst>
                <a:gd name="connsiteX0" fmla="*/ 2149 w 118817"/>
                <a:gd name="connsiteY0" fmla="*/ 135704 h 135704"/>
                <a:gd name="connsiteX1" fmla="*/ 0 w 118817"/>
                <a:gd name="connsiteY1" fmla="*/ 133555 h 135704"/>
                <a:gd name="connsiteX2" fmla="*/ 921 w 118817"/>
                <a:gd name="connsiteY2" fmla="*/ 73379 h 135704"/>
                <a:gd name="connsiteX3" fmla="*/ 614 w 118817"/>
                <a:gd name="connsiteY3" fmla="*/ 5219 h 135704"/>
                <a:gd name="connsiteX4" fmla="*/ 2763 w 118817"/>
                <a:gd name="connsiteY4" fmla="*/ 3070 h 135704"/>
                <a:gd name="connsiteX5" fmla="*/ 28553 w 118817"/>
                <a:gd name="connsiteY5" fmla="*/ 3070 h 135704"/>
                <a:gd name="connsiteX6" fmla="*/ 30702 w 118817"/>
                <a:gd name="connsiteY6" fmla="*/ 5219 h 135704"/>
                <a:gd name="connsiteX7" fmla="*/ 29781 w 118817"/>
                <a:gd name="connsiteY7" fmla="*/ 22413 h 135704"/>
                <a:gd name="connsiteX8" fmla="*/ 73071 w 118817"/>
                <a:gd name="connsiteY8" fmla="*/ 0 h 135704"/>
                <a:gd name="connsiteX9" fmla="*/ 118203 w 118817"/>
                <a:gd name="connsiteY9" fmla="*/ 51887 h 135704"/>
                <a:gd name="connsiteX10" fmla="*/ 118203 w 118817"/>
                <a:gd name="connsiteY10" fmla="*/ 79212 h 135704"/>
                <a:gd name="connsiteX11" fmla="*/ 118818 w 118817"/>
                <a:gd name="connsiteY11" fmla="*/ 133248 h 135704"/>
                <a:gd name="connsiteX12" fmla="*/ 116668 w 118817"/>
                <a:gd name="connsiteY12" fmla="*/ 135397 h 135704"/>
                <a:gd name="connsiteX13" fmla="*/ 89343 w 118817"/>
                <a:gd name="connsiteY13" fmla="*/ 135397 h 135704"/>
                <a:gd name="connsiteX14" fmla="*/ 87194 w 118817"/>
                <a:gd name="connsiteY14" fmla="*/ 133248 h 135704"/>
                <a:gd name="connsiteX15" fmla="*/ 87808 w 118817"/>
                <a:gd name="connsiteY15" fmla="*/ 79212 h 135704"/>
                <a:gd name="connsiteX16" fmla="*/ 87808 w 118817"/>
                <a:gd name="connsiteY16" fmla="*/ 52808 h 135704"/>
                <a:gd name="connsiteX17" fmla="*/ 63554 w 118817"/>
                <a:gd name="connsiteY17" fmla="*/ 24255 h 135704"/>
                <a:gd name="connsiteX18" fmla="*/ 31009 w 118817"/>
                <a:gd name="connsiteY18" fmla="*/ 64782 h 135704"/>
                <a:gd name="connsiteX19" fmla="*/ 31009 w 118817"/>
                <a:gd name="connsiteY19" fmla="*/ 79212 h 135704"/>
                <a:gd name="connsiteX20" fmla="*/ 31623 w 118817"/>
                <a:gd name="connsiteY20" fmla="*/ 133248 h 135704"/>
                <a:gd name="connsiteX21" fmla="*/ 29474 w 118817"/>
                <a:gd name="connsiteY21" fmla="*/ 135397 h 135704"/>
                <a:gd name="connsiteX22" fmla="*/ 2149 w 118817"/>
                <a:gd name="connsiteY22" fmla="*/ 135397 h 13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817" h="135704">
                  <a:moveTo>
                    <a:pt x="2149" y="135704"/>
                  </a:moveTo>
                  <a:cubicBezTo>
                    <a:pt x="1228" y="135704"/>
                    <a:pt x="0" y="134783"/>
                    <a:pt x="0" y="133555"/>
                  </a:cubicBezTo>
                  <a:lnTo>
                    <a:pt x="921" y="73379"/>
                  </a:lnTo>
                  <a:lnTo>
                    <a:pt x="614" y="5219"/>
                  </a:lnTo>
                  <a:cubicBezTo>
                    <a:pt x="614" y="4298"/>
                    <a:pt x="1535" y="3070"/>
                    <a:pt x="2763" y="3070"/>
                  </a:cubicBezTo>
                  <a:lnTo>
                    <a:pt x="28553" y="3070"/>
                  </a:lnTo>
                  <a:cubicBezTo>
                    <a:pt x="29474" y="3070"/>
                    <a:pt x="30702" y="3991"/>
                    <a:pt x="30702" y="5219"/>
                  </a:cubicBezTo>
                  <a:lnTo>
                    <a:pt x="29781" y="22413"/>
                  </a:lnTo>
                  <a:cubicBezTo>
                    <a:pt x="38378" y="10132"/>
                    <a:pt x="53422" y="0"/>
                    <a:pt x="73071" y="0"/>
                  </a:cubicBezTo>
                  <a:cubicBezTo>
                    <a:pt x="100396" y="0"/>
                    <a:pt x="118203" y="18421"/>
                    <a:pt x="118203" y="51887"/>
                  </a:cubicBezTo>
                  <a:lnTo>
                    <a:pt x="118203" y="79212"/>
                  </a:lnTo>
                  <a:lnTo>
                    <a:pt x="118818" y="133248"/>
                  </a:lnTo>
                  <a:cubicBezTo>
                    <a:pt x="118818" y="134169"/>
                    <a:pt x="117896" y="135397"/>
                    <a:pt x="116668" y="135397"/>
                  </a:cubicBezTo>
                  <a:lnTo>
                    <a:pt x="89343" y="135397"/>
                  </a:lnTo>
                  <a:cubicBezTo>
                    <a:pt x="88422" y="135397"/>
                    <a:pt x="87194" y="134476"/>
                    <a:pt x="87194" y="133248"/>
                  </a:cubicBezTo>
                  <a:lnTo>
                    <a:pt x="87808" y="79212"/>
                  </a:lnTo>
                  <a:lnTo>
                    <a:pt x="87808" y="52808"/>
                  </a:lnTo>
                  <a:cubicBezTo>
                    <a:pt x="87808" y="34080"/>
                    <a:pt x="77677" y="24255"/>
                    <a:pt x="63554" y="24255"/>
                  </a:cubicBezTo>
                  <a:cubicBezTo>
                    <a:pt x="48202" y="24255"/>
                    <a:pt x="33465" y="37457"/>
                    <a:pt x="31009" y="64782"/>
                  </a:cubicBezTo>
                  <a:lnTo>
                    <a:pt x="31009" y="79212"/>
                  </a:lnTo>
                  <a:lnTo>
                    <a:pt x="31623" y="133248"/>
                  </a:lnTo>
                  <a:cubicBezTo>
                    <a:pt x="31623" y="134169"/>
                    <a:pt x="30702" y="135397"/>
                    <a:pt x="29474" y="135397"/>
                  </a:cubicBezTo>
                  <a:lnTo>
                    <a:pt x="2149" y="135397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FAA8DB-3CE4-9B39-3554-BDECAE346914}"/>
                </a:ext>
              </a:extLst>
            </p:cNvPr>
            <p:cNvSpPr/>
            <p:nvPr userDrawn="1"/>
          </p:nvSpPr>
          <p:spPr>
            <a:xfrm>
              <a:off x="11182240" y="6532880"/>
              <a:ext cx="129256" cy="138467"/>
            </a:xfrm>
            <a:custGeom>
              <a:avLst/>
              <a:gdLst>
                <a:gd name="connsiteX0" fmla="*/ 129256 w 129256"/>
                <a:gd name="connsiteY0" fmla="*/ 73072 h 138467"/>
                <a:gd name="connsiteX1" fmla="*/ 127107 w 129256"/>
                <a:gd name="connsiteY1" fmla="*/ 75221 h 138467"/>
                <a:gd name="connsiteX2" fmla="*/ 30702 w 129256"/>
                <a:gd name="connsiteY2" fmla="*/ 75221 h 138467"/>
                <a:gd name="connsiteX3" fmla="*/ 66010 w 129256"/>
                <a:gd name="connsiteY3" fmla="*/ 116669 h 138467"/>
                <a:gd name="connsiteX4" fmla="*/ 95484 w 129256"/>
                <a:gd name="connsiteY4" fmla="*/ 95484 h 138467"/>
                <a:gd name="connsiteX5" fmla="*/ 95484 w 129256"/>
                <a:gd name="connsiteY5" fmla="*/ 95484 h 138467"/>
                <a:gd name="connsiteX6" fmla="*/ 97940 w 129256"/>
                <a:gd name="connsiteY6" fmla="*/ 93335 h 138467"/>
                <a:gd name="connsiteX7" fmla="*/ 123730 w 129256"/>
                <a:gd name="connsiteY7" fmla="*/ 93335 h 138467"/>
                <a:gd name="connsiteX8" fmla="*/ 125572 w 129256"/>
                <a:gd name="connsiteY8" fmla="*/ 95484 h 138467"/>
                <a:gd name="connsiteX9" fmla="*/ 65396 w 129256"/>
                <a:gd name="connsiteY9" fmla="*/ 138467 h 138467"/>
                <a:gd name="connsiteX10" fmla="*/ 0 w 129256"/>
                <a:gd name="connsiteY10" fmla="*/ 69694 h 138467"/>
                <a:gd name="connsiteX11" fmla="*/ 64475 w 129256"/>
                <a:gd name="connsiteY11" fmla="*/ 0 h 138467"/>
                <a:gd name="connsiteX12" fmla="*/ 129256 w 129256"/>
                <a:gd name="connsiteY12" fmla="*/ 73072 h 138467"/>
                <a:gd name="connsiteX13" fmla="*/ 95791 w 129256"/>
                <a:gd name="connsiteY13" fmla="*/ 54343 h 138467"/>
                <a:gd name="connsiteX14" fmla="*/ 64475 w 129256"/>
                <a:gd name="connsiteY14" fmla="*/ 21799 h 138467"/>
                <a:gd name="connsiteX15" fmla="*/ 31623 w 129256"/>
                <a:gd name="connsiteY15" fmla="*/ 54343 h 138467"/>
                <a:gd name="connsiteX16" fmla="*/ 95791 w 129256"/>
                <a:gd name="connsiteY16" fmla="*/ 54343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256" h="138467">
                  <a:moveTo>
                    <a:pt x="129256" y="73072"/>
                  </a:moveTo>
                  <a:cubicBezTo>
                    <a:pt x="129256" y="73993"/>
                    <a:pt x="128335" y="75221"/>
                    <a:pt x="127107" y="75221"/>
                  </a:cubicBezTo>
                  <a:lnTo>
                    <a:pt x="30702" y="75221"/>
                  </a:lnTo>
                  <a:cubicBezTo>
                    <a:pt x="31930" y="103467"/>
                    <a:pt x="43597" y="116669"/>
                    <a:pt x="66010" y="116669"/>
                  </a:cubicBezTo>
                  <a:cubicBezTo>
                    <a:pt x="81054" y="116669"/>
                    <a:pt x="91185" y="109607"/>
                    <a:pt x="95484" y="95484"/>
                  </a:cubicBezTo>
                  <a:lnTo>
                    <a:pt x="95484" y="95484"/>
                  </a:lnTo>
                  <a:cubicBezTo>
                    <a:pt x="95791" y="94256"/>
                    <a:pt x="97019" y="93335"/>
                    <a:pt x="97940" y="93335"/>
                  </a:cubicBezTo>
                  <a:lnTo>
                    <a:pt x="123730" y="93335"/>
                  </a:lnTo>
                  <a:cubicBezTo>
                    <a:pt x="124651" y="93335"/>
                    <a:pt x="125879" y="94256"/>
                    <a:pt x="125572" y="95484"/>
                  </a:cubicBezTo>
                  <a:cubicBezTo>
                    <a:pt x="120660" y="119432"/>
                    <a:pt x="99168" y="138467"/>
                    <a:pt x="65396" y="138467"/>
                  </a:cubicBezTo>
                  <a:cubicBezTo>
                    <a:pt x="22720" y="138467"/>
                    <a:pt x="0" y="109914"/>
                    <a:pt x="0" y="69694"/>
                  </a:cubicBezTo>
                  <a:cubicBezTo>
                    <a:pt x="0" y="27939"/>
                    <a:pt x="24255" y="0"/>
                    <a:pt x="64475" y="0"/>
                  </a:cubicBezTo>
                  <a:cubicBezTo>
                    <a:pt x="105308" y="307"/>
                    <a:pt x="128642" y="27939"/>
                    <a:pt x="129256" y="73072"/>
                  </a:cubicBezTo>
                  <a:moveTo>
                    <a:pt x="95791" y="54343"/>
                  </a:moveTo>
                  <a:cubicBezTo>
                    <a:pt x="94563" y="37150"/>
                    <a:pt x="84738" y="21799"/>
                    <a:pt x="64475" y="21799"/>
                  </a:cubicBezTo>
                  <a:cubicBezTo>
                    <a:pt x="46053" y="21799"/>
                    <a:pt x="35000" y="33159"/>
                    <a:pt x="31623" y="54343"/>
                  </a:cubicBezTo>
                  <a:lnTo>
                    <a:pt x="95791" y="54343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C3E1048-C4CE-AE87-AC47-2179B0ED1E4E}"/>
                </a:ext>
              </a:extLst>
            </p:cNvPr>
            <p:cNvSpPr/>
            <p:nvPr userDrawn="1"/>
          </p:nvSpPr>
          <p:spPr>
            <a:xfrm>
              <a:off x="11318251" y="6534108"/>
              <a:ext cx="127107" cy="184848"/>
            </a:xfrm>
            <a:custGeom>
              <a:avLst/>
              <a:gdLst>
                <a:gd name="connsiteX0" fmla="*/ 127107 w 127107"/>
                <a:gd name="connsiteY0" fmla="*/ 4298 h 184848"/>
                <a:gd name="connsiteX1" fmla="*/ 124958 w 127107"/>
                <a:gd name="connsiteY1" fmla="*/ 2149 h 184848"/>
                <a:gd name="connsiteX2" fmla="*/ 97940 w 127107"/>
                <a:gd name="connsiteY2" fmla="*/ 2149 h 184848"/>
                <a:gd name="connsiteX3" fmla="*/ 95791 w 127107"/>
                <a:gd name="connsiteY3" fmla="*/ 4298 h 184848"/>
                <a:gd name="connsiteX4" fmla="*/ 96405 w 127107"/>
                <a:gd name="connsiteY4" fmla="*/ 19035 h 184848"/>
                <a:gd name="connsiteX5" fmla="*/ 56799 w 127107"/>
                <a:gd name="connsiteY5" fmla="*/ 0 h 184848"/>
                <a:gd name="connsiteX6" fmla="*/ 0 w 127107"/>
                <a:gd name="connsiteY6" fmla="*/ 67545 h 184848"/>
                <a:gd name="connsiteX7" fmla="*/ 58027 w 127107"/>
                <a:gd name="connsiteY7" fmla="*/ 133555 h 184848"/>
                <a:gd name="connsiteX8" fmla="*/ 97633 w 127107"/>
                <a:gd name="connsiteY8" fmla="*/ 112678 h 184848"/>
                <a:gd name="connsiteX9" fmla="*/ 97633 w 127107"/>
                <a:gd name="connsiteY9" fmla="*/ 127722 h 184848"/>
                <a:gd name="connsiteX10" fmla="*/ 65396 w 127107"/>
                <a:gd name="connsiteY10" fmla="*/ 163336 h 184848"/>
                <a:gd name="connsiteX11" fmla="*/ 35922 w 127107"/>
                <a:gd name="connsiteY11" fmla="*/ 145836 h 184848"/>
                <a:gd name="connsiteX12" fmla="*/ 33465 w 127107"/>
                <a:gd name="connsiteY12" fmla="*/ 143687 h 184848"/>
                <a:gd name="connsiteX13" fmla="*/ 6755 w 127107"/>
                <a:gd name="connsiteY13" fmla="*/ 143687 h 184848"/>
                <a:gd name="connsiteX14" fmla="*/ 4605 w 127107"/>
                <a:gd name="connsiteY14" fmla="*/ 145836 h 184848"/>
                <a:gd name="connsiteX15" fmla="*/ 64168 w 127107"/>
                <a:gd name="connsiteY15" fmla="*/ 184828 h 184848"/>
                <a:gd name="connsiteX16" fmla="*/ 125879 w 127107"/>
                <a:gd name="connsiteY16" fmla="*/ 128029 h 184848"/>
                <a:gd name="connsiteX17" fmla="*/ 125572 w 127107"/>
                <a:gd name="connsiteY17" fmla="*/ 62940 h 184848"/>
                <a:gd name="connsiteX18" fmla="*/ 127107 w 127107"/>
                <a:gd name="connsiteY18" fmla="*/ 4298 h 184848"/>
                <a:gd name="connsiteX19" fmla="*/ 64782 w 127107"/>
                <a:gd name="connsiteY19" fmla="*/ 112371 h 184848"/>
                <a:gd name="connsiteX20" fmla="*/ 31316 w 127107"/>
                <a:gd name="connsiteY20" fmla="*/ 66317 h 184848"/>
                <a:gd name="connsiteX21" fmla="*/ 64782 w 127107"/>
                <a:gd name="connsiteY21" fmla="*/ 21799 h 184848"/>
                <a:gd name="connsiteX22" fmla="*/ 97019 w 127107"/>
                <a:gd name="connsiteY22" fmla="*/ 68773 h 184848"/>
                <a:gd name="connsiteX23" fmla="*/ 64782 w 127107"/>
                <a:gd name="connsiteY23" fmla="*/ 112371 h 1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107" h="184848">
                  <a:moveTo>
                    <a:pt x="127107" y="4298"/>
                  </a:moveTo>
                  <a:cubicBezTo>
                    <a:pt x="127107" y="3377"/>
                    <a:pt x="126186" y="2149"/>
                    <a:pt x="124958" y="2149"/>
                  </a:cubicBezTo>
                  <a:lnTo>
                    <a:pt x="97940" y="2149"/>
                  </a:lnTo>
                  <a:cubicBezTo>
                    <a:pt x="97019" y="2149"/>
                    <a:pt x="95791" y="3070"/>
                    <a:pt x="95791" y="4298"/>
                  </a:cubicBezTo>
                  <a:lnTo>
                    <a:pt x="96405" y="19035"/>
                  </a:lnTo>
                  <a:cubicBezTo>
                    <a:pt x="87808" y="6755"/>
                    <a:pt x="74299" y="0"/>
                    <a:pt x="56799" y="0"/>
                  </a:cubicBezTo>
                  <a:cubicBezTo>
                    <a:pt x="21184" y="0"/>
                    <a:pt x="0" y="30395"/>
                    <a:pt x="0" y="67545"/>
                  </a:cubicBezTo>
                  <a:cubicBezTo>
                    <a:pt x="0" y="105002"/>
                    <a:pt x="19649" y="133555"/>
                    <a:pt x="58027" y="133555"/>
                  </a:cubicBezTo>
                  <a:cubicBezTo>
                    <a:pt x="75527" y="133555"/>
                    <a:pt x="88729" y="125880"/>
                    <a:pt x="97633" y="112678"/>
                  </a:cubicBezTo>
                  <a:lnTo>
                    <a:pt x="97633" y="127722"/>
                  </a:lnTo>
                  <a:cubicBezTo>
                    <a:pt x="97633" y="152591"/>
                    <a:pt x="84431" y="163336"/>
                    <a:pt x="65396" y="163336"/>
                  </a:cubicBezTo>
                  <a:cubicBezTo>
                    <a:pt x="49431" y="163336"/>
                    <a:pt x="38992" y="157503"/>
                    <a:pt x="35922" y="145836"/>
                  </a:cubicBezTo>
                  <a:cubicBezTo>
                    <a:pt x="35615" y="144608"/>
                    <a:pt x="34694" y="143687"/>
                    <a:pt x="33465" y="143687"/>
                  </a:cubicBezTo>
                  <a:lnTo>
                    <a:pt x="6755" y="143687"/>
                  </a:lnTo>
                  <a:cubicBezTo>
                    <a:pt x="5833" y="143687"/>
                    <a:pt x="4605" y="144608"/>
                    <a:pt x="4605" y="145836"/>
                  </a:cubicBezTo>
                  <a:cubicBezTo>
                    <a:pt x="8290" y="172547"/>
                    <a:pt x="32544" y="185442"/>
                    <a:pt x="64168" y="184828"/>
                  </a:cubicBezTo>
                  <a:cubicBezTo>
                    <a:pt x="104694" y="184828"/>
                    <a:pt x="126186" y="163643"/>
                    <a:pt x="125879" y="128029"/>
                  </a:cubicBezTo>
                  <a:lnTo>
                    <a:pt x="125572" y="62940"/>
                  </a:lnTo>
                  <a:lnTo>
                    <a:pt x="127107" y="4298"/>
                  </a:lnTo>
                  <a:close/>
                  <a:moveTo>
                    <a:pt x="64782" y="112371"/>
                  </a:moveTo>
                  <a:cubicBezTo>
                    <a:pt x="42983" y="112678"/>
                    <a:pt x="31316" y="96405"/>
                    <a:pt x="31316" y="66317"/>
                  </a:cubicBezTo>
                  <a:cubicBezTo>
                    <a:pt x="31316" y="38071"/>
                    <a:pt x="42676" y="21185"/>
                    <a:pt x="64782" y="21799"/>
                  </a:cubicBezTo>
                  <a:cubicBezTo>
                    <a:pt x="85966" y="22106"/>
                    <a:pt x="97326" y="38685"/>
                    <a:pt x="97019" y="68773"/>
                  </a:cubicBezTo>
                  <a:cubicBezTo>
                    <a:pt x="97019" y="97940"/>
                    <a:pt x="85045" y="112371"/>
                    <a:pt x="64782" y="11237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1AB32EF4-631A-1566-764E-879662A9AA2A}"/>
              </a:ext>
            </a:extLst>
          </p:cNvPr>
          <p:cNvSpPr txBox="1">
            <a:spLocks/>
          </p:cNvSpPr>
          <p:nvPr userDrawn="1"/>
        </p:nvSpPr>
        <p:spPr>
          <a:xfrm>
            <a:off x="5652001" y="0"/>
            <a:ext cx="6539997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14025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hapter slide D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C87B5D9-3912-3629-06FB-68731551687C}"/>
              </a:ext>
            </a:extLst>
          </p:cNvPr>
          <p:cNvGrpSpPr/>
          <p:nvPr userDrawn="1"/>
        </p:nvGrpSpPr>
        <p:grpSpPr>
          <a:xfrm>
            <a:off x="10705742" y="6467791"/>
            <a:ext cx="1011023" cy="272636"/>
            <a:chOff x="10705742" y="6467791"/>
            <a:chExt cx="1011023" cy="2726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BF9AB88-5F60-E8CD-0AE1-E235196A532B}"/>
                </a:ext>
              </a:extLst>
            </p:cNvPr>
            <p:cNvSpPr/>
            <p:nvPr userDrawn="1"/>
          </p:nvSpPr>
          <p:spPr>
            <a:xfrm>
              <a:off x="10705742" y="6467791"/>
              <a:ext cx="272635" cy="272636"/>
            </a:xfrm>
            <a:custGeom>
              <a:avLst/>
              <a:gdLst>
                <a:gd name="connsiteX0" fmla="*/ 199871 w 272635"/>
                <a:gd name="connsiteY0" fmla="*/ 0 h 272636"/>
                <a:gd name="connsiteX1" fmla="*/ 0 w 272635"/>
                <a:gd name="connsiteY1" fmla="*/ 72764 h 272636"/>
                <a:gd name="connsiteX2" fmla="*/ 72764 w 272635"/>
                <a:gd name="connsiteY2" fmla="*/ 272637 h 272636"/>
                <a:gd name="connsiteX3" fmla="*/ 272635 w 272635"/>
                <a:gd name="connsiteY3" fmla="*/ 199872 h 272636"/>
                <a:gd name="connsiteX4" fmla="*/ 199871 w 272635"/>
                <a:gd name="connsiteY4" fmla="*/ 0 h 272636"/>
                <a:gd name="connsiteX5" fmla="*/ 54343 w 272635"/>
                <a:gd name="connsiteY5" fmla="*/ 145222 h 272636"/>
                <a:gd name="connsiteX6" fmla="*/ 54343 w 272635"/>
                <a:gd name="connsiteY6" fmla="*/ 72457 h 272636"/>
                <a:gd name="connsiteX7" fmla="*/ 72457 w 272635"/>
                <a:gd name="connsiteY7" fmla="*/ 72457 h 272636"/>
                <a:gd name="connsiteX8" fmla="*/ 72457 w 272635"/>
                <a:gd name="connsiteY8" fmla="*/ 145222 h 272636"/>
                <a:gd name="connsiteX9" fmla="*/ 54343 w 272635"/>
                <a:gd name="connsiteY9" fmla="*/ 145222 h 272636"/>
                <a:gd name="connsiteX10" fmla="*/ 81668 w 272635"/>
                <a:gd name="connsiteY10" fmla="*/ 199872 h 272636"/>
                <a:gd name="connsiteX11" fmla="*/ 81668 w 272635"/>
                <a:gd name="connsiteY11" fmla="*/ 90879 h 272636"/>
                <a:gd name="connsiteX12" fmla="*/ 108993 w 272635"/>
                <a:gd name="connsiteY12" fmla="*/ 90879 h 272636"/>
                <a:gd name="connsiteX13" fmla="*/ 108993 w 272635"/>
                <a:gd name="connsiteY13" fmla="*/ 199872 h 272636"/>
                <a:gd name="connsiteX14" fmla="*/ 81668 w 272635"/>
                <a:gd name="connsiteY14" fmla="*/ 199872 h 272636"/>
                <a:gd name="connsiteX15" fmla="*/ 118203 w 272635"/>
                <a:gd name="connsiteY15" fmla="*/ 222592 h 272636"/>
                <a:gd name="connsiteX16" fmla="*/ 118203 w 272635"/>
                <a:gd name="connsiteY16" fmla="*/ 49738 h 272636"/>
                <a:gd name="connsiteX17" fmla="*/ 154739 w 272635"/>
                <a:gd name="connsiteY17" fmla="*/ 49738 h 272636"/>
                <a:gd name="connsiteX18" fmla="*/ 154739 w 272635"/>
                <a:gd name="connsiteY18" fmla="*/ 222592 h 272636"/>
                <a:gd name="connsiteX19" fmla="*/ 118203 w 272635"/>
                <a:gd name="connsiteY19" fmla="*/ 222592 h 272636"/>
                <a:gd name="connsiteX20" fmla="*/ 163643 w 272635"/>
                <a:gd name="connsiteY20" fmla="*/ 181758 h 272636"/>
                <a:gd name="connsiteX21" fmla="*/ 163643 w 272635"/>
                <a:gd name="connsiteY21" fmla="*/ 72764 h 272636"/>
                <a:gd name="connsiteX22" fmla="*/ 190968 w 272635"/>
                <a:gd name="connsiteY22" fmla="*/ 72764 h 272636"/>
                <a:gd name="connsiteX23" fmla="*/ 190968 w 272635"/>
                <a:gd name="connsiteY23" fmla="*/ 181758 h 272636"/>
                <a:gd name="connsiteX24" fmla="*/ 163643 w 272635"/>
                <a:gd name="connsiteY24" fmla="*/ 181758 h 272636"/>
                <a:gd name="connsiteX25" fmla="*/ 199871 w 272635"/>
                <a:gd name="connsiteY25" fmla="*/ 127108 h 272636"/>
                <a:gd name="connsiteX26" fmla="*/ 217986 w 272635"/>
                <a:gd name="connsiteY26" fmla="*/ 127108 h 272636"/>
                <a:gd name="connsiteX27" fmla="*/ 217986 w 272635"/>
                <a:gd name="connsiteY27" fmla="*/ 199872 h 272636"/>
                <a:gd name="connsiteX28" fmla="*/ 199871 w 272635"/>
                <a:gd name="connsiteY28" fmla="*/ 199872 h 272636"/>
                <a:gd name="connsiteX29" fmla="*/ 199871 w 272635"/>
                <a:gd name="connsiteY29" fmla="*/ 127108 h 27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72635" h="272636">
                  <a:moveTo>
                    <a:pt x="199871" y="0"/>
                  </a:moveTo>
                  <a:lnTo>
                    <a:pt x="0" y="72764"/>
                  </a:lnTo>
                  <a:lnTo>
                    <a:pt x="72764" y="272637"/>
                  </a:lnTo>
                  <a:lnTo>
                    <a:pt x="272635" y="199872"/>
                  </a:lnTo>
                  <a:lnTo>
                    <a:pt x="199871" y="0"/>
                  </a:lnTo>
                  <a:close/>
                  <a:moveTo>
                    <a:pt x="54343" y="145222"/>
                  </a:moveTo>
                  <a:lnTo>
                    <a:pt x="54343" y="72457"/>
                  </a:lnTo>
                  <a:lnTo>
                    <a:pt x="72457" y="72457"/>
                  </a:lnTo>
                  <a:lnTo>
                    <a:pt x="72457" y="145222"/>
                  </a:lnTo>
                  <a:lnTo>
                    <a:pt x="54343" y="145222"/>
                  </a:lnTo>
                  <a:close/>
                  <a:moveTo>
                    <a:pt x="81668" y="199872"/>
                  </a:moveTo>
                  <a:lnTo>
                    <a:pt x="81668" y="90879"/>
                  </a:lnTo>
                  <a:lnTo>
                    <a:pt x="108993" y="90879"/>
                  </a:lnTo>
                  <a:lnTo>
                    <a:pt x="108993" y="199872"/>
                  </a:lnTo>
                  <a:lnTo>
                    <a:pt x="81668" y="199872"/>
                  </a:lnTo>
                  <a:close/>
                  <a:moveTo>
                    <a:pt x="118203" y="222592"/>
                  </a:moveTo>
                  <a:lnTo>
                    <a:pt x="118203" y="49738"/>
                  </a:lnTo>
                  <a:lnTo>
                    <a:pt x="154739" y="49738"/>
                  </a:lnTo>
                  <a:lnTo>
                    <a:pt x="154739" y="222592"/>
                  </a:lnTo>
                  <a:lnTo>
                    <a:pt x="118203" y="222592"/>
                  </a:lnTo>
                  <a:close/>
                  <a:moveTo>
                    <a:pt x="163643" y="181758"/>
                  </a:moveTo>
                  <a:lnTo>
                    <a:pt x="163643" y="72764"/>
                  </a:lnTo>
                  <a:lnTo>
                    <a:pt x="190968" y="72764"/>
                  </a:lnTo>
                  <a:lnTo>
                    <a:pt x="190968" y="181758"/>
                  </a:lnTo>
                  <a:lnTo>
                    <a:pt x="163643" y="181758"/>
                  </a:lnTo>
                  <a:close/>
                  <a:moveTo>
                    <a:pt x="199871" y="127108"/>
                  </a:moveTo>
                  <a:lnTo>
                    <a:pt x="217986" y="127108"/>
                  </a:lnTo>
                  <a:lnTo>
                    <a:pt x="217986" y="199872"/>
                  </a:lnTo>
                  <a:lnTo>
                    <a:pt x="199871" y="199872"/>
                  </a:lnTo>
                  <a:lnTo>
                    <a:pt x="199871" y="127108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51F7B8-D5E8-7435-EE48-494DB518D6CC}"/>
                </a:ext>
              </a:extLst>
            </p:cNvPr>
            <p:cNvSpPr/>
            <p:nvPr userDrawn="1"/>
          </p:nvSpPr>
          <p:spPr>
            <a:xfrm>
              <a:off x="11044694" y="6533801"/>
              <a:ext cx="127107" cy="137239"/>
            </a:xfrm>
            <a:custGeom>
              <a:avLst/>
              <a:gdLst>
                <a:gd name="connsiteX0" fmla="*/ 97940 w 127107"/>
                <a:gd name="connsiteY0" fmla="*/ 134783 h 137239"/>
                <a:gd name="connsiteX1" fmla="*/ 95791 w 127107"/>
                <a:gd name="connsiteY1" fmla="*/ 132634 h 137239"/>
                <a:gd name="connsiteX2" fmla="*/ 96405 w 127107"/>
                <a:gd name="connsiteY2" fmla="*/ 116362 h 137239"/>
                <a:gd name="connsiteX3" fmla="*/ 55878 w 127107"/>
                <a:gd name="connsiteY3" fmla="*/ 137239 h 137239"/>
                <a:gd name="connsiteX4" fmla="*/ 0 w 127107"/>
                <a:gd name="connsiteY4" fmla="*/ 69080 h 137239"/>
                <a:gd name="connsiteX5" fmla="*/ 56492 w 127107"/>
                <a:gd name="connsiteY5" fmla="*/ 0 h 137239"/>
                <a:gd name="connsiteX6" fmla="*/ 96405 w 127107"/>
                <a:gd name="connsiteY6" fmla="*/ 19649 h 137239"/>
                <a:gd name="connsiteX7" fmla="*/ 95484 w 127107"/>
                <a:gd name="connsiteY7" fmla="*/ 4912 h 137239"/>
                <a:gd name="connsiteX8" fmla="*/ 97633 w 127107"/>
                <a:gd name="connsiteY8" fmla="*/ 2763 h 137239"/>
                <a:gd name="connsiteX9" fmla="*/ 124958 w 127107"/>
                <a:gd name="connsiteY9" fmla="*/ 2763 h 137239"/>
                <a:gd name="connsiteX10" fmla="*/ 127107 w 127107"/>
                <a:gd name="connsiteY10" fmla="*/ 4912 h 137239"/>
                <a:gd name="connsiteX11" fmla="*/ 126186 w 127107"/>
                <a:gd name="connsiteY11" fmla="*/ 68466 h 137239"/>
                <a:gd name="connsiteX12" fmla="*/ 127107 w 127107"/>
                <a:gd name="connsiteY12" fmla="*/ 132941 h 137239"/>
                <a:gd name="connsiteX13" fmla="*/ 124958 w 127107"/>
                <a:gd name="connsiteY13" fmla="*/ 135090 h 137239"/>
                <a:gd name="connsiteX14" fmla="*/ 97940 w 127107"/>
                <a:gd name="connsiteY14" fmla="*/ 135090 h 137239"/>
                <a:gd name="connsiteX15" fmla="*/ 64168 w 127107"/>
                <a:gd name="connsiteY15" fmla="*/ 115441 h 137239"/>
                <a:gd name="connsiteX16" fmla="*/ 97326 w 127107"/>
                <a:gd name="connsiteY16" fmla="*/ 69387 h 137239"/>
                <a:gd name="connsiteX17" fmla="*/ 65089 w 127107"/>
                <a:gd name="connsiteY17" fmla="*/ 21799 h 137239"/>
                <a:gd name="connsiteX18" fmla="*/ 31316 w 127107"/>
                <a:gd name="connsiteY18" fmla="*/ 66931 h 137239"/>
                <a:gd name="connsiteX19" fmla="*/ 64168 w 127107"/>
                <a:gd name="connsiteY19" fmla="*/ 115441 h 13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7107" h="137239">
                  <a:moveTo>
                    <a:pt x="97940" y="134783"/>
                  </a:moveTo>
                  <a:cubicBezTo>
                    <a:pt x="97019" y="134783"/>
                    <a:pt x="95791" y="133862"/>
                    <a:pt x="95791" y="132634"/>
                  </a:cubicBezTo>
                  <a:lnTo>
                    <a:pt x="96405" y="116362"/>
                  </a:lnTo>
                  <a:cubicBezTo>
                    <a:pt x="87501" y="129564"/>
                    <a:pt x="73685" y="137239"/>
                    <a:pt x="55878" y="137239"/>
                  </a:cubicBezTo>
                  <a:cubicBezTo>
                    <a:pt x="19035" y="137239"/>
                    <a:pt x="0" y="107458"/>
                    <a:pt x="0" y="69080"/>
                  </a:cubicBezTo>
                  <a:cubicBezTo>
                    <a:pt x="0" y="30702"/>
                    <a:pt x="21184" y="0"/>
                    <a:pt x="56492" y="0"/>
                  </a:cubicBezTo>
                  <a:cubicBezTo>
                    <a:pt x="73992" y="0"/>
                    <a:pt x="87501" y="6755"/>
                    <a:pt x="96405" y="19649"/>
                  </a:cubicBezTo>
                  <a:lnTo>
                    <a:pt x="95484" y="4912"/>
                  </a:lnTo>
                  <a:cubicBezTo>
                    <a:pt x="95484" y="3991"/>
                    <a:pt x="96405" y="2763"/>
                    <a:pt x="97633" y="2763"/>
                  </a:cubicBezTo>
                  <a:lnTo>
                    <a:pt x="124958" y="2763"/>
                  </a:lnTo>
                  <a:cubicBezTo>
                    <a:pt x="125879" y="2763"/>
                    <a:pt x="127107" y="3684"/>
                    <a:pt x="127107" y="4912"/>
                  </a:cubicBezTo>
                  <a:lnTo>
                    <a:pt x="126186" y="68466"/>
                  </a:lnTo>
                  <a:lnTo>
                    <a:pt x="127107" y="132941"/>
                  </a:lnTo>
                  <a:cubicBezTo>
                    <a:pt x="127107" y="133862"/>
                    <a:pt x="126186" y="135090"/>
                    <a:pt x="124958" y="135090"/>
                  </a:cubicBezTo>
                  <a:lnTo>
                    <a:pt x="97940" y="135090"/>
                  </a:lnTo>
                  <a:close/>
                  <a:moveTo>
                    <a:pt x="64168" y="115441"/>
                  </a:moveTo>
                  <a:cubicBezTo>
                    <a:pt x="85045" y="115441"/>
                    <a:pt x="97019" y="100090"/>
                    <a:pt x="97326" y="69387"/>
                  </a:cubicBezTo>
                  <a:cubicBezTo>
                    <a:pt x="97633" y="38992"/>
                    <a:pt x="85659" y="21799"/>
                    <a:pt x="65089" y="21799"/>
                  </a:cubicBezTo>
                  <a:cubicBezTo>
                    <a:pt x="42369" y="21492"/>
                    <a:pt x="31316" y="38685"/>
                    <a:pt x="31316" y="66931"/>
                  </a:cubicBezTo>
                  <a:cubicBezTo>
                    <a:pt x="31316" y="97633"/>
                    <a:pt x="42676" y="115441"/>
                    <a:pt x="64168" y="11544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DCF598-AA12-EA19-1394-4323A729C32B}"/>
                </a:ext>
              </a:extLst>
            </p:cNvPr>
            <p:cNvSpPr/>
            <p:nvPr userDrawn="1"/>
          </p:nvSpPr>
          <p:spPr>
            <a:xfrm>
              <a:off x="11455796" y="6533187"/>
              <a:ext cx="130180" cy="138467"/>
            </a:xfrm>
            <a:custGeom>
              <a:avLst/>
              <a:gdLst>
                <a:gd name="connsiteX0" fmla="*/ 65396 w 130180"/>
                <a:gd name="connsiteY0" fmla="*/ 138467 h 138467"/>
                <a:gd name="connsiteX1" fmla="*/ 0 w 130180"/>
                <a:gd name="connsiteY1" fmla="*/ 69694 h 138467"/>
                <a:gd name="connsiteX2" fmla="*/ 65396 w 130180"/>
                <a:gd name="connsiteY2" fmla="*/ 0 h 138467"/>
                <a:gd name="connsiteX3" fmla="*/ 130177 w 130180"/>
                <a:gd name="connsiteY3" fmla="*/ 68773 h 138467"/>
                <a:gd name="connsiteX4" fmla="*/ 65396 w 130180"/>
                <a:gd name="connsiteY4" fmla="*/ 138467 h 138467"/>
                <a:gd name="connsiteX5" fmla="*/ 65396 w 130180"/>
                <a:gd name="connsiteY5" fmla="*/ 116669 h 138467"/>
                <a:gd name="connsiteX6" fmla="*/ 98554 w 130180"/>
                <a:gd name="connsiteY6" fmla="*/ 69694 h 138467"/>
                <a:gd name="connsiteX7" fmla="*/ 65089 w 130180"/>
                <a:gd name="connsiteY7" fmla="*/ 22106 h 138467"/>
                <a:gd name="connsiteX8" fmla="*/ 31316 w 130180"/>
                <a:gd name="connsiteY8" fmla="*/ 70001 h 138467"/>
                <a:gd name="connsiteX9" fmla="*/ 65396 w 130180"/>
                <a:gd name="connsiteY9" fmla="*/ 116669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0" h="138467">
                  <a:moveTo>
                    <a:pt x="65396" y="138467"/>
                  </a:moveTo>
                  <a:cubicBezTo>
                    <a:pt x="23641" y="138467"/>
                    <a:pt x="0" y="111449"/>
                    <a:pt x="0" y="69694"/>
                  </a:cubicBezTo>
                  <a:cubicBezTo>
                    <a:pt x="0" y="27939"/>
                    <a:pt x="23641" y="0"/>
                    <a:pt x="65396" y="0"/>
                  </a:cubicBezTo>
                  <a:cubicBezTo>
                    <a:pt x="106844" y="0"/>
                    <a:pt x="130177" y="27018"/>
                    <a:pt x="130177" y="68773"/>
                  </a:cubicBezTo>
                  <a:cubicBezTo>
                    <a:pt x="130484" y="110835"/>
                    <a:pt x="106844" y="138467"/>
                    <a:pt x="65396" y="138467"/>
                  </a:cubicBezTo>
                  <a:moveTo>
                    <a:pt x="65396" y="116669"/>
                  </a:moveTo>
                  <a:cubicBezTo>
                    <a:pt x="87808" y="116669"/>
                    <a:pt x="98554" y="101318"/>
                    <a:pt x="98554" y="69694"/>
                  </a:cubicBezTo>
                  <a:cubicBezTo>
                    <a:pt x="98554" y="38378"/>
                    <a:pt x="87501" y="22106"/>
                    <a:pt x="65089" y="22106"/>
                  </a:cubicBezTo>
                  <a:cubicBezTo>
                    <a:pt x="42369" y="22413"/>
                    <a:pt x="31316" y="38685"/>
                    <a:pt x="31316" y="70001"/>
                  </a:cubicBezTo>
                  <a:cubicBezTo>
                    <a:pt x="31623" y="101011"/>
                    <a:pt x="42676" y="116669"/>
                    <a:pt x="65396" y="116669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AFD758-769E-A2EC-E280-5124F2C4EBF5}"/>
                </a:ext>
              </a:extLst>
            </p:cNvPr>
            <p:cNvSpPr/>
            <p:nvPr userDrawn="1"/>
          </p:nvSpPr>
          <p:spPr>
            <a:xfrm>
              <a:off x="11597948" y="6532880"/>
              <a:ext cx="118817" cy="135704"/>
            </a:xfrm>
            <a:custGeom>
              <a:avLst/>
              <a:gdLst>
                <a:gd name="connsiteX0" fmla="*/ 2149 w 118817"/>
                <a:gd name="connsiteY0" fmla="*/ 135704 h 135704"/>
                <a:gd name="connsiteX1" fmla="*/ 0 w 118817"/>
                <a:gd name="connsiteY1" fmla="*/ 133555 h 135704"/>
                <a:gd name="connsiteX2" fmla="*/ 921 w 118817"/>
                <a:gd name="connsiteY2" fmla="*/ 73379 h 135704"/>
                <a:gd name="connsiteX3" fmla="*/ 614 w 118817"/>
                <a:gd name="connsiteY3" fmla="*/ 5219 h 135704"/>
                <a:gd name="connsiteX4" fmla="*/ 2763 w 118817"/>
                <a:gd name="connsiteY4" fmla="*/ 3070 h 135704"/>
                <a:gd name="connsiteX5" fmla="*/ 28553 w 118817"/>
                <a:gd name="connsiteY5" fmla="*/ 3070 h 135704"/>
                <a:gd name="connsiteX6" fmla="*/ 30702 w 118817"/>
                <a:gd name="connsiteY6" fmla="*/ 5219 h 135704"/>
                <a:gd name="connsiteX7" fmla="*/ 29781 w 118817"/>
                <a:gd name="connsiteY7" fmla="*/ 22413 h 135704"/>
                <a:gd name="connsiteX8" fmla="*/ 73071 w 118817"/>
                <a:gd name="connsiteY8" fmla="*/ 0 h 135704"/>
                <a:gd name="connsiteX9" fmla="*/ 118203 w 118817"/>
                <a:gd name="connsiteY9" fmla="*/ 51887 h 135704"/>
                <a:gd name="connsiteX10" fmla="*/ 118203 w 118817"/>
                <a:gd name="connsiteY10" fmla="*/ 79212 h 135704"/>
                <a:gd name="connsiteX11" fmla="*/ 118818 w 118817"/>
                <a:gd name="connsiteY11" fmla="*/ 133248 h 135704"/>
                <a:gd name="connsiteX12" fmla="*/ 116668 w 118817"/>
                <a:gd name="connsiteY12" fmla="*/ 135397 h 135704"/>
                <a:gd name="connsiteX13" fmla="*/ 89343 w 118817"/>
                <a:gd name="connsiteY13" fmla="*/ 135397 h 135704"/>
                <a:gd name="connsiteX14" fmla="*/ 87194 w 118817"/>
                <a:gd name="connsiteY14" fmla="*/ 133248 h 135704"/>
                <a:gd name="connsiteX15" fmla="*/ 87808 w 118817"/>
                <a:gd name="connsiteY15" fmla="*/ 79212 h 135704"/>
                <a:gd name="connsiteX16" fmla="*/ 87808 w 118817"/>
                <a:gd name="connsiteY16" fmla="*/ 52808 h 135704"/>
                <a:gd name="connsiteX17" fmla="*/ 63554 w 118817"/>
                <a:gd name="connsiteY17" fmla="*/ 24255 h 135704"/>
                <a:gd name="connsiteX18" fmla="*/ 31009 w 118817"/>
                <a:gd name="connsiteY18" fmla="*/ 64782 h 135704"/>
                <a:gd name="connsiteX19" fmla="*/ 31009 w 118817"/>
                <a:gd name="connsiteY19" fmla="*/ 79212 h 135704"/>
                <a:gd name="connsiteX20" fmla="*/ 31623 w 118817"/>
                <a:gd name="connsiteY20" fmla="*/ 133248 h 135704"/>
                <a:gd name="connsiteX21" fmla="*/ 29474 w 118817"/>
                <a:gd name="connsiteY21" fmla="*/ 135397 h 135704"/>
                <a:gd name="connsiteX22" fmla="*/ 2149 w 118817"/>
                <a:gd name="connsiteY22" fmla="*/ 135397 h 13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817" h="135704">
                  <a:moveTo>
                    <a:pt x="2149" y="135704"/>
                  </a:moveTo>
                  <a:cubicBezTo>
                    <a:pt x="1228" y="135704"/>
                    <a:pt x="0" y="134783"/>
                    <a:pt x="0" y="133555"/>
                  </a:cubicBezTo>
                  <a:lnTo>
                    <a:pt x="921" y="73379"/>
                  </a:lnTo>
                  <a:lnTo>
                    <a:pt x="614" y="5219"/>
                  </a:lnTo>
                  <a:cubicBezTo>
                    <a:pt x="614" y="4298"/>
                    <a:pt x="1535" y="3070"/>
                    <a:pt x="2763" y="3070"/>
                  </a:cubicBezTo>
                  <a:lnTo>
                    <a:pt x="28553" y="3070"/>
                  </a:lnTo>
                  <a:cubicBezTo>
                    <a:pt x="29474" y="3070"/>
                    <a:pt x="30702" y="3991"/>
                    <a:pt x="30702" y="5219"/>
                  </a:cubicBezTo>
                  <a:lnTo>
                    <a:pt x="29781" y="22413"/>
                  </a:lnTo>
                  <a:cubicBezTo>
                    <a:pt x="38378" y="10132"/>
                    <a:pt x="53422" y="0"/>
                    <a:pt x="73071" y="0"/>
                  </a:cubicBezTo>
                  <a:cubicBezTo>
                    <a:pt x="100396" y="0"/>
                    <a:pt x="118203" y="18421"/>
                    <a:pt x="118203" y="51887"/>
                  </a:cubicBezTo>
                  <a:lnTo>
                    <a:pt x="118203" y="79212"/>
                  </a:lnTo>
                  <a:lnTo>
                    <a:pt x="118818" y="133248"/>
                  </a:lnTo>
                  <a:cubicBezTo>
                    <a:pt x="118818" y="134169"/>
                    <a:pt x="117896" y="135397"/>
                    <a:pt x="116668" y="135397"/>
                  </a:cubicBezTo>
                  <a:lnTo>
                    <a:pt x="89343" y="135397"/>
                  </a:lnTo>
                  <a:cubicBezTo>
                    <a:pt x="88422" y="135397"/>
                    <a:pt x="87194" y="134476"/>
                    <a:pt x="87194" y="133248"/>
                  </a:cubicBezTo>
                  <a:lnTo>
                    <a:pt x="87808" y="79212"/>
                  </a:lnTo>
                  <a:lnTo>
                    <a:pt x="87808" y="52808"/>
                  </a:lnTo>
                  <a:cubicBezTo>
                    <a:pt x="87808" y="34080"/>
                    <a:pt x="77677" y="24255"/>
                    <a:pt x="63554" y="24255"/>
                  </a:cubicBezTo>
                  <a:cubicBezTo>
                    <a:pt x="48202" y="24255"/>
                    <a:pt x="33465" y="37457"/>
                    <a:pt x="31009" y="64782"/>
                  </a:cubicBezTo>
                  <a:lnTo>
                    <a:pt x="31009" y="79212"/>
                  </a:lnTo>
                  <a:lnTo>
                    <a:pt x="31623" y="133248"/>
                  </a:lnTo>
                  <a:cubicBezTo>
                    <a:pt x="31623" y="134169"/>
                    <a:pt x="30702" y="135397"/>
                    <a:pt x="29474" y="135397"/>
                  </a:cubicBezTo>
                  <a:lnTo>
                    <a:pt x="2149" y="135397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FAA8DB-3CE4-9B39-3554-BDECAE346914}"/>
                </a:ext>
              </a:extLst>
            </p:cNvPr>
            <p:cNvSpPr/>
            <p:nvPr userDrawn="1"/>
          </p:nvSpPr>
          <p:spPr>
            <a:xfrm>
              <a:off x="11182240" y="6532880"/>
              <a:ext cx="129256" cy="138467"/>
            </a:xfrm>
            <a:custGeom>
              <a:avLst/>
              <a:gdLst>
                <a:gd name="connsiteX0" fmla="*/ 129256 w 129256"/>
                <a:gd name="connsiteY0" fmla="*/ 73072 h 138467"/>
                <a:gd name="connsiteX1" fmla="*/ 127107 w 129256"/>
                <a:gd name="connsiteY1" fmla="*/ 75221 h 138467"/>
                <a:gd name="connsiteX2" fmla="*/ 30702 w 129256"/>
                <a:gd name="connsiteY2" fmla="*/ 75221 h 138467"/>
                <a:gd name="connsiteX3" fmla="*/ 66010 w 129256"/>
                <a:gd name="connsiteY3" fmla="*/ 116669 h 138467"/>
                <a:gd name="connsiteX4" fmla="*/ 95484 w 129256"/>
                <a:gd name="connsiteY4" fmla="*/ 95484 h 138467"/>
                <a:gd name="connsiteX5" fmla="*/ 95484 w 129256"/>
                <a:gd name="connsiteY5" fmla="*/ 95484 h 138467"/>
                <a:gd name="connsiteX6" fmla="*/ 97940 w 129256"/>
                <a:gd name="connsiteY6" fmla="*/ 93335 h 138467"/>
                <a:gd name="connsiteX7" fmla="*/ 123730 w 129256"/>
                <a:gd name="connsiteY7" fmla="*/ 93335 h 138467"/>
                <a:gd name="connsiteX8" fmla="*/ 125572 w 129256"/>
                <a:gd name="connsiteY8" fmla="*/ 95484 h 138467"/>
                <a:gd name="connsiteX9" fmla="*/ 65396 w 129256"/>
                <a:gd name="connsiteY9" fmla="*/ 138467 h 138467"/>
                <a:gd name="connsiteX10" fmla="*/ 0 w 129256"/>
                <a:gd name="connsiteY10" fmla="*/ 69694 h 138467"/>
                <a:gd name="connsiteX11" fmla="*/ 64475 w 129256"/>
                <a:gd name="connsiteY11" fmla="*/ 0 h 138467"/>
                <a:gd name="connsiteX12" fmla="*/ 129256 w 129256"/>
                <a:gd name="connsiteY12" fmla="*/ 73072 h 138467"/>
                <a:gd name="connsiteX13" fmla="*/ 95791 w 129256"/>
                <a:gd name="connsiteY13" fmla="*/ 54343 h 138467"/>
                <a:gd name="connsiteX14" fmla="*/ 64475 w 129256"/>
                <a:gd name="connsiteY14" fmla="*/ 21799 h 138467"/>
                <a:gd name="connsiteX15" fmla="*/ 31623 w 129256"/>
                <a:gd name="connsiteY15" fmla="*/ 54343 h 138467"/>
                <a:gd name="connsiteX16" fmla="*/ 95791 w 129256"/>
                <a:gd name="connsiteY16" fmla="*/ 54343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256" h="138467">
                  <a:moveTo>
                    <a:pt x="129256" y="73072"/>
                  </a:moveTo>
                  <a:cubicBezTo>
                    <a:pt x="129256" y="73993"/>
                    <a:pt x="128335" y="75221"/>
                    <a:pt x="127107" y="75221"/>
                  </a:cubicBezTo>
                  <a:lnTo>
                    <a:pt x="30702" y="75221"/>
                  </a:lnTo>
                  <a:cubicBezTo>
                    <a:pt x="31930" y="103467"/>
                    <a:pt x="43597" y="116669"/>
                    <a:pt x="66010" y="116669"/>
                  </a:cubicBezTo>
                  <a:cubicBezTo>
                    <a:pt x="81054" y="116669"/>
                    <a:pt x="91185" y="109607"/>
                    <a:pt x="95484" y="95484"/>
                  </a:cubicBezTo>
                  <a:lnTo>
                    <a:pt x="95484" y="95484"/>
                  </a:lnTo>
                  <a:cubicBezTo>
                    <a:pt x="95791" y="94256"/>
                    <a:pt x="97019" y="93335"/>
                    <a:pt x="97940" y="93335"/>
                  </a:cubicBezTo>
                  <a:lnTo>
                    <a:pt x="123730" y="93335"/>
                  </a:lnTo>
                  <a:cubicBezTo>
                    <a:pt x="124651" y="93335"/>
                    <a:pt x="125879" y="94256"/>
                    <a:pt x="125572" y="95484"/>
                  </a:cubicBezTo>
                  <a:cubicBezTo>
                    <a:pt x="120660" y="119432"/>
                    <a:pt x="99168" y="138467"/>
                    <a:pt x="65396" y="138467"/>
                  </a:cubicBezTo>
                  <a:cubicBezTo>
                    <a:pt x="22720" y="138467"/>
                    <a:pt x="0" y="109914"/>
                    <a:pt x="0" y="69694"/>
                  </a:cubicBezTo>
                  <a:cubicBezTo>
                    <a:pt x="0" y="27939"/>
                    <a:pt x="24255" y="0"/>
                    <a:pt x="64475" y="0"/>
                  </a:cubicBezTo>
                  <a:cubicBezTo>
                    <a:pt x="105308" y="307"/>
                    <a:pt x="128642" y="27939"/>
                    <a:pt x="129256" y="73072"/>
                  </a:cubicBezTo>
                  <a:moveTo>
                    <a:pt x="95791" y="54343"/>
                  </a:moveTo>
                  <a:cubicBezTo>
                    <a:pt x="94563" y="37150"/>
                    <a:pt x="84738" y="21799"/>
                    <a:pt x="64475" y="21799"/>
                  </a:cubicBezTo>
                  <a:cubicBezTo>
                    <a:pt x="46053" y="21799"/>
                    <a:pt x="35000" y="33159"/>
                    <a:pt x="31623" y="54343"/>
                  </a:cubicBezTo>
                  <a:lnTo>
                    <a:pt x="95791" y="54343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C3E1048-C4CE-AE87-AC47-2179B0ED1E4E}"/>
                </a:ext>
              </a:extLst>
            </p:cNvPr>
            <p:cNvSpPr/>
            <p:nvPr userDrawn="1"/>
          </p:nvSpPr>
          <p:spPr>
            <a:xfrm>
              <a:off x="11318251" y="6534108"/>
              <a:ext cx="127107" cy="184848"/>
            </a:xfrm>
            <a:custGeom>
              <a:avLst/>
              <a:gdLst>
                <a:gd name="connsiteX0" fmla="*/ 127107 w 127107"/>
                <a:gd name="connsiteY0" fmla="*/ 4298 h 184848"/>
                <a:gd name="connsiteX1" fmla="*/ 124958 w 127107"/>
                <a:gd name="connsiteY1" fmla="*/ 2149 h 184848"/>
                <a:gd name="connsiteX2" fmla="*/ 97940 w 127107"/>
                <a:gd name="connsiteY2" fmla="*/ 2149 h 184848"/>
                <a:gd name="connsiteX3" fmla="*/ 95791 w 127107"/>
                <a:gd name="connsiteY3" fmla="*/ 4298 h 184848"/>
                <a:gd name="connsiteX4" fmla="*/ 96405 w 127107"/>
                <a:gd name="connsiteY4" fmla="*/ 19035 h 184848"/>
                <a:gd name="connsiteX5" fmla="*/ 56799 w 127107"/>
                <a:gd name="connsiteY5" fmla="*/ 0 h 184848"/>
                <a:gd name="connsiteX6" fmla="*/ 0 w 127107"/>
                <a:gd name="connsiteY6" fmla="*/ 67545 h 184848"/>
                <a:gd name="connsiteX7" fmla="*/ 58027 w 127107"/>
                <a:gd name="connsiteY7" fmla="*/ 133555 h 184848"/>
                <a:gd name="connsiteX8" fmla="*/ 97633 w 127107"/>
                <a:gd name="connsiteY8" fmla="*/ 112678 h 184848"/>
                <a:gd name="connsiteX9" fmla="*/ 97633 w 127107"/>
                <a:gd name="connsiteY9" fmla="*/ 127722 h 184848"/>
                <a:gd name="connsiteX10" fmla="*/ 65396 w 127107"/>
                <a:gd name="connsiteY10" fmla="*/ 163336 h 184848"/>
                <a:gd name="connsiteX11" fmla="*/ 35922 w 127107"/>
                <a:gd name="connsiteY11" fmla="*/ 145836 h 184848"/>
                <a:gd name="connsiteX12" fmla="*/ 33465 w 127107"/>
                <a:gd name="connsiteY12" fmla="*/ 143687 h 184848"/>
                <a:gd name="connsiteX13" fmla="*/ 6755 w 127107"/>
                <a:gd name="connsiteY13" fmla="*/ 143687 h 184848"/>
                <a:gd name="connsiteX14" fmla="*/ 4605 w 127107"/>
                <a:gd name="connsiteY14" fmla="*/ 145836 h 184848"/>
                <a:gd name="connsiteX15" fmla="*/ 64168 w 127107"/>
                <a:gd name="connsiteY15" fmla="*/ 184828 h 184848"/>
                <a:gd name="connsiteX16" fmla="*/ 125879 w 127107"/>
                <a:gd name="connsiteY16" fmla="*/ 128029 h 184848"/>
                <a:gd name="connsiteX17" fmla="*/ 125572 w 127107"/>
                <a:gd name="connsiteY17" fmla="*/ 62940 h 184848"/>
                <a:gd name="connsiteX18" fmla="*/ 127107 w 127107"/>
                <a:gd name="connsiteY18" fmla="*/ 4298 h 184848"/>
                <a:gd name="connsiteX19" fmla="*/ 64782 w 127107"/>
                <a:gd name="connsiteY19" fmla="*/ 112371 h 184848"/>
                <a:gd name="connsiteX20" fmla="*/ 31316 w 127107"/>
                <a:gd name="connsiteY20" fmla="*/ 66317 h 184848"/>
                <a:gd name="connsiteX21" fmla="*/ 64782 w 127107"/>
                <a:gd name="connsiteY21" fmla="*/ 21799 h 184848"/>
                <a:gd name="connsiteX22" fmla="*/ 97019 w 127107"/>
                <a:gd name="connsiteY22" fmla="*/ 68773 h 184848"/>
                <a:gd name="connsiteX23" fmla="*/ 64782 w 127107"/>
                <a:gd name="connsiteY23" fmla="*/ 112371 h 1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107" h="184848">
                  <a:moveTo>
                    <a:pt x="127107" y="4298"/>
                  </a:moveTo>
                  <a:cubicBezTo>
                    <a:pt x="127107" y="3377"/>
                    <a:pt x="126186" y="2149"/>
                    <a:pt x="124958" y="2149"/>
                  </a:cubicBezTo>
                  <a:lnTo>
                    <a:pt x="97940" y="2149"/>
                  </a:lnTo>
                  <a:cubicBezTo>
                    <a:pt x="97019" y="2149"/>
                    <a:pt x="95791" y="3070"/>
                    <a:pt x="95791" y="4298"/>
                  </a:cubicBezTo>
                  <a:lnTo>
                    <a:pt x="96405" y="19035"/>
                  </a:lnTo>
                  <a:cubicBezTo>
                    <a:pt x="87808" y="6755"/>
                    <a:pt x="74299" y="0"/>
                    <a:pt x="56799" y="0"/>
                  </a:cubicBezTo>
                  <a:cubicBezTo>
                    <a:pt x="21184" y="0"/>
                    <a:pt x="0" y="30395"/>
                    <a:pt x="0" y="67545"/>
                  </a:cubicBezTo>
                  <a:cubicBezTo>
                    <a:pt x="0" y="105002"/>
                    <a:pt x="19649" y="133555"/>
                    <a:pt x="58027" y="133555"/>
                  </a:cubicBezTo>
                  <a:cubicBezTo>
                    <a:pt x="75527" y="133555"/>
                    <a:pt x="88729" y="125880"/>
                    <a:pt x="97633" y="112678"/>
                  </a:cubicBezTo>
                  <a:lnTo>
                    <a:pt x="97633" y="127722"/>
                  </a:lnTo>
                  <a:cubicBezTo>
                    <a:pt x="97633" y="152591"/>
                    <a:pt x="84431" y="163336"/>
                    <a:pt x="65396" y="163336"/>
                  </a:cubicBezTo>
                  <a:cubicBezTo>
                    <a:pt x="49431" y="163336"/>
                    <a:pt x="38992" y="157503"/>
                    <a:pt x="35922" y="145836"/>
                  </a:cubicBezTo>
                  <a:cubicBezTo>
                    <a:pt x="35615" y="144608"/>
                    <a:pt x="34694" y="143687"/>
                    <a:pt x="33465" y="143687"/>
                  </a:cubicBezTo>
                  <a:lnTo>
                    <a:pt x="6755" y="143687"/>
                  </a:lnTo>
                  <a:cubicBezTo>
                    <a:pt x="5833" y="143687"/>
                    <a:pt x="4605" y="144608"/>
                    <a:pt x="4605" y="145836"/>
                  </a:cubicBezTo>
                  <a:cubicBezTo>
                    <a:pt x="8290" y="172547"/>
                    <a:pt x="32544" y="185442"/>
                    <a:pt x="64168" y="184828"/>
                  </a:cubicBezTo>
                  <a:cubicBezTo>
                    <a:pt x="104694" y="184828"/>
                    <a:pt x="126186" y="163643"/>
                    <a:pt x="125879" y="128029"/>
                  </a:cubicBezTo>
                  <a:lnTo>
                    <a:pt x="125572" y="62940"/>
                  </a:lnTo>
                  <a:lnTo>
                    <a:pt x="127107" y="4298"/>
                  </a:lnTo>
                  <a:close/>
                  <a:moveTo>
                    <a:pt x="64782" y="112371"/>
                  </a:moveTo>
                  <a:cubicBezTo>
                    <a:pt x="42983" y="112678"/>
                    <a:pt x="31316" y="96405"/>
                    <a:pt x="31316" y="66317"/>
                  </a:cubicBezTo>
                  <a:cubicBezTo>
                    <a:pt x="31316" y="38071"/>
                    <a:pt x="42676" y="21185"/>
                    <a:pt x="64782" y="21799"/>
                  </a:cubicBezTo>
                  <a:cubicBezTo>
                    <a:pt x="85966" y="22106"/>
                    <a:pt x="97326" y="38685"/>
                    <a:pt x="97019" y="68773"/>
                  </a:cubicBezTo>
                  <a:cubicBezTo>
                    <a:pt x="97019" y="97940"/>
                    <a:pt x="85045" y="112371"/>
                    <a:pt x="64782" y="11237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1AB32EF4-631A-1566-764E-879662A9AA2A}"/>
              </a:ext>
            </a:extLst>
          </p:cNvPr>
          <p:cNvSpPr txBox="1">
            <a:spLocks/>
          </p:cNvSpPr>
          <p:nvPr userDrawn="1"/>
        </p:nvSpPr>
        <p:spPr>
          <a:xfrm>
            <a:off x="5652001" y="0"/>
            <a:ext cx="6539997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4372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hapter slide D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C87B5D9-3912-3629-06FB-68731551687C}"/>
              </a:ext>
            </a:extLst>
          </p:cNvPr>
          <p:cNvGrpSpPr/>
          <p:nvPr userDrawn="1"/>
        </p:nvGrpSpPr>
        <p:grpSpPr>
          <a:xfrm>
            <a:off x="10705742" y="6467791"/>
            <a:ext cx="1011023" cy="272636"/>
            <a:chOff x="10705742" y="6467791"/>
            <a:chExt cx="1011023" cy="2726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BF9AB88-5F60-E8CD-0AE1-E235196A532B}"/>
                </a:ext>
              </a:extLst>
            </p:cNvPr>
            <p:cNvSpPr/>
            <p:nvPr userDrawn="1"/>
          </p:nvSpPr>
          <p:spPr>
            <a:xfrm>
              <a:off x="10705742" y="6467791"/>
              <a:ext cx="272635" cy="272636"/>
            </a:xfrm>
            <a:custGeom>
              <a:avLst/>
              <a:gdLst>
                <a:gd name="connsiteX0" fmla="*/ 199871 w 272635"/>
                <a:gd name="connsiteY0" fmla="*/ 0 h 272636"/>
                <a:gd name="connsiteX1" fmla="*/ 0 w 272635"/>
                <a:gd name="connsiteY1" fmla="*/ 72764 h 272636"/>
                <a:gd name="connsiteX2" fmla="*/ 72764 w 272635"/>
                <a:gd name="connsiteY2" fmla="*/ 272637 h 272636"/>
                <a:gd name="connsiteX3" fmla="*/ 272635 w 272635"/>
                <a:gd name="connsiteY3" fmla="*/ 199872 h 272636"/>
                <a:gd name="connsiteX4" fmla="*/ 199871 w 272635"/>
                <a:gd name="connsiteY4" fmla="*/ 0 h 272636"/>
                <a:gd name="connsiteX5" fmla="*/ 54343 w 272635"/>
                <a:gd name="connsiteY5" fmla="*/ 145222 h 272636"/>
                <a:gd name="connsiteX6" fmla="*/ 54343 w 272635"/>
                <a:gd name="connsiteY6" fmla="*/ 72457 h 272636"/>
                <a:gd name="connsiteX7" fmla="*/ 72457 w 272635"/>
                <a:gd name="connsiteY7" fmla="*/ 72457 h 272636"/>
                <a:gd name="connsiteX8" fmla="*/ 72457 w 272635"/>
                <a:gd name="connsiteY8" fmla="*/ 145222 h 272636"/>
                <a:gd name="connsiteX9" fmla="*/ 54343 w 272635"/>
                <a:gd name="connsiteY9" fmla="*/ 145222 h 272636"/>
                <a:gd name="connsiteX10" fmla="*/ 81668 w 272635"/>
                <a:gd name="connsiteY10" fmla="*/ 199872 h 272636"/>
                <a:gd name="connsiteX11" fmla="*/ 81668 w 272635"/>
                <a:gd name="connsiteY11" fmla="*/ 90879 h 272636"/>
                <a:gd name="connsiteX12" fmla="*/ 108993 w 272635"/>
                <a:gd name="connsiteY12" fmla="*/ 90879 h 272636"/>
                <a:gd name="connsiteX13" fmla="*/ 108993 w 272635"/>
                <a:gd name="connsiteY13" fmla="*/ 199872 h 272636"/>
                <a:gd name="connsiteX14" fmla="*/ 81668 w 272635"/>
                <a:gd name="connsiteY14" fmla="*/ 199872 h 272636"/>
                <a:gd name="connsiteX15" fmla="*/ 118203 w 272635"/>
                <a:gd name="connsiteY15" fmla="*/ 222592 h 272636"/>
                <a:gd name="connsiteX16" fmla="*/ 118203 w 272635"/>
                <a:gd name="connsiteY16" fmla="*/ 49738 h 272636"/>
                <a:gd name="connsiteX17" fmla="*/ 154739 w 272635"/>
                <a:gd name="connsiteY17" fmla="*/ 49738 h 272636"/>
                <a:gd name="connsiteX18" fmla="*/ 154739 w 272635"/>
                <a:gd name="connsiteY18" fmla="*/ 222592 h 272636"/>
                <a:gd name="connsiteX19" fmla="*/ 118203 w 272635"/>
                <a:gd name="connsiteY19" fmla="*/ 222592 h 272636"/>
                <a:gd name="connsiteX20" fmla="*/ 163643 w 272635"/>
                <a:gd name="connsiteY20" fmla="*/ 181758 h 272636"/>
                <a:gd name="connsiteX21" fmla="*/ 163643 w 272635"/>
                <a:gd name="connsiteY21" fmla="*/ 72764 h 272636"/>
                <a:gd name="connsiteX22" fmla="*/ 190968 w 272635"/>
                <a:gd name="connsiteY22" fmla="*/ 72764 h 272636"/>
                <a:gd name="connsiteX23" fmla="*/ 190968 w 272635"/>
                <a:gd name="connsiteY23" fmla="*/ 181758 h 272636"/>
                <a:gd name="connsiteX24" fmla="*/ 163643 w 272635"/>
                <a:gd name="connsiteY24" fmla="*/ 181758 h 272636"/>
                <a:gd name="connsiteX25" fmla="*/ 199871 w 272635"/>
                <a:gd name="connsiteY25" fmla="*/ 127108 h 272636"/>
                <a:gd name="connsiteX26" fmla="*/ 217986 w 272635"/>
                <a:gd name="connsiteY26" fmla="*/ 127108 h 272636"/>
                <a:gd name="connsiteX27" fmla="*/ 217986 w 272635"/>
                <a:gd name="connsiteY27" fmla="*/ 199872 h 272636"/>
                <a:gd name="connsiteX28" fmla="*/ 199871 w 272635"/>
                <a:gd name="connsiteY28" fmla="*/ 199872 h 272636"/>
                <a:gd name="connsiteX29" fmla="*/ 199871 w 272635"/>
                <a:gd name="connsiteY29" fmla="*/ 127108 h 27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72635" h="272636">
                  <a:moveTo>
                    <a:pt x="199871" y="0"/>
                  </a:moveTo>
                  <a:lnTo>
                    <a:pt x="0" y="72764"/>
                  </a:lnTo>
                  <a:lnTo>
                    <a:pt x="72764" y="272637"/>
                  </a:lnTo>
                  <a:lnTo>
                    <a:pt x="272635" y="199872"/>
                  </a:lnTo>
                  <a:lnTo>
                    <a:pt x="199871" y="0"/>
                  </a:lnTo>
                  <a:close/>
                  <a:moveTo>
                    <a:pt x="54343" y="145222"/>
                  </a:moveTo>
                  <a:lnTo>
                    <a:pt x="54343" y="72457"/>
                  </a:lnTo>
                  <a:lnTo>
                    <a:pt x="72457" y="72457"/>
                  </a:lnTo>
                  <a:lnTo>
                    <a:pt x="72457" y="145222"/>
                  </a:lnTo>
                  <a:lnTo>
                    <a:pt x="54343" y="145222"/>
                  </a:lnTo>
                  <a:close/>
                  <a:moveTo>
                    <a:pt x="81668" y="199872"/>
                  </a:moveTo>
                  <a:lnTo>
                    <a:pt x="81668" y="90879"/>
                  </a:lnTo>
                  <a:lnTo>
                    <a:pt x="108993" y="90879"/>
                  </a:lnTo>
                  <a:lnTo>
                    <a:pt x="108993" y="199872"/>
                  </a:lnTo>
                  <a:lnTo>
                    <a:pt x="81668" y="199872"/>
                  </a:lnTo>
                  <a:close/>
                  <a:moveTo>
                    <a:pt x="118203" y="222592"/>
                  </a:moveTo>
                  <a:lnTo>
                    <a:pt x="118203" y="49738"/>
                  </a:lnTo>
                  <a:lnTo>
                    <a:pt x="154739" y="49738"/>
                  </a:lnTo>
                  <a:lnTo>
                    <a:pt x="154739" y="222592"/>
                  </a:lnTo>
                  <a:lnTo>
                    <a:pt x="118203" y="222592"/>
                  </a:lnTo>
                  <a:close/>
                  <a:moveTo>
                    <a:pt x="163643" y="181758"/>
                  </a:moveTo>
                  <a:lnTo>
                    <a:pt x="163643" y="72764"/>
                  </a:lnTo>
                  <a:lnTo>
                    <a:pt x="190968" y="72764"/>
                  </a:lnTo>
                  <a:lnTo>
                    <a:pt x="190968" y="181758"/>
                  </a:lnTo>
                  <a:lnTo>
                    <a:pt x="163643" y="181758"/>
                  </a:lnTo>
                  <a:close/>
                  <a:moveTo>
                    <a:pt x="199871" y="127108"/>
                  </a:moveTo>
                  <a:lnTo>
                    <a:pt x="217986" y="127108"/>
                  </a:lnTo>
                  <a:lnTo>
                    <a:pt x="217986" y="199872"/>
                  </a:lnTo>
                  <a:lnTo>
                    <a:pt x="199871" y="199872"/>
                  </a:lnTo>
                  <a:lnTo>
                    <a:pt x="199871" y="127108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51F7B8-D5E8-7435-EE48-494DB518D6CC}"/>
                </a:ext>
              </a:extLst>
            </p:cNvPr>
            <p:cNvSpPr/>
            <p:nvPr userDrawn="1"/>
          </p:nvSpPr>
          <p:spPr>
            <a:xfrm>
              <a:off x="11044694" y="6533801"/>
              <a:ext cx="127107" cy="137239"/>
            </a:xfrm>
            <a:custGeom>
              <a:avLst/>
              <a:gdLst>
                <a:gd name="connsiteX0" fmla="*/ 97940 w 127107"/>
                <a:gd name="connsiteY0" fmla="*/ 134783 h 137239"/>
                <a:gd name="connsiteX1" fmla="*/ 95791 w 127107"/>
                <a:gd name="connsiteY1" fmla="*/ 132634 h 137239"/>
                <a:gd name="connsiteX2" fmla="*/ 96405 w 127107"/>
                <a:gd name="connsiteY2" fmla="*/ 116362 h 137239"/>
                <a:gd name="connsiteX3" fmla="*/ 55878 w 127107"/>
                <a:gd name="connsiteY3" fmla="*/ 137239 h 137239"/>
                <a:gd name="connsiteX4" fmla="*/ 0 w 127107"/>
                <a:gd name="connsiteY4" fmla="*/ 69080 h 137239"/>
                <a:gd name="connsiteX5" fmla="*/ 56492 w 127107"/>
                <a:gd name="connsiteY5" fmla="*/ 0 h 137239"/>
                <a:gd name="connsiteX6" fmla="*/ 96405 w 127107"/>
                <a:gd name="connsiteY6" fmla="*/ 19649 h 137239"/>
                <a:gd name="connsiteX7" fmla="*/ 95484 w 127107"/>
                <a:gd name="connsiteY7" fmla="*/ 4912 h 137239"/>
                <a:gd name="connsiteX8" fmla="*/ 97633 w 127107"/>
                <a:gd name="connsiteY8" fmla="*/ 2763 h 137239"/>
                <a:gd name="connsiteX9" fmla="*/ 124958 w 127107"/>
                <a:gd name="connsiteY9" fmla="*/ 2763 h 137239"/>
                <a:gd name="connsiteX10" fmla="*/ 127107 w 127107"/>
                <a:gd name="connsiteY10" fmla="*/ 4912 h 137239"/>
                <a:gd name="connsiteX11" fmla="*/ 126186 w 127107"/>
                <a:gd name="connsiteY11" fmla="*/ 68466 h 137239"/>
                <a:gd name="connsiteX12" fmla="*/ 127107 w 127107"/>
                <a:gd name="connsiteY12" fmla="*/ 132941 h 137239"/>
                <a:gd name="connsiteX13" fmla="*/ 124958 w 127107"/>
                <a:gd name="connsiteY13" fmla="*/ 135090 h 137239"/>
                <a:gd name="connsiteX14" fmla="*/ 97940 w 127107"/>
                <a:gd name="connsiteY14" fmla="*/ 135090 h 137239"/>
                <a:gd name="connsiteX15" fmla="*/ 64168 w 127107"/>
                <a:gd name="connsiteY15" fmla="*/ 115441 h 137239"/>
                <a:gd name="connsiteX16" fmla="*/ 97326 w 127107"/>
                <a:gd name="connsiteY16" fmla="*/ 69387 h 137239"/>
                <a:gd name="connsiteX17" fmla="*/ 65089 w 127107"/>
                <a:gd name="connsiteY17" fmla="*/ 21799 h 137239"/>
                <a:gd name="connsiteX18" fmla="*/ 31316 w 127107"/>
                <a:gd name="connsiteY18" fmla="*/ 66931 h 137239"/>
                <a:gd name="connsiteX19" fmla="*/ 64168 w 127107"/>
                <a:gd name="connsiteY19" fmla="*/ 115441 h 13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7107" h="137239">
                  <a:moveTo>
                    <a:pt x="97940" y="134783"/>
                  </a:moveTo>
                  <a:cubicBezTo>
                    <a:pt x="97019" y="134783"/>
                    <a:pt x="95791" y="133862"/>
                    <a:pt x="95791" y="132634"/>
                  </a:cubicBezTo>
                  <a:lnTo>
                    <a:pt x="96405" y="116362"/>
                  </a:lnTo>
                  <a:cubicBezTo>
                    <a:pt x="87501" y="129564"/>
                    <a:pt x="73685" y="137239"/>
                    <a:pt x="55878" y="137239"/>
                  </a:cubicBezTo>
                  <a:cubicBezTo>
                    <a:pt x="19035" y="137239"/>
                    <a:pt x="0" y="107458"/>
                    <a:pt x="0" y="69080"/>
                  </a:cubicBezTo>
                  <a:cubicBezTo>
                    <a:pt x="0" y="30702"/>
                    <a:pt x="21184" y="0"/>
                    <a:pt x="56492" y="0"/>
                  </a:cubicBezTo>
                  <a:cubicBezTo>
                    <a:pt x="73992" y="0"/>
                    <a:pt x="87501" y="6755"/>
                    <a:pt x="96405" y="19649"/>
                  </a:cubicBezTo>
                  <a:lnTo>
                    <a:pt x="95484" y="4912"/>
                  </a:lnTo>
                  <a:cubicBezTo>
                    <a:pt x="95484" y="3991"/>
                    <a:pt x="96405" y="2763"/>
                    <a:pt x="97633" y="2763"/>
                  </a:cubicBezTo>
                  <a:lnTo>
                    <a:pt x="124958" y="2763"/>
                  </a:lnTo>
                  <a:cubicBezTo>
                    <a:pt x="125879" y="2763"/>
                    <a:pt x="127107" y="3684"/>
                    <a:pt x="127107" y="4912"/>
                  </a:cubicBezTo>
                  <a:lnTo>
                    <a:pt x="126186" y="68466"/>
                  </a:lnTo>
                  <a:lnTo>
                    <a:pt x="127107" y="132941"/>
                  </a:lnTo>
                  <a:cubicBezTo>
                    <a:pt x="127107" y="133862"/>
                    <a:pt x="126186" y="135090"/>
                    <a:pt x="124958" y="135090"/>
                  </a:cubicBezTo>
                  <a:lnTo>
                    <a:pt x="97940" y="135090"/>
                  </a:lnTo>
                  <a:close/>
                  <a:moveTo>
                    <a:pt x="64168" y="115441"/>
                  </a:moveTo>
                  <a:cubicBezTo>
                    <a:pt x="85045" y="115441"/>
                    <a:pt x="97019" y="100090"/>
                    <a:pt x="97326" y="69387"/>
                  </a:cubicBezTo>
                  <a:cubicBezTo>
                    <a:pt x="97633" y="38992"/>
                    <a:pt x="85659" y="21799"/>
                    <a:pt x="65089" y="21799"/>
                  </a:cubicBezTo>
                  <a:cubicBezTo>
                    <a:pt x="42369" y="21492"/>
                    <a:pt x="31316" y="38685"/>
                    <a:pt x="31316" y="66931"/>
                  </a:cubicBezTo>
                  <a:cubicBezTo>
                    <a:pt x="31316" y="97633"/>
                    <a:pt x="42676" y="115441"/>
                    <a:pt x="64168" y="11544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DCF598-AA12-EA19-1394-4323A729C32B}"/>
                </a:ext>
              </a:extLst>
            </p:cNvPr>
            <p:cNvSpPr/>
            <p:nvPr userDrawn="1"/>
          </p:nvSpPr>
          <p:spPr>
            <a:xfrm>
              <a:off x="11455796" y="6533187"/>
              <a:ext cx="130180" cy="138467"/>
            </a:xfrm>
            <a:custGeom>
              <a:avLst/>
              <a:gdLst>
                <a:gd name="connsiteX0" fmla="*/ 65396 w 130180"/>
                <a:gd name="connsiteY0" fmla="*/ 138467 h 138467"/>
                <a:gd name="connsiteX1" fmla="*/ 0 w 130180"/>
                <a:gd name="connsiteY1" fmla="*/ 69694 h 138467"/>
                <a:gd name="connsiteX2" fmla="*/ 65396 w 130180"/>
                <a:gd name="connsiteY2" fmla="*/ 0 h 138467"/>
                <a:gd name="connsiteX3" fmla="*/ 130177 w 130180"/>
                <a:gd name="connsiteY3" fmla="*/ 68773 h 138467"/>
                <a:gd name="connsiteX4" fmla="*/ 65396 w 130180"/>
                <a:gd name="connsiteY4" fmla="*/ 138467 h 138467"/>
                <a:gd name="connsiteX5" fmla="*/ 65396 w 130180"/>
                <a:gd name="connsiteY5" fmla="*/ 116669 h 138467"/>
                <a:gd name="connsiteX6" fmla="*/ 98554 w 130180"/>
                <a:gd name="connsiteY6" fmla="*/ 69694 h 138467"/>
                <a:gd name="connsiteX7" fmla="*/ 65089 w 130180"/>
                <a:gd name="connsiteY7" fmla="*/ 22106 h 138467"/>
                <a:gd name="connsiteX8" fmla="*/ 31316 w 130180"/>
                <a:gd name="connsiteY8" fmla="*/ 70001 h 138467"/>
                <a:gd name="connsiteX9" fmla="*/ 65396 w 130180"/>
                <a:gd name="connsiteY9" fmla="*/ 116669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0" h="138467">
                  <a:moveTo>
                    <a:pt x="65396" y="138467"/>
                  </a:moveTo>
                  <a:cubicBezTo>
                    <a:pt x="23641" y="138467"/>
                    <a:pt x="0" y="111449"/>
                    <a:pt x="0" y="69694"/>
                  </a:cubicBezTo>
                  <a:cubicBezTo>
                    <a:pt x="0" y="27939"/>
                    <a:pt x="23641" y="0"/>
                    <a:pt x="65396" y="0"/>
                  </a:cubicBezTo>
                  <a:cubicBezTo>
                    <a:pt x="106844" y="0"/>
                    <a:pt x="130177" y="27018"/>
                    <a:pt x="130177" y="68773"/>
                  </a:cubicBezTo>
                  <a:cubicBezTo>
                    <a:pt x="130484" y="110835"/>
                    <a:pt x="106844" y="138467"/>
                    <a:pt x="65396" y="138467"/>
                  </a:cubicBezTo>
                  <a:moveTo>
                    <a:pt x="65396" y="116669"/>
                  </a:moveTo>
                  <a:cubicBezTo>
                    <a:pt x="87808" y="116669"/>
                    <a:pt x="98554" y="101318"/>
                    <a:pt x="98554" y="69694"/>
                  </a:cubicBezTo>
                  <a:cubicBezTo>
                    <a:pt x="98554" y="38378"/>
                    <a:pt x="87501" y="22106"/>
                    <a:pt x="65089" y="22106"/>
                  </a:cubicBezTo>
                  <a:cubicBezTo>
                    <a:pt x="42369" y="22413"/>
                    <a:pt x="31316" y="38685"/>
                    <a:pt x="31316" y="70001"/>
                  </a:cubicBezTo>
                  <a:cubicBezTo>
                    <a:pt x="31623" y="101011"/>
                    <a:pt x="42676" y="116669"/>
                    <a:pt x="65396" y="116669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AFD758-769E-A2EC-E280-5124F2C4EBF5}"/>
                </a:ext>
              </a:extLst>
            </p:cNvPr>
            <p:cNvSpPr/>
            <p:nvPr userDrawn="1"/>
          </p:nvSpPr>
          <p:spPr>
            <a:xfrm>
              <a:off x="11597948" y="6532880"/>
              <a:ext cx="118817" cy="135704"/>
            </a:xfrm>
            <a:custGeom>
              <a:avLst/>
              <a:gdLst>
                <a:gd name="connsiteX0" fmla="*/ 2149 w 118817"/>
                <a:gd name="connsiteY0" fmla="*/ 135704 h 135704"/>
                <a:gd name="connsiteX1" fmla="*/ 0 w 118817"/>
                <a:gd name="connsiteY1" fmla="*/ 133555 h 135704"/>
                <a:gd name="connsiteX2" fmla="*/ 921 w 118817"/>
                <a:gd name="connsiteY2" fmla="*/ 73379 h 135704"/>
                <a:gd name="connsiteX3" fmla="*/ 614 w 118817"/>
                <a:gd name="connsiteY3" fmla="*/ 5219 h 135704"/>
                <a:gd name="connsiteX4" fmla="*/ 2763 w 118817"/>
                <a:gd name="connsiteY4" fmla="*/ 3070 h 135704"/>
                <a:gd name="connsiteX5" fmla="*/ 28553 w 118817"/>
                <a:gd name="connsiteY5" fmla="*/ 3070 h 135704"/>
                <a:gd name="connsiteX6" fmla="*/ 30702 w 118817"/>
                <a:gd name="connsiteY6" fmla="*/ 5219 h 135704"/>
                <a:gd name="connsiteX7" fmla="*/ 29781 w 118817"/>
                <a:gd name="connsiteY7" fmla="*/ 22413 h 135704"/>
                <a:gd name="connsiteX8" fmla="*/ 73071 w 118817"/>
                <a:gd name="connsiteY8" fmla="*/ 0 h 135704"/>
                <a:gd name="connsiteX9" fmla="*/ 118203 w 118817"/>
                <a:gd name="connsiteY9" fmla="*/ 51887 h 135704"/>
                <a:gd name="connsiteX10" fmla="*/ 118203 w 118817"/>
                <a:gd name="connsiteY10" fmla="*/ 79212 h 135704"/>
                <a:gd name="connsiteX11" fmla="*/ 118818 w 118817"/>
                <a:gd name="connsiteY11" fmla="*/ 133248 h 135704"/>
                <a:gd name="connsiteX12" fmla="*/ 116668 w 118817"/>
                <a:gd name="connsiteY12" fmla="*/ 135397 h 135704"/>
                <a:gd name="connsiteX13" fmla="*/ 89343 w 118817"/>
                <a:gd name="connsiteY13" fmla="*/ 135397 h 135704"/>
                <a:gd name="connsiteX14" fmla="*/ 87194 w 118817"/>
                <a:gd name="connsiteY14" fmla="*/ 133248 h 135704"/>
                <a:gd name="connsiteX15" fmla="*/ 87808 w 118817"/>
                <a:gd name="connsiteY15" fmla="*/ 79212 h 135704"/>
                <a:gd name="connsiteX16" fmla="*/ 87808 w 118817"/>
                <a:gd name="connsiteY16" fmla="*/ 52808 h 135704"/>
                <a:gd name="connsiteX17" fmla="*/ 63554 w 118817"/>
                <a:gd name="connsiteY17" fmla="*/ 24255 h 135704"/>
                <a:gd name="connsiteX18" fmla="*/ 31009 w 118817"/>
                <a:gd name="connsiteY18" fmla="*/ 64782 h 135704"/>
                <a:gd name="connsiteX19" fmla="*/ 31009 w 118817"/>
                <a:gd name="connsiteY19" fmla="*/ 79212 h 135704"/>
                <a:gd name="connsiteX20" fmla="*/ 31623 w 118817"/>
                <a:gd name="connsiteY20" fmla="*/ 133248 h 135704"/>
                <a:gd name="connsiteX21" fmla="*/ 29474 w 118817"/>
                <a:gd name="connsiteY21" fmla="*/ 135397 h 135704"/>
                <a:gd name="connsiteX22" fmla="*/ 2149 w 118817"/>
                <a:gd name="connsiteY22" fmla="*/ 135397 h 13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817" h="135704">
                  <a:moveTo>
                    <a:pt x="2149" y="135704"/>
                  </a:moveTo>
                  <a:cubicBezTo>
                    <a:pt x="1228" y="135704"/>
                    <a:pt x="0" y="134783"/>
                    <a:pt x="0" y="133555"/>
                  </a:cubicBezTo>
                  <a:lnTo>
                    <a:pt x="921" y="73379"/>
                  </a:lnTo>
                  <a:lnTo>
                    <a:pt x="614" y="5219"/>
                  </a:lnTo>
                  <a:cubicBezTo>
                    <a:pt x="614" y="4298"/>
                    <a:pt x="1535" y="3070"/>
                    <a:pt x="2763" y="3070"/>
                  </a:cubicBezTo>
                  <a:lnTo>
                    <a:pt x="28553" y="3070"/>
                  </a:lnTo>
                  <a:cubicBezTo>
                    <a:pt x="29474" y="3070"/>
                    <a:pt x="30702" y="3991"/>
                    <a:pt x="30702" y="5219"/>
                  </a:cubicBezTo>
                  <a:lnTo>
                    <a:pt x="29781" y="22413"/>
                  </a:lnTo>
                  <a:cubicBezTo>
                    <a:pt x="38378" y="10132"/>
                    <a:pt x="53422" y="0"/>
                    <a:pt x="73071" y="0"/>
                  </a:cubicBezTo>
                  <a:cubicBezTo>
                    <a:pt x="100396" y="0"/>
                    <a:pt x="118203" y="18421"/>
                    <a:pt x="118203" y="51887"/>
                  </a:cubicBezTo>
                  <a:lnTo>
                    <a:pt x="118203" y="79212"/>
                  </a:lnTo>
                  <a:lnTo>
                    <a:pt x="118818" y="133248"/>
                  </a:lnTo>
                  <a:cubicBezTo>
                    <a:pt x="118818" y="134169"/>
                    <a:pt x="117896" y="135397"/>
                    <a:pt x="116668" y="135397"/>
                  </a:cubicBezTo>
                  <a:lnTo>
                    <a:pt x="89343" y="135397"/>
                  </a:lnTo>
                  <a:cubicBezTo>
                    <a:pt x="88422" y="135397"/>
                    <a:pt x="87194" y="134476"/>
                    <a:pt x="87194" y="133248"/>
                  </a:cubicBezTo>
                  <a:lnTo>
                    <a:pt x="87808" y="79212"/>
                  </a:lnTo>
                  <a:lnTo>
                    <a:pt x="87808" y="52808"/>
                  </a:lnTo>
                  <a:cubicBezTo>
                    <a:pt x="87808" y="34080"/>
                    <a:pt x="77677" y="24255"/>
                    <a:pt x="63554" y="24255"/>
                  </a:cubicBezTo>
                  <a:cubicBezTo>
                    <a:pt x="48202" y="24255"/>
                    <a:pt x="33465" y="37457"/>
                    <a:pt x="31009" y="64782"/>
                  </a:cubicBezTo>
                  <a:lnTo>
                    <a:pt x="31009" y="79212"/>
                  </a:lnTo>
                  <a:lnTo>
                    <a:pt x="31623" y="133248"/>
                  </a:lnTo>
                  <a:cubicBezTo>
                    <a:pt x="31623" y="134169"/>
                    <a:pt x="30702" y="135397"/>
                    <a:pt x="29474" y="135397"/>
                  </a:cubicBezTo>
                  <a:lnTo>
                    <a:pt x="2149" y="135397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FAA8DB-3CE4-9B39-3554-BDECAE346914}"/>
                </a:ext>
              </a:extLst>
            </p:cNvPr>
            <p:cNvSpPr/>
            <p:nvPr userDrawn="1"/>
          </p:nvSpPr>
          <p:spPr>
            <a:xfrm>
              <a:off x="11182240" y="6532880"/>
              <a:ext cx="129256" cy="138467"/>
            </a:xfrm>
            <a:custGeom>
              <a:avLst/>
              <a:gdLst>
                <a:gd name="connsiteX0" fmla="*/ 129256 w 129256"/>
                <a:gd name="connsiteY0" fmla="*/ 73072 h 138467"/>
                <a:gd name="connsiteX1" fmla="*/ 127107 w 129256"/>
                <a:gd name="connsiteY1" fmla="*/ 75221 h 138467"/>
                <a:gd name="connsiteX2" fmla="*/ 30702 w 129256"/>
                <a:gd name="connsiteY2" fmla="*/ 75221 h 138467"/>
                <a:gd name="connsiteX3" fmla="*/ 66010 w 129256"/>
                <a:gd name="connsiteY3" fmla="*/ 116669 h 138467"/>
                <a:gd name="connsiteX4" fmla="*/ 95484 w 129256"/>
                <a:gd name="connsiteY4" fmla="*/ 95484 h 138467"/>
                <a:gd name="connsiteX5" fmla="*/ 95484 w 129256"/>
                <a:gd name="connsiteY5" fmla="*/ 95484 h 138467"/>
                <a:gd name="connsiteX6" fmla="*/ 97940 w 129256"/>
                <a:gd name="connsiteY6" fmla="*/ 93335 h 138467"/>
                <a:gd name="connsiteX7" fmla="*/ 123730 w 129256"/>
                <a:gd name="connsiteY7" fmla="*/ 93335 h 138467"/>
                <a:gd name="connsiteX8" fmla="*/ 125572 w 129256"/>
                <a:gd name="connsiteY8" fmla="*/ 95484 h 138467"/>
                <a:gd name="connsiteX9" fmla="*/ 65396 w 129256"/>
                <a:gd name="connsiteY9" fmla="*/ 138467 h 138467"/>
                <a:gd name="connsiteX10" fmla="*/ 0 w 129256"/>
                <a:gd name="connsiteY10" fmla="*/ 69694 h 138467"/>
                <a:gd name="connsiteX11" fmla="*/ 64475 w 129256"/>
                <a:gd name="connsiteY11" fmla="*/ 0 h 138467"/>
                <a:gd name="connsiteX12" fmla="*/ 129256 w 129256"/>
                <a:gd name="connsiteY12" fmla="*/ 73072 h 138467"/>
                <a:gd name="connsiteX13" fmla="*/ 95791 w 129256"/>
                <a:gd name="connsiteY13" fmla="*/ 54343 h 138467"/>
                <a:gd name="connsiteX14" fmla="*/ 64475 w 129256"/>
                <a:gd name="connsiteY14" fmla="*/ 21799 h 138467"/>
                <a:gd name="connsiteX15" fmla="*/ 31623 w 129256"/>
                <a:gd name="connsiteY15" fmla="*/ 54343 h 138467"/>
                <a:gd name="connsiteX16" fmla="*/ 95791 w 129256"/>
                <a:gd name="connsiteY16" fmla="*/ 54343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256" h="138467">
                  <a:moveTo>
                    <a:pt x="129256" y="73072"/>
                  </a:moveTo>
                  <a:cubicBezTo>
                    <a:pt x="129256" y="73993"/>
                    <a:pt x="128335" y="75221"/>
                    <a:pt x="127107" y="75221"/>
                  </a:cubicBezTo>
                  <a:lnTo>
                    <a:pt x="30702" y="75221"/>
                  </a:lnTo>
                  <a:cubicBezTo>
                    <a:pt x="31930" y="103467"/>
                    <a:pt x="43597" y="116669"/>
                    <a:pt x="66010" y="116669"/>
                  </a:cubicBezTo>
                  <a:cubicBezTo>
                    <a:pt x="81054" y="116669"/>
                    <a:pt x="91185" y="109607"/>
                    <a:pt x="95484" y="95484"/>
                  </a:cubicBezTo>
                  <a:lnTo>
                    <a:pt x="95484" y="95484"/>
                  </a:lnTo>
                  <a:cubicBezTo>
                    <a:pt x="95791" y="94256"/>
                    <a:pt x="97019" y="93335"/>
                    <a:pt x="97940" y="93335"/>
                  </a:cubicBezTo>
                  <a:lnTo>
                    <a:pt x="123730" y="93335"/>
                  </a:lnTo>
                  <a:cubicBezTo>
                    <a:pt x="124651" y="93335"/>
                    <a:pt x="125879" y="94256"/>
                    <a:pt x="125572" y="95484"/>
                  </a:cubicBezTo>
                  <a:cubicBezTo>
                    <a:pt x="120660" y="119432"/>
                    <a:pt x="99168" y="138467"/>
                    <a:pt x="65396" y="138467"/>
                  </a:cubicBezTo>
                  <a:cubicBezTo>
                    <a:pt x="22720" y="138467"/>
                    <a:pt x="0" y="109914"/>
                    <a:pt x="0" y="69694"/>
                  </a:cubicBezTo>
                  <a:cubicBezTo>
                    <a:pt x="0" y="27939"/>
                    <a:pt x="24255" y="0"/>
                    <a:pt x="64475" y="0"/>
                  </a:cubicBezTo>
                  <a:cubicBezTo>
                    <a:pt x="105308" y="307"/>
                    <a:pt x="128642" y="27939"/>
                    <a:pt x="129256" y="73072"/>
                  </a:cubicBezTo>
                  <a:moveTo>
                    <a:pt x="95791" y="54343"/>
                  </a:moveTo>
                  <a:cubicBezTo>
                    <a:pt x="94563" y="37150"/>
                    <a:pt x="84738" y="21799"/>
                    <a:pt x="64475" y="21799"/>
                  </a:cubicBezTo>
                  <a:cubicBezTo>
                    <a:pt x="46053" y="21799"/>
                    <a:pt x="35000" y="33159"/>
                    <a:pt x="31623" y="54343"/>
                  </a:cubicBezTo>
                  <a:lnTo>
                    <a:pt x="95791" y="54343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C3E1048-C4CE-AE87-AC47-2179B0ED1E4E}"/>
                </a:ext>
              </a:extLst>
            </p:cNvPr>
            <p:cNvSpPr/>
            <p:nvPr userDrawn="1"/>
          </p:nvSpPr>
          <p:spPr>
            <a:xfrm>
              <a:off x="11318251" y="6534108"/>
              <a:ext cx="127107" cy="184848"/>
            </a:xfrm>
            <a:custGeom>
              <a:avLst/>
              <a:gdLst>
                <a:gd name="connsiteX0" fmla="*/ 127107 w 127107"/>
                <a:gd name="connsiteY0" fmla="*/ 4298 h 184848"/>
                <a:gd name="connsiteX1" fmla="*/ 124958 w 127107"/>
                <a:gd name="connsiteY1" fmla="*/ 2149 h 184848"/>
                <a:gd name="connsiteX2" fmla="*/ 97940 w 127107"/>
                <a:gd name="connsiteY2" fmla="*/ 2149 h 184848"/>
                <a:gd name="connsiteX3" fmla="*/ 95791 w 127107"/>
                <a:gd name="connsiteY3" fmla="*/ 4298 h 184848"/>
                <a:gd name="connsiteX4" fmla="*/ 96405 w 127107"/>
                <a:gd name="connsiteY4" fmla="*/ 19035 h 184848"/>
                <a:gd name="connsiteX5" fmla="*/ 56799 w 127107"/>
                <a:gd name="connsiteY5" fmla="*/ 0 h 184848"/>
                <a:gd name="connsiteX6" fmla="*/ 0 w 127107"/>
                <a:gd name="connsiteY6" fmla="*/ 67545 h 184848"/>
                <a:gd name="connsiteX7" fmla="*/ 58027 w 127107"/>
                <a:gd name="connsiteY7" fmla="*/ 133555 h 184848"/>
                <a:gd name="connsiteX8" fmla="*/ 97633 w 127107"/>
                <a:gd name="connsiteY8" fmla="*/ 112678 h 184848"/>
                <a:gd name="connsiteX9" fmla="*/ 97633 w 127107"/>
                <a:gd name="connsiteY9" fmla="*/ 127722 h 184848"/>
                <a:gd name="connsiteX10" fmla="*/ 65396 w 127107"/>
                <a:gd name="connsiteY10" fmla="*/ 163336 h 184848"/>
                <a:gd name="connsiteX11" fmla="*/ 35922 w 127107"/>
                <a:gd name="connsiteY11" fmla="*/ 145836 h 184848"/>
                <a:gd name="connsiteX12" fmla="*/ 33465 w 127107"/>
                <a:gd name="connsiteY12" fmla="*/ 143687 h 184848"/>
                <a:gd name="connsiteX13" fmla="*/ 6755 w 127107"/>
                <a:gd name="connsiteY13" fmla="*/ 143687 h 184848"/>
                <a:gd name="connsiteX14" fmla="*/ 4605 w 127107"/>
                <a:gd name="connsiteY14" fmla="*/ 145836 h 184848"/>
                <a:gd name="connsiteX15" fmla="*/ 64168 w 127107"/>
                <a:gd name="connsiteY15" fmla="*/ 184828 h 184848"/>
                <a:gd name="connsiteX16" fmla="*/ 125879 w 127107"/>
                <a:gd name="connsiteY16" fmla="*/ 128029 h 184848"/>
                <a:gd name="connsiteX17" fmla="*/ 125572 w 127107"/>
                <a:gd name="connsiteY17" fmla="*/ 62940 h 184848"/>
                <a:gd name="connsiteX18" fmla="*/ 127107 w 127107"/>
                <a:gd name="connsiteY18" fmla="*/ 4298 h 184848"/>
                <a:gd name="connsiteX19" fmla="*/ 64782 w 127107"/>
                <a:gd name="connsiteY19" fmla="*/ 112371 h 184848"/>
                <a:gd name="connsiteX20" fmla="*/ 31316 w 127107"/>
                <a:gd name="connsiteY20" fmla="*/ 66317 h 184848"/>
                <a:gd name="connsiteX21" fmla="*/ 64782 w 127107"/>
                <a:gd name="connsiteY21" fmla="*/ 21799 h 184848"/>
                <a:gd name="connsiteX22" fmla="*/ 97019 w 127107"/>
                <a:gd name="connsiteY22" fmla="*/ 68773 h 184848"/>
                <a:gd name="connsiteX23" fmla="*/ 64782 w 127107"/>
                <a:gd name="connsiteY23" fmla="*/ 112371 h 1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107" h="184848">
                  <a:moveTo>
                    <a:pt x="127107" y="4298"/>
                  </a:moveTo>
                  <a:cubicBezTo>
                    <a:pt x="127107" y="3377"/>
                    <a:pt x="126186" y="2149"/>
                    <a:pt x="124958" y="2149"/>
                  </a:cubicBezTo>
                  <a:lnTo>
                    <a:pt x="97940" y="2149"/>
                  </a:lnTo>
                  <a:cubicBezTo>
                    <a:pt x="97019" y="2149"/>
                    <a:pt x="95791" y="3070"/>
                    <a:pt x="95791" y="4298"/>
                  </a:cubicBezTo>
                  <a:lnTo>
                    <a:pt x="96405" y="19035"/>
                  </a:lnTo>
                  <a:cubicBezTo>
                    <a:pt x="87808" y="6755"/>
                    <a:pt x="74299" y="0"/>
                    <a:pt x="56799" y="0"/>
                  </a:cubicBezTo>
                  <a:cubicBezTo>
                    <a:pt x="21184" y="0"/>
                    <a:pt x="0" y="30395"/>
                    <a:pt x="0" y="67545"/>
                  </a:cubicBezTo>
                  <a:cubicBezTo>
                    <a:pt x="0" y="105002"/>
                    <a:pt x="19649" y="133555"/>
                    <a:pt x="58027" y="133555"/>
                  </a:cubicBezTo>
                  <a:cubicBezTo>
                    <a:pt x="75527" y="133555"/>
                    <a:pt x="88729" y="125880"/>
                    <a:pt x="97633" y="112678"/>
                  </a:cubicBezTo>
                  <a:lnTo>
                    <a:pt x="97633" y="127722"/>
                  </a:lnTo>
                  <a:cubicBezTo>
                    <a:pt x="97633" y="152591"/>
                    <a:pt x="84431" y="163336"/>
                    <a:pt x="65396" y="163336"/>
                  </a:cubicBezTo>
                  <a:cubicBezTo>
                    <a:pt x="49431" y="163336"/>
                    <a:pt x="38992" y="157503"/>
                    <a:pt x="35922" y="145836"/>
                  </a:cubicBezTo>
                  <a:cubicBezTo>
                    <a:pt x="35615" y="144608"/>
                    <a:pt x="34694" y="143687"/>
                    <a:pt x="33465" y="143687"/>
                  </a:cubicBezTo>
                  <a:lnTo>
                    <a:pt x="6755" y="143687"/>
                  </a:lnTo>
                  <a:cubicBezTo>
                    <a:pt x="5833" y="143687"/>
                    <a:pt x="4605" y="144608"/>
                    <a:pt x="4605" y="145836"/>
                  </a:cubicBezTo>
                  <a:cubicBezTo>
                    <a:pt x="8290" y="172547"/>
                    <a:pt x="32544" y="185442"/>
                    <a:pt x="64168" y="184828"/>
                  </a:cubicBezTo>
                  <a:cubicBezTo>
                    <a:pt x="104694" y="184828"/>
                    <a:pt x="126186" y="163643"/>
                    <a:pt x="125879" y="128029"/>
                  </a:cubicBezTo>
                  <a:lnTo>
                    <a:pt x="125572" y="62940"/>
                  </a:lnTo>
                  <a:lnTo>
                    <a:pt x="127107" y="4298"/>
                  </a:lnTo>
                  <a:close/>
                  <a:moveTo>
                    <a:pt x="64782" y="112371"/>
                  </a:moveTo>
                  <a:cubicBezTo>
                    <a:pt x="42983" y="112678"/>
                    <a:pt x="31316" y="96405"/>
                    <a:pt x="31316" y="66317"/>
                  </a:cubicBezTo>
                  <a:cubicBezTo>
                    <a:pt x="31316" y="38071"/>
                    <a:pt x="42676" y="21185"/>
                    <a:pt x="64782" y="21799"/>
                  </a:cubicBezTo>
                  <a:cubicBezTo>
                    <a:pt x="85966" y="22106"/>
                    <a:pt x="97326" y="38685"/>
                    <a:pt x="97019" y="68773"/>
                  </a:cubicBezTo>
                  <a:cubicBezTo>
                    <a:pt x="97019" y="97940"/>
                    <a:pt x="85045" y="112371"/>
                    <a:pt x="64782" y="11237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1AB32EF4-631A-1566-764E-879662A9AA2A}"/>
              </a:ext>
            </a:extLst>
          </p:cNvPr>
          <p:cNvSpPr txBox="1">
            <a:spLocks/>
          </p:cNvSpPr>
          <p:nvPr userDrawn="1"/>
        </p:nvSpPr>
        <p:spPr>
          <a:xfrm>
            <a:off x="5652001" y="0"/>
            <a:ext cx="6539997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32026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pter slide D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C87B5D9-3912-3629-06FB-68731551687C}"/>
              </a:ext>
            </a:extLst>
          </p:cNvPr>
          <p:cNvGrpSpPr/>
          <p:nvPr userDrawn="1"/>
        </p:nvGrpSpPr>
        <p:grpSpPr>
          <a:xfrm>
            <a:off x="10705742" y="6467791"/>
            <a:ext cx="1011023" cy="272636"/>
            <a:chOff x="10705742" y="6467791"/>
            <a:chExt cx="1011023" cy="2726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BF9AB88-5F60-E8CD-0AE1-E235196A532B}"/>
                </a:ext>
              </a:extLst>
            </p:cNvPr>
            <p:cNvSpPr/>
            <p:nvPr userDrawn="1"/>
          </p:nvSpPr>
          <p:spPr>
            <a:xfrm>
              <a:off x="10705742" y="6467791"/>
              <a:ext cx="272635" cy="272636"/>
            </a:xfrm>
            <a:custGeom>
              <a:avLst/>
              <a:gdLst>
                <a:gd name="connsiteX0" fmla="*/ 199871 w 272635"/>
                <a:gd name="connsiteY0" fmla="*/ 0 h 272636"/>
                <a:gd name="connsiteX1" fmla="*/ 0 w 272635"/>
                <a:gd name="connsiteY1" fmla="*/ 72764 h 272636"/>
                <a:gd name="connsiteX2" fmla="*/ 72764 w 272635"/>
                <a:gd name="connsiteY2" fmla="*/ 272637 h 272636"/>
                <a:gd name="connsiteX3" fmla="*/ 272635 w 272635"/>
                <a:gd name="connsiteY3" fmla="*/ 199872 h 272636"/>
                <a:gd name="connsiteX4" fmla="*/ 199871 w 272635"/>
                <a:gd name="connsiteY4" fmla="*/ 0 h 272636"/>
                <a:gd name="connsiteX5" fmla="*/ 54343 w 272635"/>
                <a:gd name="connsiteY5" fmla="*/ 145222 h 272636"/>
                <a:gd name="connsiteX6" fmla="*/ 54343 w 272635"/>
                <a:gd name="connsiteY6" fmla="*/ 72457 h 272636"/>
                <a:gd name="connsiteX7" fmla="*/ 72457 w 272635"/>
                <a:gd name="connsiteY7" fmla="*/ 72457 h 272636"/>
                <a:gd name="connsiteX8" fmla="*/ 72457 w 272635"/>
                <a:gd name="connsiteY8" fmla="*/ 145222 h 272636"/>
                <a:gd name="connsiteX9" fmla="*/ 54343 w 272635"/>
                <a:gd name="connsiteY9" fmla="*/ 145222 h 272636"/>
                <a:gd name="connsiteX10" fmla="*/ 81668 w 272635"/>
                <a:gd name="connsiteY10" fmla="*/ 199872 h 272636"/>
                <a:gd name="connsiteX11" fmla="*/ 81668 w 272635"/>
                <a:gd name="connsiteY11" fmla="*/ 90879 h 272636"/>
                <a:gd name="connsiteX12" fmla="*/ 108993 w 272635"/>
                <a:gd name="connsiteY12" fmla="*/ 90879 h 272636"/>
                <a:gd name="connsiteX13" fmla="*/ 108993 w 272635"/>
                <a:gd name="connsiteY13" fmla="*/ 199872 h 272636"/>
                <a:gd name="connsiteX14" fmla="*/ 81668 w 272635"/>
                <a:gd name="connsiteY14" fmla="*/ 199872 h 272636"/>
                <a:gd name="connsiteX15" fmla="*/ 118203 w 272635"/>
                <a:gd name="connsiteY15" fmla="*/ 222592 h 272636"/>
                <a:gd name="connsiteX16" fmla="*/ 118203 w 272635"/>
                <a:gd name="connsiteY16" fmla="*/ 49738 h 272636"/>
                <a:gd name="connsiteX17" fmla="*/ 154739 w 272635"/>
                <a:gd name="connsiteY17" fmla="*/ 49738 h 272636"/>
                <a:gd name="connsiteX18" fmla="*/ 154739 w 272635"/>
                <a:gd name="connsiteY18" fmla="*/ 222592 h 272636"/>
                <a:gd name="connsiteX19" fmla="*/ 118203 w 272635"/>
                <a:gd name="connsiteY19" fmla="*/ 222592 h 272636"/>
                <a:gd name="connsiteX20" fmla="*/ 163643 w 272635"/>
                <a:gd name="connsiteY20" fmla="*/ 181758 h 272636"/>
                <a:gd name="connsiteX21" fmla="*/ 163643 w 272635"/>
                <a:gd name="connsiteY21" fmla="*/ 72764 h 272636"/>
                <a:gd name="connsiteX22" fmla="*/ 190968 w 272635"/>
                <a:gd name="connsiteY22" fmla="*/ 72764 h 272636"/>
                <a:gd name="connsiteX23" fmla="*/ 190968 w 272635"/>
                <a:gd name="connsiteY23" fmla="*/ 181758 h 272636"/>
                <a:gd name="connsiteX24" fmla="*/ 163643 w 272635"/>
                <a:gd name="connsiteY24" fmla="*/ 181758 h 272636"/>
                <a:gd name="connsiteX25" fmla="*/ 199871 w 272635"/>
                <a:gd name="connsiteY25" fmla="*/ 127108 h 272636"/>
                <a:gd name="connsiteX26" fmla="*/ 217986 w 272635"/>
                <a:gd name="connsiteY26" fmla="*/ 127108 h 272636"/>
                <a:gd name="connsiteX27" fmla="*/ 217986 w 272635"/>
                <a:gd name="connsiteY27" fmla="*/ 199872 h 272636"/>
                <a:gd name="connsiteX28" fmla="*/ 199871 w 272635"/>
                <a:gd name="connsiteY28" fmla="*/ 199872 h 272636"/>
                <a:gd name="connsiteX29" fmla="*/ 199871 w 272635"/>
                <a:gd name="connsiteY29" fmla="*/ 127108 h 27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72635" h="272636">
                  <a:moveTo>
                    <a:pt x="199871" y="0"/>
                  </a:moveTo>
                  <a:lnTo>
                    <a:pt x="0" y="72764"/>
                  </a:lnTo>
                  <a:lnTo>
                    <a:pt x="72764" y="272637"/>
                  </a:lnTo>
                  <a:lnTo>
                    <a:pt x="272635" y="199872"/>
                  </a:lnTo>
                  <a:lnTo>
                    <a:pt x="199871" y="0"/>
                  </a:lnTo>
                  <a:close/>
                  <a:moveTo>
                    <a:pt x="54343" y="145222"/>
                  </a:moveTo>
                  <a:lnTo>
                    <a:pt x="54343" y="72457"/>
                  </a:lnTo>
                  <a:lnTo>
                    <a:pt x="72457" y="72457"/>
                  </a:lnTo>
                  <a:lnTo>
                    <a:pt x="72457" y="145222"/>
                  </a:lnTo>
                  <a:lnTo>
                    <a:pt x="54343" y="145222"/>
                  </a:lnTo>
                  <a:close/>
                  <a:moveTo>
                    <a:pt x="81668" y="199872"/>
                  </a:moveTo>
                  <a:lnTo>
                    <a:pt x="81668" y="90879"/>
                  </a:lnTo>
                  <a:lnTo>
                    <a:pt x="108993" y="90879"/>
                  </a:lnTo>
                  <a:lnTo>
                    <a:pt x="108993" y="199872"/>
                  </a:lnTo>
                  <a:lnTo>
                    <a:pt x="81668" y="199872"/>
                  </a:lnTo>
                  <a:close/>
                  <a:moveTo>
                    <a:pt x="118203" y="222592"/>
                  </a:moveTo>
                  <a:lnTo>
                    <a:pt x="118203" y="49738"/>
                  </a:lnTo>
                  <a:lnTo>
                    <a:pt x="154739" y="49738"/>
                  </a:lnTo>
                  <a:lnTo>
                    <a:pt x="154739" y="222592"/>
                  </a:lnTo>
                  <a:lnTo>
                    <a:pt x="118203" y="222592"/>
                  </a:lnTo>
                  <a:close/>
                  <a:moveTo>
                    <a:pt x="163643" y="181758"/>
                  </a:moveTo>
                  <a:lnTo>
                    <a:pt x="163643" y="72764"/>
                  </a:lnTo>
                  <a:lnTo>
                    <a:pt x="190968" y="72764"/>
                  </a:lnTo>
                  <a:lnTo>
                    <a:pt x="190968" y="181758"/>
                  </a:lnTo>
                  <a:lnTo>
                    <a:pt x="163643" y="181758"/>
                  </a:lnTo>
                  <a:close/>
                  <a:moveTo>
                    <a:pt x="199871" y="127108"/>
                  </a:moveTo>
                  <a:lnTo>
                    <a:pt x="217986" y="127108"/>
                  </a:lnTo>
                  <a:lnTo>
                    <a:pt x="217986" y="199872"/>
                  </a:lnTo>
                  <a:lnTo>
                    <a:pt x="199871" y="199872"/>
                  </a:lnTo>
                  <a:lnTo>
                    <a:pt x="199871" y="127108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51F7B8-D5E8-7435-EE48-494DB518D6CC}"/>
                </a:ext>
              </a:extLst>
            </p:cNvPr>
            <p:cNvSpPr/>
            <p:nvPr userDrawn="1"/>
          </p:nvSpPr>
          <p:spPr>
            <a:xfrm>
              <a:off x="11044694" y="6533801"/>
              <a:ext cx="127107" cy="137239"/>
            </a:xfrm>
            <a:custGeom>
              <a:avLst/>
              <a:gdLst>
                <a:gd name="connsiteX0" fmla="*/ 97940 w 127107"/>
                <a:gd name="connsiteY0" fmla="*/ 134783 h 137239"/>
                <a:gd name="connsiteX1" fmla="*/ 95791 w 127107"/>
                <a:gd name="connsiteY1" fmla="*/ 132634 h 137239"/>
                <a:gd name="connsiteX2" fmla="*/ 96405 w 127107"/>
                <a:gd name="connsiteY2" fmla="*/ 116362 h 137239"/>
                <a:gd name="connsiteX3" fmla="*/ 55878 w 127107"/>
                <a:gd name="connsiteY3" fmla="*/ 137239 h 137239"/>
                <a:gd name="connsiteX4" fmla="*/ 0 w 127107"/>
                <a:gd name="connsiteY4" fmla="*/ 69080 h 137239"/>
                <a:gd name="connsiteX5" fmla="*/ 56492 w 127107"/>
                <a:gd name="connsiteY5" fmla="*/ 0 h 137239"/>
                <a:gd name="connsiteX6" fmla="*/ 96405 w 127107"/>
                <a:gd name="connsiteY6" fmla="*/ 19649 h 137239"/>
                <a:gd name="connsiteX7" fmla="*/ 95484 w 127107"/>
                <a:gd name="connsiteY7" fmla="*/ 4912 h 137239"/>
                <a:gd name="connsiteX8" fmla="*/ 97633 w 127107"/>
                <a:gd name="connsiteY8" fmla="*/ 2763 h 137239"/>
                <a:gd name="connsiteX9" fmla="*/ 124958 w 127107"/>
                <a:gd name="connsiteY9" fmla="*/ 2763 h 137239"/>
                <a:gd name="connsiteX10" fmla="*/ 127107 w 127107"/>
                <a:gd name="connsiteY10" fmla="*/ 4912 h 137239"/>
                <a:gd name="connsiteX11" fmla="*/ 126186 w 127107"/>
                <a:gd name="connsiteY11" fmla="*/ 68466 h 137239"/>
                <a:gd name="connsiteX12" fmla="*/ 127107 w 127107"/>
                <a:gd name="connsiteY12" fmla="*/ 132941 h 137239"/>
                <a:gd name="connsiteX13" fmla="*/ 124958 w 127107"/>
                <a:gd name="connsiteY13" fmla="*/ 135090 h 137239"/>
                <a:gd name="connsiteX14" fmla="*/ 97940 w 127107"/>
                <a:gd name="connsiteY14" fmla="*/ 135090 h 137239"/>
                <a:gd name="connsiteX15" fmla="*/ 64168 w 127107"/>
                <a:gd name="connsiteY15" fmla="*/ 115441 h 137239"/>
                <a:gd name="connsiteX16" fmla="*/ 97326 w 127107"/>
                <a:gd name="connsiteY16" fmla="*/ 69387 h 137239"/>
                <a:gd name="connsiteX17" fmla="*/ 65089 w 127107"/>
                <a:gd name="connsiteY17" fmla="*/ 21799 h 137239"/>
                <a:gd name="connsiteX18" fmla="*/ 31316 w 127107"/>
                <a:gd name="connsiteY18" fmla="*/ 66931 h 137239"/>
                <a:gd name="connsiteX19" fmla="*/ 64168 w 127107"/>
                <a:gd name="connsiteY19" fmla="*/ 115441 h 13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7107" h="137239">
                  <a:moveTo>
                    <a:pt x="97940" y="134783"/>
                  </a:moveTo>
                  <a:cubicBezTo>
                    <a:pt x="97019" y="134783"/>
                    <a:pt x="95791" y="133862"/>
                    <a:pt x="95791" y="132634"/>
                  </a:cubicBezTo>
                  <a:lnTo>
                    <a:pt x="96405" y="116362"/>
                  </a:lnTo>
                  <a:cubicBezTo>
                    <a:pt x="87501" y="129564"/>
                    <a:pt x="73685" y="137239"/>
                    <a:pt x="55878" y="137239"/>
                  </a:cubicBezTo>
                  <a:cubicBezTo>
                    <a:pt x="19035" y="137239"/>
                    <a:pt x="0" y="107458"/>
                    <a:pt x="0" y="69080"/>
                  </a:cubicBezTo>
                  <a:cubicBezTo>
                    <a:pt x="0" y="30702"/>
                    <a:pt x="21184" y="0"/>
                    <a:pt x="56492" y="0"/>
                  </a:cubicBezTo>
                  <a:cubicBezTo>
                    <a:pt x="73992" y="0"/>
                    <a:pt x="87501" y="6755"/>
                    <a:pt x="96405" y="19649"/>
                  </a:cubicBezTo>
                  <a:lnTo>
                    <a:pt x="95484" y="4912"/>
                  </a:lnTo>
                  <a:cubicBezTo>
                    <a:pt x="95484" y="3991"/>
                    <a:pt x="96405" y="2763"/>
                    <a:pt x="97633" y="2763"/>
                  </a:cubicBezTo>
                  <a:lnTo>
                    <a:pt x="124958" y="2763"/>
                  </a:lnTo>
                  <a:cubicBezTo>
                    <a:pt x="125879" y="2763"/>
                    <a:pt x="127107" y="3684"/>
                    <a:pt x="127107" y="4912"/>
                  </a:cubicBezTo>
                  <a:lnTo>
                    <a:pt x="126186" y="68466"/>
                  </a:lnTo>
                  <a:lnTo>
                    <a:pt x="127107" y="132941"/>
                  </a:lnTo>
                  <a:cubicBezTo>
                    <a:pt x="127107" y="133862"/>
                    <a:pt x="126186" y="135090"/>
                    <a:pt x="124958" y="135090"/>
                  </a:cubicBezTo>
                  <a:lnTo>
                    <a:pt x="97940" y="135090"/>
                  </a:lnTo>
                  <a:close/>
                  <a:moveTo>
                    <a:pt x="64168" y="115441"/>
                  </a:moveTo>
                  <a:cubicBezTo>
                    <a:pt x="85045" y="115441"/>
                    <a:pt x="97019" y="100090"/>
                    <a:pt x="97326" y="69387"/>
                  </a:cubicBezTo>
                  <a:cubicBezTo>
                    <a:pt x="97633" y="38992"/>
                    <a:pt x="85659" y="21799"/>
                    <a:pt x="65089" y="21799"/>
                  </a:cubicBezTo>
                  <a:cubicBezTo>
                    <a:pt x="42369" y="21492"/>
                    <a:pt x="31316" y="38685"/>
                    <a:pt x="31316" y="66931"/>
                  </a:cubicBezTo>
                  <a:cubicBezTo>
                    <a:pt x="31316" y="97633"/>
                    <a:pt x="42676" y="115441"/>
                    <a:pt x="64168" y="11544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DCF598-AA12-EA19-1394-4323A729C32B}"/>
                </a:ext>
              </a:extLst>
            </p:cNvPr>
            <p:cNvSpPr/>
            <p:nvPr userDrawn="1"/>
          </p:nvSpPr>
          <p:spPr>
            <a:xfrm>
              <a:off x="11455796" y="6533187"/>
              <a:ext cx="130180" cy="138467"/>
            </a:xfrm>
            <a:custGeom>
              <a:avLst/>
              <a:gdLst>
                <a:gd name="connsiteX0" fmla="*/ 65396 w 130180"/>
                <a:gd name="connsiteY0" fmla="*/ 138467 h 138467"/>
                <a:gd name="connsiteX1" fmla="*/ 0 w 130180"/>
                <a:gd name="connsiteY1" fmla="*/ 69694 h 138467"/>
                <a:gd name="connsiteX2" fmla="*/ 65396 w 130180"/>
                <a:gd name="connsiteY2" fmla="*/ 0 h 138467"/>
                <a:gd name="connsiteX3" fmla="*/ 130177 w 130180"/>
                <a:gd name="connsiteY3" fmla="*/ 68773 h 138467"/>
                <a:gd name="connsiteX4" fmla="*/ 65396 w 130180"/>
                <a:gd name="connsiteY4" fmla="*/ 138467 h 138467"/>
                <a:gd name="connsiteX5" fmla="*/ 65396 w 130180"/>
                <a:gd name="connsiteY5" fmla="*/ 116669 h 138467"/>
                <a:gd name="connsiteX6" fmla="*/ 98554 w 130180"/>
                <a:gd name="connsiteY6" fmla="*/ 69694 h 138467"/>
                <a:gd name="connsiteX7" fmla="*/ 65089 w 130180"/>
                <a:gd name="connsiteY7" fmla="*/ 22106 h 138467"/>
                <a:gd name="connsiteX8" fmla="*/ 31316 w 130180"/>
                <a:gd name="connsiteY8" fmla="*/ 70001 h 138467"/>
                <a:gd name="connsiteX9" fmla="*/ 65396 w 130180"/>
                <a:gd name="connsiteY9" fmla="*/ 116669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0" h="138467">
                  <a:moveTo>
                    <a:pt x="65396" y="138467"/>
                  </a:moveTo>
                  <a:cubicBezTo>
                    <a:pt x="23641" y="138467"/>
                    <a:pt x="0" y="111449"/>
                    <a:pt x="0" y="69694"/>
                  </a:cubicBezTo>
                  <a:cubicBezTo>
                    <a:pt x="0" y="27939"/>
                    <a:pt x="23641" y="0"/>
                    <a:pt x="65396" y="0"/>
                  </a:cubicBezTo>
                  <a:cubicBezTo>
                    <a:pt x="106844" y="0"/>
                    <a:pt x="130177" y="27018"/>
                    <a:pt x="130177" y="68773"/>
                  </a:cubicBezTo>
                  <a:cubicBezTo>
                    <a:pt x="130484" y="110835"/>
                    <a:pt x="106844" y="138467"/>
                    <a:pt x="65396" y="138467"/>
                  </a:cubicBezTo>
                  <a:moveTo>
                    <a:pt x="65396" y="116669"/>
                  </a:moveTo>
                  <a:cubicBezTo>
                    <a:pt x="87808" y="116669"/>
                    <a:pt x="98554" y="101318"/>
                    <a:pt x="98554" y="69694"/>
                  </a:cubicBezTo>
                  <a:cubicBezTo>
                    <a:pt x="98554" y="38378"/>
                    <a:pt x="87501" y="22106"/>
                    <a:pt x="65089" y="22106"/>
                  </a:cubicBezTo>
                  <a:cubicBezTo>
                    <a:pt x="42369" y="22413"/>
                    <a:pt x="31316" y="38685"/>
                    <a:pt x="31316" y="70001"/>
                  </a:cubicBezTo>
                  <a:cubicBezTo>
                    <a:pt x="31623" y="101011"/>
                    <a:pt x="42676" y="116669"/>
                    <a:pt x="65396" y="116669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AFD758-769E-A2EC-E280-5124F2C4EBF5}"/>
                </a:ext>
              </a:extLst>
            </p:cNvPr>
            <p:cNvSpPr/>
            <p:nvPr userDrawn="1"/>
          </p:nvSpPr>
          <p:spPr>
            <a:xfrm>
              <a:off x="11597948" y="6532880"/>
              <a:ext cx="118817" cy="135704"/>
            </a:xfrm>
            <a:custGeom>
              <a:avLst/>
              <a:gdLst>
                <a:gd name="connsiteX0" fmla="*/ 2149 w 118817"/>
                <a:gd name="connsiteY0" fmla="*/ 135704 h 135704"/>
                <a:gd name="connsiteX1" fmla="*/ 0 w 118817"/>
                <a:gd name="connsiteY1" fmla="*/ 133555 h 135704"/>
                <a:gd name="connsiteX2" fmla="*/ 921 w 118817"/>
                <a:gd name="connsiteY2" fmla="*/ 73379 h 135704"/>
                <a:gd name="connsiteX3" fmla="*/ 614 w 118817"/>
                <a:gd name="connsiteY3" fmla="*/ 5219 h 135704"/>
                <a:gd name="connsiteX4" fmla="*/ 2763 w 118817"/>
                <a:gd name="connsiteY4" fmla="*/ 3070 h 135704"/>
                <a:gd name="connsiteX5" fmla="*/ 28553 w 118817"/>
                <a:gd name="connsiteY5" fmla="*/ 3070 h 135704"/>
                <a:gd name="connsiteX6" fmla="*/ 30702 w 118817"/>
                <a:gd name="connsiteY6" fmla="*/ 5219 h 135704"/>
                <a:gd name="connsiteX7" fmla="*/ 29781 w 118817"/>
                <a:gd name="connsiteY7" fmla="*/ 22413 h 135704"/>
                <a:gd name="connsiteX8" fmla="*/ 73071 w 118817"/>
                <a:gd name="connsiteY8" fmla="*/ 0 h 135704"/>
                <a:gd name="connsiteX9" fmla="*/ 118203 w 118817"/>
                <a:gd name="connsiteY9" fmla="*/ 51887 h 135704"/>
                <a:gd name="connsiteX10" fmla="*/ 118203 w 118817"/>
                <a:gd name="connsiteY10" fmla="*/ 79212 h 135704"/>
                <a:gd name="connsiteX11" fmla="*/ 118818 w 118817"/>
                <a:gd name="connsiteY11" fmla="*/ 133248 h 135704"/>
                <a:gd name="connsiteX12" fmla="*/ 116668 w 118817"/>
                <a:gd name="connsiteY12" fmla="*/ 135397 h 135704"/>
                <a:gd name="connsiteX13" fmla="*/ 89343 w 118817"/>
                <a:gd name="connsiteY13" fmla="*/ 135397 h 135704"/>
                <a:gd name="connsiteX14" fmla="*/ 87194 w 118817"/>
                <a:gd name="connsiteY14" fmla="*/ 133248 h 135704"/>
                <a:gd name="connsiteX15" fmla="*/ 87808 w 118817"/>
                <a:gd name="connsiteY15" fmla="*/ 79212 h 135704"/>
                <a:gd name="connsiteX16" fmla="*/ 87808 w 118817"/>
                <a:gd name="connsiteY16" fmla="*/ 52808 h 135704"/>
                <a:gd name="connsiteX17" fmla="*/ 63554 w 118817"/>
                <a:gd name="connsiteY17" fmla="*/ 24255 h 135704"/>
                <a:gd name="connsiteX18" fmla="*/ 31009 w 118817"/>
                <a:gd name="connsiteY18" fmla="*/ 64782 h 135704"/>
                <a:gd name="connsiteX19" fmla="*/ 31009 w 118817"/>
                <a:gd name="connsiteY19" fmla="*/ 79212 h 135704"/>
                <a:gd name="connsiteX20" fmla="*/ 31623 w 118817"/>
                <a:gd name="connsiteY20" fmla="*/ 133248 h 135704"/>
                <a:gd name="connsiteX21" fmla="*/ 29474 w 118817"/>
                <a:gd name="connsiteY21" fmla="*/ 135397 h 135704"/>
                <a:gd name="connsiteX22" fmla="*/ 2149 w 118817"/>
                <a:gd name="connsiteY22" fmla="*/ 135397 h 13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817" h="135704">
                  <a:moveTo>
                    <a:pt x="2149" y="135704"/>
                  </a:moveTo>
                  <a:cubicBezTo>
                    <a:pt x="1228" y="135704"/>
                    <a:pt x="0" y="134783"/>
                    <a:pt x="0" y="133555"/>
                  </a:cubicBezTo>
                  <a:lnTo>
                    <a:pt x="921" y="73379"/>
                  </a:lnTo>
                  <a:lnTo>
                    <a:pt x="614" y="5219"/>
                  </a:lnTo>
                  <a:cubicBezTo>
                    <a:pt x="614" y="4298"/>
                    <a:pt x="1535" y="3070"/>
                    <a:pt x="2763" y="3070"/>
                  </a:cubicBezTo>
                  <a:lnTo>
                    <a:pt x="28553" y="3070"/>
                  </a:lnTo>
                  <a:cubicBezTo>
                    <a:pt x="29474" y="3070"/>
                    <a:pt x="30702" y="3991"/>
                    <a:pt x="30702" y="5219"/>
                  </a:cubicBezTo>
                  <a:lnTo>
                    <a:pt x="29781" y="22413"/>
                  </a:lnTo>
                  <a:cubicBezTo>
                    <a:pt x="38378" y="10132"/>
                    <a:pt x="53422" y="0"/>
                    <a:pt x="73071" y="0"/>
                  </a:cubicBezTo>
                  <a:cubicBezTo>
                    <a:pt x="100396" y="0"/>
                    <a:pt x="118203" y="18421"/>
                    <a:pt x="118203" y="51887"/>
                  </a:cubicBezTo>
                  <a:lnTo>
                    <a:pt x="118203" y="79212"/>
                  </a:lnTo>
                  <a:lnTo>
                    <a:pt x="118818" y="133248"/>
                  </a:lnTo>
                  <a:cubicBezTo>
                    <a:pt x="118818" y="134169"/>
                    <a:pt x="117896" y="135397"/>
                    <a:pt x="116668" y="135397"/>
                  </a:cubicBezTo>
                  <a:lnTo>
                    <a:pt x="89343" y="135397"/>
                  </a:lnTo>
                  <a:cubicBezTo>
                    <a:pt x="88422" y="135397"/>
                    <a:pt x="87194" y="134476"/>
                    <a:pt x="87194" y="133248"/>
                  </a:cubicBezTo>
                  <a:lnTo>
                    <a:pt x="87808" y="79212"/>
                  </a:lnTo>
                  <a:lnTo>
                    <a:pt x="87808" y="52808"/>
                  </a:lnTo>
                  <a:cubicBezTo>
                    <a:pt x="87808" y="34080"/>
                    <a:pt x="77677" y="24255"/>
                    <a:pt x="63554" y="24255"/>
                  </a:cubicBezTo>
                  <a:cubicBezTo>
                    <a:pt x="48202" y="24255"/>
                    <a:pt x="33465" y="37457"/>
                    <a:pt x="31009" y="64782"/>
                  </a:cubicBezTo>
                  <a:lnTo>
                    <a:pt x="31009" y="79212"/>
                  </a:lnTo>
                  <a:lnTo>
                    <a:pt x="31623" y="133248"/>
                  </a:lnTo>
                  <a:cubicBezTo>
                    <a:pt x="31623" y="134169"/>
                    <a:pt x="30702" y="135397"/>
                    <a:pt x="29474" y="135397"/>
                  </a:cubicBezTo>
                  <a:lnTo>
                    <a:pt x="2149" y="135397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FAA8DB-3CE4-9B39-3554-BDECAE346914}"/>
                </a:ext>
              </a:extLst>
            </p:cNvPr>
            <p:cNvSpPr/>
            <p:nvPr userDrawn="1"/>
          </p:nvSpPr>
          <p:spPr>
            <a:xfrm>
              <a:off x="11182240" y="6532880"/>
              <a:ext cx="129256" cy="138467"/>
            </a:xfrm>
            <a:custGeom>
              <a:avLst/>
              <a:gdLst>
                <a:gd name="connsiteX0" fmla="*/ 129256 w 129256"/>
                <a:gd name="connsiteY0" fmla="*/ 73072 h 138467"/>
                <a:gd name="connsiteX1" fmla="*/ 127107 w 129256"/>
                <a:gd name="connsiteY1" fmla="*/ 75221 h 138467"/>
                <a:gd name="connsiteX2" fmla="*/ 30702 w 129256"/>
                <a:gd name="connsiteY2" fmla="*/ 75221 h 138467"/>
                <a:gd name="connsiteX3" fmla="*/ 66010 w 129256"/>
                <a:gd name="connsiteY3" fmla="*/ 116669 h 138467"/>
                <a:gd name="connsiteX4" fmla="*/ 95484 w 129256"/>
                <a:gd name="connsiteY4" fmla="*/ 95484 h 138467"/>
                <a:gd name="connsiteX5" fmla="*/ 95484 w 129256"/>
                <a:gd name="connsiteY5" fmla="*/ 95484 h 138467"/>
                <a:gd name="connsiteX6" fmla="*/ 97940 w 129256"/>
                <a:gd name="connsiteY6" fmla="*/ 93335 h 138467"/>
                <a:gd name="connsiteX7" fmla="*/ 123730 w 129256"/>
                <a:gd name="connsiteY7" fmla="*/ 93335 h 138467"/>
                <a:gd name="connsiteX8" fmla="*/ 125572 w 129256"/>
                <a:gd name="connsiteY8" fmla="*/ 95484 h 138467"/>
                <a:gd name="connsiteX9" fmla="*/ 65396 w 129256"/>
                <a:gd name="connsiteY9" fmla="*/ 138467 h 138467"/>
                <a:gd name="connsiteX10" fmla="*/ 0 w 129256"/>
                <a:gd name="connsiteY10" fmla="*/ 69694 h 138467"/>
                <a:gd name="connsiteX11" fmla="*/ 64475 w 129256"/>
                <a:gd name="connsiteY11" fmla="*/ 0 h 138467"/>
                <a:gd name="connsiteX12" fmla="*/ 129256 w 129256"/>
                <a:gd name="connsiteY12" fmla="*/ 73072 h 138467"/>
                <a:gd name="connsiteX13" fmla="*/ 95791 w 129256"/>
                <a:gd name="connsiteY13" fmla="*/ 54343 h 138467"/>
                <a:gd name="connsiteX14" fmla="*/ 64475 w 129256"/>
                <a:gd name="connsiteY14" fmla="*/ 21799 h 138467"/>
                <a:gd name="connsiteX15" fmla="*/ 31623 w 129256"/>
                <a:gd name="connsiteY15" fmla="*/ 54343 h 138467"/>
                <a:gd name="connsiteX16" fmla="*/ 95791 w 129256"/>
                <a:gd name="connsiteY16" fmla="*/ 54343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256" h="138467">
                  <a:moveTo>
                    <a:pt x="129256" y="73072"/>
                  </a:moveTo>
                  <a:cubicBezTo>
                    <a:pt x="129256" y="73993"/>
                    <a:pt x="128335" y="75221"/>
                    <a:pt x="127107" y="75221"/>
                  </a:cubicBezTo>
                  <a:lnTo>
                    <a:pt x="30702" y="75221"/>
                  </a:lnTo>
                  <a:cubicBezTo>
                    <a:pt x="31930" y="103467"/>
                    <a:pt x="43597" y="116669"/>
                    <a:pt x="66010" y="116669"/>
                  </a:cubicBezTo>
                  <a:cubicBezTo>
                    <a:pt x="81054" y="116669"/>
                    <a:pt x="91185" y="109607"/>
                    <a:pt x="95484" y="95484"/>
                  </a:cubicBezTo>
                  <a:lnTo>
                    <a:pt x="95484" y="95484"/>
                  </a:lnTo>
                  <a:cubicBezTo>
                    <a:pt x="95791" y="94256"/>
                    <a:pt x="97019" y="93335"/>
                    <a:pt x="97940" y="93335"/>
                  </a:cubicBezTo>
                  <a:lnTo>
                    <a:pt x="123730" y="93335"/>
                  </a:lnTo>
                  <a:cubicBezTo>
                    <a:pt x="124651" y="93335"/>
                    <a:pt x="125879" y="94256"/>
                    <a:pt x="125572" y="95484"/>
                  </a:cubicBezTo>
                  <a:cubicBezTo>
                    <a:pt x="120660" y="119432"/>
                    <a:pt x="99168" y="138467"/>
                    <a:pt x="65396" y="138467"/>
                  </a:cubicBezTo>
                  <a:cubicBezTo>
                    <a:pt x="22720" y="138467"/>
                    <a:pt x="0" y="109914"/>
                    <a:pt x="0" y="69694"/>
                  </a:cubicBezTo>
                  <a:cubicBezTo>
                    <a:pt x="0" y="27939"/>
                    <a:pt x="24255" y="0"/>
                    <a:pt x="64475" y="0"/>
                  </a:cubicBezTo>
                  <a:cubicBezTo>
                    <a:pt x="105308" y="307"/>
                    <a:pt x="128642" y="27939"/>
                    <a:pt x="129256" y="73072"/>
                  </a:cubicBezTo>
                  <a:moveTo>
                    <a:pt x="95791" y="54343"/>
                  </a:moveTo>
                  <a:cubicBezTo>
                    <a:pt x="94563" y="37150"/>
                    <a:pt x="84738" y="21799"/>
                    <a:pt x="64475" y="21799"/>
                  </a:cubicBezTo>
                  <a:cubicBezTo>
                    <a:pt x="46053" y="21799"/>
                    <a:pt x="35000" y="33159"/>
                    <a:pt x="31623" y="54343"/>
                  </a:cubicBezTo>
                  <a:lnTo>
                    <a:pt x="95791" y="54343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C3E1048-C4CE-AE87-AC47-2179B0ED1E4E}"/>
                </a:ext>
              </a:extLst>
            </p:cNvPr>
            <p:cNvSpPr/>
            <p:nvPr userDrawn="1"/>
          </p:nvSpPr>
          <p:spPr>
            <a:xfrm>
              <a:off x="11318251" y="6534108"/>
              <a:ext cx="127107" cy="184848"/>
            </a:xfrm>
            <a:custGeom>
              <a:avLst/>
              <a:gdLst>
                <a:gd name="connsiteX0" fmla="*/ 127107 w 127107"/>
                <a:gd name="connsiteY0" fmla="*/ 4298 h 184848"/>
                <a:gd name="connsiteX1" fmla="*/ 124958 w 127107"/>
                <a:gd name="connsiteY1" fmla="*/ 2149 h 184848"/>
                <a:gd name="connsiteX2" fmla="*/ 97940 w 127107"/>
                <a:gd name="connsiteY2" fmla="*/ 2149 h 184848"/>
                <a:gd name="connsiteX3" fmla="*/ 95791 w 127107"/>
                <a:gd name="connsiteY3" fmla="*/ 4298 h 184848"/>
                <a:gd name="connsiteX4" fmla="*/ 96405 w 127107"/>
                <a:gd name="connsiteY4" fmla="*/ 19035 h 184848"/>
                <a:gd name="connsiteX5" fmla="*/ 56799 w 127107"/>
                <a:gd name="connsiteY5" fmla="*/ 0 h 184848"/>
                <a:gd name="connsiteX6" fmla="*/ 0 w 127107"/>
                <a:gd name="connsiteY6" fmla="*/ 67545 h 184848"/>
                <a:gd name="connsiteX7" fmla="*/ 58027 w 127107"/>
                <a:gd name="connsiteY7" fmla="*/ 133555 h 184848"/>
                <a:gd name="connsiteX8" fmla="*/ 97633 w 127107"/>
                <a:gd name="connsiteY8" fmla="*/ 112678 h 184848"/>
                <a:gd name="connsiteX9" fmla="*/ 97633 w 127107"/>
                <a:gd name="connsiteY9" fmla="*/ 127722 h 184848"/>
                <a:gd name="connsiteX10" fmla="*/ 65396 w 127107"/>
                <a:gd name="connsiteY10" fmla="*/ 163336 h 184848"/>
                <a:gd name="connsiteX11" fmla="*/ 35922 w 127107"/>
                <a:gd name="connsiteY11" fmla="*/ 145836 h 184848"/>
                <a:gd name="connsiteX12" fmla="*/ 33465 w 127107"/>
                <a:gd name="connsiteY12" fmla="*/ 143687 h 184848"/>
                <a:gd name="connsiteX13" fmla="*/ 6755 w 127107"/>
                <a:gd name="connsiteY13" fmla="*/ 143687 h 184848"/>
                <a:gd name="connsiteX14" fmla="*/ 4605 w 127107"/>
                <a:gd name="connsiteY14" fmla="*/ 145836 h 184848"/>
                <a:gd name="connsiteX15" fmla="*/ 64168 w 127107"/>
                <a:gd name="connsiteY15" fmla="*/ 184828 h 184848"/>
                <a:gd name="connsiteX16" fmla="*/ 125879 w 127107"/>
                <a:gd name="connsiteY16" fmla="*/ 128029 h 184848"/>
                <a:gd name="connsiteX17" fmla="*/ 125572 w 127107"/>
                <a:gd name="connsiteY17" fmla="*/ 62940 h 184848"/>
                <a:gd name="connsiteX18" fmla="*/ 127107 w 127107"/>
                <a:gd name="connsiteY18" fmla="*/ 4298 h 184848"/>
                <a:gd name="connsiteX19" fmla="*/ 64782 w 127107"/>
                <a:gd name="connsiteY19" fmla="*/ 112371 h 184848"/>
                <a:gd name="connsiteX20" fmla="*/ 31316 w 127107"/>
                <a:gd name="connsiteY20" fmla="*/ 66317 h 184848"/>
                <a:gd name="connsiteX21" fmla="*/ 64782 w 127107"/>
                <a:gd name="connsiteY21" fmla="*/ 21799 h 184848"/>
                <a:gd name="connsiteX22" fmla="*/ 97019 w 127107"/>
                <a:gd name="connsiteY22" fmla="*/ 68773 h 184848"/>
                <a:gd name="connsiteX23" fmla="*/ 64782 w 127107"/>
                <a:gd name="connsiteY23" fmla="*/ 112371 h 1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107" h="184848">
                  <a:moveTo>
                    <a:pt x="127107" y="4298"/>
                  </a:moveTo>
                  <a:cubicBezTo>
                    <a:pt x="127107" y="3377"/>
                    <a:pt x="126186" y="2149"/>
                    <a:pt x="124958" y="2149"/>
                  </a:cubicBezTo>
                  <a:lnTo>
                    <a:pt x="97940" y="2149"/>
                  </a:lnTo>
                  <a:cubicBezTo>
                    <a:pt x="97019" y="2149"/>
                    <a:pt x="95791" y="3070"/>
                    <a:pt x="95791" y="4298"/>
                  </a:cubicBezTo>
                  <a:lnTo>
                    <a:pt x="96405" y="19035"/>
                  </a:lnTo>
                  <a:cubicBezTo>
                    <a:pt x="87808" y="6755"/>
                    <a:pt x="74299" y="0"/>
                    <a:pt x="56799" y="0"/>
                  </a:cubicBezTo>
                  <a:cubicBezTo>
                    <a:pt x="21184" y="0"/>
                    <a:pt x="0" y="30395"/>
                    <a:pt x="0" y="67545"/>
                  </a:cubicBezTo>
                  <a:cubicBezTo>
                    <a:pt x="0" y="105002"/>
                    <a:pt x="19649" y="133555"/>
                    <a:pt x="58027" y="133555"/>
                  </a:cubicBezTo>
                  <a:cubicBezTo>
                    <a:pt x="75527" y="133555"/>
                    <a:pt x="88729" y="125880"/>
                    <a:pt x="97633" y="112678"/>
                  </a:cubicBezTo>
                  <a:lnTo>
                    <a:pt x="97633" y="127722"/>
                  </a:lnTo>
                  <a:cubicBezTo>
                    <a:pt x="97633" y="152591"/>
                    <a:pt x="84431" y="163336"/>
                    <a:pt x="65396" y="163336"/>
                  </a:cubicBezTo>
                  <a:cubicBezTo>
                    <a:pt x="49431" y="163336"/>
                    <a:pt x="38992" y="157503"/>
                    <a:pt x="35922" y="145836"/>
                  </a:cubicBezTo>
                  <a:cubicBezTo>
                    <a:pt x="35615" y="144608"/>
                    <a:pt x="34694" y="143687"/>
                    <a:pt x="33465" y="143687"/>
                  </a:cubicBezTo>
                  <a:lnTo>
                    <a:pt x="6755" y="143687"/>
                  </a:lnTo>
                  <a:cubicBezTo>
                    <a:pt x="5833" y="143687"/>
                    <a:pt x="4605" y="144608"/>
                    <a:pt x="4605" y="145836"/>
                  </a:cubicBezTo>
                  <a:cubicBezTo>
                    <a:pt x="8290" y="172547"/>
                    <a:pt x="32544" y="185442"/>
                    <a:pt x="64168" y="184828"/>
                  </a:cubicBezTo>
                  <a:cubicBezTo>
                    <a:pt x="104694" y="184828"/>
                    <a:pt x="126186" y="163643"/>
                    <a:pt x="125879" y="128029"/>
                  </a:cubicBezTo>
                  <a:lnTo>
                    <a:pt x="125572" y="62940"/>
                  </a:lnTo>
                  <a:lnTo>
                    <a:pt x="127107" y="4298"/>
                  </a:lnTo>
                  <a:close/>
                  <a:moveTo>
                    <a:pt x="64782" y="112371"/>
                  </a:moveTo>
                  <a:cubicBezTo>
                    <a:pt x="42983" y="112678"/>
                    <a:pt x="31316" y="96405"/>
                    <a:pt x="31316" y="66317"/>
                  </a:cubicBezTo>
                  <a:cubicBezTo>
                    <a:pt x="31316" y="38071"/>
                    <a:pt x="42676" y="21185"/>
                    <a:pt x="64782" y="21799"/>
                  </a:cubicBezTo>
                  <a:cubicBezTo>
                    <a:pt x="85966" y="22106"/>
                    <a:pt x="97326" y="38685"/>
                    <a:pt x="97019" y="68773"/>
                  </a:cubicBezTo>
                  <a:cubicBezTo>
                    <a:pt x="97019" y="97940"/>
                    <a:pt x="85045" y="112371"/>
                    <a:pt x="64782" y="11237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1AB32EF4-631A-1566-764E-879662A9AA2A}"/>
              </a:ext>
            </a:extLst>
          </p:cNvPr>
          <p:cNvSpPr txBox="1">
            <a:spLocks/>
          </p:cNvSpPr>
          <p:nvPr userDrawn="1"/>
        </p:nvSpPr>
        <p:spPr>
          <a:xfrm>
            <a:off x="5652001" y="0"/>
            <a:ext cx="6539997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3581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hapter slide D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3C87B5D9-3912-3629-06FB-68731551687C}"/>
              </a:ext>
            </a:extLst>
          </p:cNvPr>
          <p:cNvGrpSpPr/>
          <p:nvPr userDrawn="1"/>
        </p:nvGrpSpPr>
        <p:grpSpPr>
          <a:xfrm>
            <a:off x="10705742" y="6467791"/>
            <a:ext cx="1011023" cy="272636"/>
            <a:chOff x="10705742" y="6467791"/>
            <a:chExt cx="1011023" cy="27263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BF9AB88-5F60-E8CD-0AE1-E235196A532B}"/>
                </a:ext>
              </a:extLst>
            </p:cNvPr>
            <p:cNvSpPr/>
            <p:nvPr userDrawn="1"/>
          </p:nvSpPr>
          <p:spPr>
            <a:xfrm>
              <a:off x="10705742" y="6467791"/>
              <a:ext cx="272635" cy="272636"/>
            </a:xfrm>
            <a:custGeom>
              <a:avLst/>
              <a:gdLst>
                <a:gd name="connsiteX0" fmla="*/ 199871 w 272635"/>
                <a:gd name="connsiteY0" fmla="*/ 0 h 272636"/>
                <a:gd name="connsiteX1" fmla="*/ 0 w 272635"/>
                <a:gd name="connsiteY1" fmla="*/ 72764 h 272636"/>
                <a:gd name="connsiteX2" fmla="*/ 72764 w 272635"/>
                <a:gd name="connsiteY2" fmla="*/ 272637 h 272636"/>
                <a:gd name="connsiteX3" fmla="*/ 272635 w 272635"/>
                <a:gd name="connsiteY3" fmla="*/ 199872 h 272636"/>
                <a:gd name="connsiteX4" fmla="*/ 199871 w 272635"/>
                <a:gd name="connsiteY4" fmla="*/ 0 h 272636"/>
                <a:gd name="connsiteX5" fmla="*/ 54343 w 272635"/>
                <a:gd name="connsiteY5" fmla="*/ 145222 h 272636"/>
                <a:gd name="connsiteX6" fmla="*/ 54343 w 272635"/>
                <a:gd name="connsiteY6" fmla="*/ 72457 h 272636"/>
                <a:gd name="connsiteX7" fmla="*/ 72457 w 272635"/>
                <a:gd name="connsiteY7" fmla="*/ 72457 h 272636"/>
                <a:gd name="connsiteX8" fmla="*/ 72457 w 272635"/>
                <a:gd name="connsiteY8" fmla="*/ 145222 h 272636"/>
                <a:gd name="connsiteX9" fmla="*/ 54343 w 272635"/>
                <a:gd name="connsiteY9" fmla="*/ 145222 h 272636"/>
                <a:gd name="connsiteX10" fmla="*/ 81668 w 272635"/>
                <a:gd name="connsiteY10" fmla="*/ 199872 h 272636"/>
                <a:gd name="connsiteX11" fmla="*/ 81668 w 272635"/>
                <a:gd name="connsiteY11" fmla="*/ 90879 h 272636"/>
                <a:gd name="connsiteX12" fmla="*/ 108993 w 272635"/>
                <a:gd name="connsiteY12" fmla="*/ 90879 h 272636"/>
                <a:gd name="connsiteX13" fmla="*/ 108993 w 272635"/>
                <a:gd name="connsiteY13" fmla="*/ 199872 h 272636"/>
                <a:gd name="connsiteX14" fmla="*/ 81668 w 272635"/>
                <a:gd name="connsiteY14" fmla="*/ 199872 h 272636"/>
                <a:gd name="connsiteX15" fmla="*/ 118203 w 272635"/>
                <a:gd name="connsiteY15" fmla="*/ 222592 h 272636"/>
                <a:gd name="connsiteX16" fmla="*/ 118203 w 272635"/>
                <a:gd name="connsiteY16" fmla="*/ 49738 h 272636"/>
                <a:gd name="connsiteX17" fmla="*/ 154739 w 272635"/>
                <a:gd name="connsiteY17" fmla="*/ 49738 h 272636"/>
                <a:gd name="connsiteX18" fmla="*/ 154739 w 272635"/>
                <a:gd name="connsiteY18" fmla="*/ 222592 h 272636"/>
                <a:gd name="connsiteX19" fmla="*/ 118203 w 272635"/>
                <a:gd name="connsiteY19" fmla="*/ 222592 h 272636"/>
                <a:gd name="connsiteX20" fmla="*/ 163643 w 272635"/>
                <a:gd name="connsiteY20" fmla="*/ 181758 h 272636"/>
                <a:gd name="connsiteX21" fmla="*/ 163643 w 272635"/>
                <a:gd name="connsiteY21" fmla="*/ 72764 h 272636"/>
                <a:gd name="connsiteX22" fmla="*/ 190968 w 272635"/>
                <a:gd name="connsiteY22" fmla="*/ 72764 h 272636"/>
                <a:gd name="connsiteX23" fmla="*/ 190968 w 272635"/>
                <a:gd name="connsiteY23" fmla="*/ 181758 h 272636"/>
                <a:gd name="connsiteX24" fmla="*/ 163643 w 272635"/>
                <a:gd name="connsiteY24" fmla="*/ 181758 h 272636"/>
                <a:gd name="connsiteX25" fmla="*/ 199871 w 272635"/>
                <a:gd name="connsiteY25" fmla="*/ 127108 h 272636"/>
                <a:gd name="connsiteX26" fmla="*/ 217986 w 272635"/>
                <a:gd name="connsiteY26" fmla="*/ 127108 h 272636"/>
                <a:gd name="connsiteX27" fmla="*/ 217986 w 272635"/>
                <a:gd name="connsiteY27" fmla="*/ 199872 h 272636"/>
                <a:gd name="connsiteX28" fmla="*/ 199871 w 272635"/>
                <a:gd name="connsiteY28" fmla="*/ 199872 h 272636"/>
                <a:gd name="connsiteX29" fmla="*/ 199871 w 272635"/>
                <a:gd name="connsiteY29" fmla="*/ 127108 h 272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72635" h="272636">
                  <a:moveTo>
                    <a:pt x="199871" y="0"/>
                  </a:moveTo>
                  <a:lnTo>
                    <a:pt x="0" y="72764"/>
                  </a:lnTo>
                  <a:lnTo>
                    <a:pt x="72764" y="272637"/>
                  </a:lnTo>
                  <a:lnTo>
                    <a:pt x="272635" y="199872"/>
                  </a:lnTo>
                  <a:lnTo>
                    <a:pt x="199871" y="0"/>
                  </a:lnTo>
                  <a:close/>
                  <a:moveTo>
                    <a:pt x="54343" y="145222"/>
                  </a:moveTo>
                  <a:lnTo>
                    <a:pt x="54343" y="72457"/>
                  </a:lnTo>
                  <a:lnTo>
                    <a:pt x="72457" y="72457"/>
                  </a:lnTo>
                  <a:lnTo>
                    <a:pt x="72457" y="145222"/>
                  </a:lnTo>
                  <a:lnTo>
                    <a:pt x="54343" y="145222"/>
                  </a:lnTo>
                  <a:close/>
                  <a:moveTo>
                    <a:pt x="81668" y="199872"/>
                  </a:moveTo>
                  <a:lnTo>
                    <a:pt x="81668" y="90879"/>
                  </a:lnTo>
                  <a:lnTo>
                    <a:pt x="108993" y="90879"/>
                  </a:lnTo>
                  <a:lnTo>
                    <a:pt x="108993" y="199872"/>
                  </a:lnTo>
                  <a:lnTo>
                    <a:pt x="81668" y="199872"/>
                  </a:lnTo>
                  <a:close/>
                  <a:moveTo>
                    <a:pt x="118203" y="222592"/>
                  </a:moveTo>
                  <a:lnTo>
                    <a:pt x="118203" y="49738"/>
                  </a:lnTo>
                  <a:lnTo>
                    <a:pt x="154739" y="49738"/>
                  </a:lnTo>
                  <a:lnTo>
                    <a:pt x="154739" y="222592"/>
                  </a:lnTo>
                  <a:lnTo>
                    <a:pt x="118203" y="222592"/>
                  </a:lnTo>
                  <a:close/>
                  <a:moveTo>
                    <a:pt x="163643" y="181758"/>
                  </a:moveTo>
                  <a:lnTo>
                    <a:pt x="163643" y="72764"/>
                  </a:lnTo>
                  <a:lnTo>
                    <a:pt x="190968" y="72764"/>
                  </a:lnTo>
                  <a:lnTo>
                    <a:pt x="190968" y="181758"/>
                  </a:lnTo>
                  <a:lnTo>
                    <a:pt x="163643" y="181758"/>
                  </a:lnTo>
                  <a:close/>
                  <a:moveTo>
                    <a:pt x="199871" y="127108"/>
                  </a:moveTo>
                  <a:lnTo>
                    <a:pt x="217986" y="127108"/>
                  </a:lnTo>
                  <a:lnTo>
                    <a:pt x="217986" y="199872"/>
                  </a:lnTo>
                  <a:lnTo>
                    <a:pt x="199871" y="199872"/>
                  </a:lnTo>
                  <a:lnTo>
                    <a:pt x="199871" y="127108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851F7B8-D5E8-7435-EE48-494DB518D6CC}"/>
                </a:ext>
              </a:extLst>
            </p:cNvPr>
            <p:cNvSpPr/>
            <p:nvPr userDrawn="1"/>
          </p:nvSpPr>
          <p:spPr>
            <a:xfrm>
              <a:off x="11044694" y="6533801"/>
              <a:ext cx="127107" cy="137239"/>
            </a:xfrm>
            <a:custGeom>
              <a:avLst/>
              <a:gdLst>
                <a:gd name="connsiteX0" fmla="*/ 97940 w 127107"/>
                <a:gd name="connsiteY0" fmla="*/ 134783 h 137239"/>
                <a:gd name="connsiteX1" fmla="*/ 95791 w 127107"/>
                <a:gd name="connsiteY1" fmla="*/ 132634 h 137239"/>
                <a:gd name="connsiteX2" fmla="*/ 96405 w 127107"/>
                <a:gd name="connsiteY2" fmla="*/ 116362 h 137239"/>
                <a:gd name="connsiteX3" fmla="*/ 55878 w 127107"/>
                <a:gd name="connsiteY3" fmla="*/ 137239 h 137239"/>
                <a:gd name="connsiteX4" fmla="*/ 0 w 127107"/>
                <a:gd name="connsiteY4" fmla="*/ 69080 h 137239"/>
                <a:gd name="connsiteX5" fmla="*/ 56492 w 127107"/>
                <a:gd name="connsiteY5" fmla="*/ 0 h 137239"/>
                <a:gd name="connsiteX6" fmla="*/ 96405 w 127107"/>
                <a:gd name="connsiteY6" fmla="*/ 19649 h 137239"/>
                <a:gd name="connsiteX7" fmla="*/ 95484 w 127107"/>
                <a:gd name="connsiteY7" fmla="*/ 4912 h 137239"/>
                <a:gd name="connsiteX8" fmla="*/ 97633 w 127107"/>
                <a:gd name="connsiteY8" fmla="*/ 2763 h 137239"/>
                <a:gd name="connsiteX9" fmla="*/ 124958 w 127107"/>
                <a:gd name="connsiteY9" fmla="*/ 2763 h 137239"/>
                <a:gd name="connsiteX10" fmla="*/ 127107 w 127107"/>
                <a:gd name="connsiteY10" fmla="*/ 4912 h 137239"/>
                <a:gd name="connsiteX11" fmla="*/ 126186 w 127107"/>
                <a:gd name="connsiteY11" fmla="*/ 68466 h 137239"/>
                <a:gd name="connsiteX12" fmla="*/ 127107 w 127107"/>
                <a:gd name="connsiteY12" fmla="*/ 132941 h 137239"/>
                <a:gd name="connsiteX13" fmla="*/ 124958 w 127107"/>
                <a:gd name="connsiteY13" fmla="*/ 135090 h 137239"/>
                <a:gd name="connsiteX14" fmla="*/ 97940 w 127107"/>
                <a:gd name="connsiteY14" fmla="*/ 135090 h 137239"/>
                <a:gd name="connsiteX15" fmla="*/ 64168 w 127107"/>
                <a:gd name="connsiteY15" fmla="*/ 115441 h 137239"/>
                <a:gd name="connsiteX16" fmla="*/ 97326 w 127107"/>
                <a:gd name="connsiteY16" fmla="*/ 69387 h 137239"/>
                <a:gd name="connsiteX17" fmla="*/ 65089 w 127107"/>
                <a:gd name="connsiteY17" fmla="*/ 21799 h 137239"/>
                <a:gd name="connsiteX18" fmla="*/ 31316 w 127107"/>
                <a:gd name="connsiteY18" fmla="*/ 66931 h 137239"/>
                <a:gd name="connsiteX19" fmla="*/ 64168 w 127107"/>
                <a:gd name="connsiteY19" fmla="*/ 115441 h 137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7107" h="137239">
                  <a:moveTo>
                    <a:pt x="97940" y="134783"/>
                  </a:moveTo>
                  <a:cubicBezTo>
                    <a:pt x="97019" y="134783"/>
                    <a:pt x="95791" y="133862"/>
                    <a:pt x="95791" y="132634"/>
                  </a:cubicBezTo>
                  <a:lnTo>
                    <a:pt x="96405" y="116362"/>
                  </a:lnTo>
                  <a:cubicBezTo>
                    <a:pt x="87501" y="129564"/>
                    <a:pt x="73685" y="137239"/>
                    <a:pt x="55878" y="137239"/>
                  </a:cubicBezTo>
                  <a:cubicBezTo>
                    <a:pt x="19035" y="137239"/>
                    <a:pt x="0" y="107458"/>
                    <a:pt x="0" y="69080"/>
                  </a:cubicBezTo>
                  <a:cubicBezTo>
                    <a:pt x="0" y="30702"/>
                    <a:pt x="21184" y="0"/>
                    <a:pt x="56492" y="0"/>
                  </a:cubicBezTo>
                  <a:cubicBezTo>
                    <a:pt x="73992" y="0"/>
                    <a:pt x="87501" y="6755"/>
                    <a:pt x="96405" y="19649"/>
                  </a:cubicBezTo>
                  <a:lnTo>
                    <a:pt x="95484" y="4912"/>
                  </a:lnTo>
                  <a:cubicBezTo>
                    <a:pt x="95484" y="3991"/>
                    <a:pt x="96405" y="2763"/>
                    <a:pt x="97633" y="2763"/>
                  </a:cubicBezTo>
                  <a:lnTo>
                    <a:pt x="124958" y="2763"/>
                  </a:lnTo>
                  <a:cubicBezTo>
                    <a:pt x="125879" y="2763"/>
                    <a:pt x="127107" y="3684"/>
                    <a:pt x="127107" y="4912"/>
                  </a:cubicBezTo>
                  <a:lnTo>
                    <a:pt x="126186" y="68466"/>
                  </a:lnTo>
                  <a:lnTo>
                    <a:pt x="127107" y="132941"/>
                  </a:lnTo>
                  <a:cubicBezTo>
                    <a:pt x="127107" y="133862"/>
                    <a:pt x="126186" y="135090"/>
                    <a:pt x="124958" y="135090"/>
                  </a:cubicBezTo>
                  <a:lnTo>
                    <a:pt x="97940" y="135090"/>
                  </a:lnTo>
                  <a:close/>
                  <a:moveTo>
                    <a:pt x="64168" y="115441"/>
                  </a:moveTo>
                  <a:cubicBezTo>
                    <a:pt x="85045" y="115441"/>
                    <a:pt x="97019" y="100090"/>
                    <a:pt x="97326" y="69387"/>
                  </a:cubicBezTo>
                  <a:cubicBezTo>
                    <a:pt x="97633" y="38992"/>
                    <a:pt x="85659" y="21799"/>
                    <a:pt x="65089" y="21799"/>
                  </a:cubicBezTo>
                  <a:cubicBezTo>
                    <a:pt x="42369" y="21492"/>
                    <a:pt x="31316" y="38685"/>
                    <a:pt x="31316" y="66931"/>
                  </a:cubicBezTo>
                  <a:cubicBezTo>
                    <a:pt x="31316" y="97633"/>
                    <a:pt x="42676" y="115441"/>
                    <a:pt x="64168" y="11544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CDCF598-AA12-EA19-1394-4323A729C32B}"/>
                </a:ext>
              </a:extLst>
            </p:cNvPr>
            <p:cNvSpPr/>
            <p:nvPr userDrawn="1"/>
          </p:nvSpPr>
          <p:spPr>
            <a:xfrm>
              <a:off x="11455796" y="6533187"/>
              <a:ext cx="130180" cy="138467"/>
            </a:xfrm>
            <a:custGeom>
              <a:avLst/>
              <a:gdLst>
                <a:gd name="connsiteX0" fmla="*/ 65396 w 130180"/>
                <a:gd name="connsiteY0" fmla="*/ 138467 h 138467"/>
                <a:gd name="connsiteX1" fmla="*/ 0 w 130180"/>
                <a:gd name="connsiteY1" fmla="*/ 69694 h 138467"/>
                <a:gd name="connsiteX2" fmla="*/ 65396 w 130180"/>
                <a:gd name="connsiteY2" fmla="*/ 0 h 138467"/>
                <a:gd name="connsiteX3" fmla="*/ 130177 w 130180"/>
                <a:gd name="connsiteY3" fmla="*/ 68773 h 138467"/>
                <a:gd name="connsiteX4" fmla="*/ 65396 w 130180"/>
                <a:gd name="connsiteY4" fmla="*/ 138467 h 138467"/>
                <a:gd name="connsiteX5" fmla="*/ 65396 w 130180"/>
                <a:gd name="connsiteY5" fmla="*/ 116669 h 138467"/>
                <a:gd name="connsiteX6" fmla="*/ 98554 w 130180"/>
                <a:gd name="connsiteY6" fmla="*/ 69694 h 138467"/>
                <a:gd name="connsiteX7" fmla="*/ 65089 w 130180"/>
                <a:gd name="connsiteY7" fmla="*/ 22106 h 138467"/>
                <a:gd name="connsiteX8" fmla="*/ 31316 w 130180"/>
                <a:gd name="connsiteY8" fmla="*/ 70001 h 138467"/>
                <a:gd name="connsiteX9" fmla="*/ 65396 w 130180"/>
                <a:gd name="connsiteY9" fmla="*/ 116669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0180" h="138467">
                  <a:moveTo>
                    <a:pt x="65396" y="138467"/>
                  </a:moveTo>
                  <a:cubicBezTo>
                    <a:pt x="23641" y="138467"/>
                    <a:pt x="0" y="111449"/>
                    <a:pt x="0" y="69694"/>
                  </a:cubicBezTo>
                  <a:cubicBezTo>
                    <a:pt x="0" y="27939"/>
                    <a:pt x="23641" y="0"/>
                    <a:pt x="65396" y="0"/>
                  </a:cubicBezTo>
                  <a:cubicBezTo>
                    <a:pt x="106844" y="0"/>
                    <a:pt x="130177" y="27018"/>
                    <a:pt x="130177" y="68773"/>
                  </a:cubicBezTo>
                  <a:cubicBezTo>
                    <a:pt x="130484" y="110835"/>
                    <a:pt x="106844" y="138467"/>
                    <a:pt x="65396" y="138467"/>
                  </a:cubicBezTo>
                  <a:moveTo>
                    <a:pt x="65396" y="116669"/>
                  </a:moveTo>
                  <a:cubicBezTo>
                    <a:pt x="87808" y="116669"/>
                    <a:pt x="98554" y="101318"/>
                    <a:pt x="98554" y="69694"/>
                  </a:cubicBezTo>
                  <a:cubicBezTo>
                    <a:pt x="98554" y="38378"/>
                    <a:pt x="87501" y="22106"/>
                    <a:pt x="65089" y="22106"/>
                  </a:cubicBezTo>
                  <a:cubicBezTo>
                    <a:pt x="42369" y="22413"/>
                    <a:pt x="31316" y="38685"/>
                    <a:pt x="31316" y="70001"/>
                  </a:cubicBezTo>
                  <a:cubicBezTo>
                    <a:pt x="31623" y="101011"/>
                    <a:pt x="42676" y="116669"/>
                    <a:pt x="65396" y="116669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7AFD758-769E-A2EC-E280-5124F2C4EBF5}"/>
                </a:ext>
              </a:extLst>
            </p:cNvPr>
            <p:cNvSpPr/>
            <p:nvPr userDrawn="1"/>
          </p:nvSpPr>
          <p:spPr>
            <a:xfrm>
              <a:off x="11597948" y="6532880"/>
              <a:ext cx="118817" cy="135704"/>
            </a:xfrm>
            <a:custGeom>
              <a:avLst/>
              <a:gdLst>
                <a:gd name="connsiteX0" fmla="*/ 2149 w 118817"/>
                <a:gd name="connsiteY0" fmla="*/ 135704 h 135704"/>
                <a:gd name="connsiteX1" fmla="*/ 0 w 118817"/>
                <a:gd name="connsiteY1" fmla="*/ 133555 h 135704"/>
                <a:gd name="connsiteX2" fmla="*/ 921 w 118817"/>
                <a:gd name="connsiteY2" fmla="*/ 73379 h 135704"/>
                <a:gd name="connsiteX3" fmla="*/ 614 w 118817"/>
                <a:gd name="connsiteY3" fmla="*/ 5219 h 135704"/>
                <a:gd name="connsiteX4" fmla="*/ 2763 w 118817"/>
                <a:gd name="connsiteY4" fmla="*/ 3070 h 135704"/>
                <a:gd name="connsiteX5" fmla="*/ 28553 w 118817"/>
                <a:gd name="connsiteY5" fmla="*/ 3070 h 135704"/>
                <a:gd name="connsiteX6" fmla="*/ 30702 w 118817"/>
                <a:gd name="connsiteY6" fmla="*/ 5219 h 135704"/>
                <a:gd name="connsiteX7" fmla="*/ 29781 w 118817"/>
                <a:gd name="connsiteY7" fmla="*/ 22413 h 135704"/>
                <a:gd name="connsiteX8" fmla="*/ 73071 w 118817"/>
                <a:gd name="connsiteY8" fmla="*/ 0 h 135704"/>
                <a:gd name="connsiteX9" fmla="*/ 118203 w 118817"/>
                <a:gd name="connsiteY9" fmla="*/ 51887 h 135704"/>
                <a:gd name="connsiteX10" fmla="*/ 118203 w 118817"/>
                <a:gd name="connsiteY10" fmla="*/ 79212 h 135704"/>
                <a:gd name="connsiteX11" fmla="*/ 118818 w 118817"/>
                <a:gd name="connsiteY11" fmla="*/ 133248 h 135704"/>
                <a:gd name="connsiteX12" fmla="*/ 116668 w 118817"/>
                <a:gd name="connsiteY12" fmla="*/ 135397 h 135704"/>
                <a:gd name="connsiteX13" fmla="*/ 89343 w 118817"/>
                <a:gd name="connsiteY13" fmla="*/ 135397 h 135704"/>
                <a:gd name="connsiteX14" fmla="*/ 87194 w 118817"/>
                <a:gd name="connsiteY14" fmla="*/ 133248 h 135704"/>
                <a:gd name="connsiteX15" fmla="*/ 87808 w 118817"/>
                <a:gd name="connsiteY15" fmla="*/ 79212 h 135704"/>
                <a:gd name="connsiteX16" fmla="*/ 87808 w 118817"/>
                <a:gd name="connsiteY16" fmla="*/ 52808 h 135704"/>
                <a:gd name="connsiteX17" fmla="*/ 63554 w 118817"/>
                <a:gd name="connsiteY17" fmla="*/ 24255 h 135704"/>
                <a:gd name="connsiteX18" fmla="*/ 31009 w 118817"/>
                <a:gd name="connsiteY18" fmla="*/ 64782 h 135704"/>
                <a:gd name="connsiteX19" fmla="*/ 31009 w 118817"/>
                <a:gd name="connsiteY19" fmla="*/ 79212 h 135704"/>
                <a:gd name="connsiteX20" fmla="*/ 31623 w 118817"/>
                <a:gd name="connsiteY20" fmla="*/ 133248 h 135704"/>
                <a:gd name="connsiteX21" fmla="*/ 29474 w 118817"/>
                <a:gd name="connsiteY21" fmla="*/ 135397 h 135704"/>
                <a:gd name="connsiteX22" fmla="*/ 2149 w 118817"/>
                <a:gd name="connsiteY22" fmla="*/ 135397 h 135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8817" h="135704">
                  <a:moveTo>
                    <a:pt x="2149" y="135704"/>
                  </a:moveTo>
                  <a:cubicBezTo>
                    <a:pt x="1228" y="135704"/>
                    <a:pt x="0" y="134783"/>
                    <a:pt x="0" y="133555"/>
                  </a:cubicBezTo>
                  <a:lnTo>
                    <a:pt x="921" y="73379"/>
                  </a:lnTo>
                  <a:lnTo>
                    <a:pt x="614" y="5219"/>
                  </a:lnTo>
                  <a:cubicBezTo>
                    <a:pt x="614" y="4298"/>
                    <a:pt x="1535" y="3070"/>
                    <a:pt x="2763" y="3070"/>
                  </a:cubicBezTo>
                  <a:lnTo>
                    <a:pt x="28553" y="3070"/>
                  </a:lnTo>
                  <a:cubicBezTo>
                    <a:pt x="29474" y="3070"/>
                    <a:pt x="30702" y="3991"/>
                    <a:pt x="30702" y="5219"/>
                  </a:cubicBezTo>
                  <a:lnTo>
                    <a:pt x="29781" y="22413"/>
                  </a:lnTo>
                  <a:cubicBezTo>
                    <a:pt x="38378" y="10132"/>
                    <a:pt x="53422" y="0"/>
                    <a:pt x="73071" y="0"/>
                  </a:cubicBezTo>
                  <a:cubicBezTo>
                    <a:pt x="100396" y="0"/>
                    <a:pt x="118203" y="18421"/>
                    <a:pt x="118203" y="51887"/>
                  </a:cubicBezTo>
                  <a:lnTo>
                    <a:pt x="118203" y="79212"/>
                  </a:lnTo>
                  <a:lnTo>
                    <a:pt x="118818" y="133248"/>
                  </a:lnTo>
                  <a:cubicBezTo>
                    <a:pt x="118818" y="134169"/>
                    <a:pt x="117896" y="135397"/>
                    <a:pt x="116668" y="135397"/>
                  </a:cubicBezTo>
                  <a:lnTo>
                    <a:pt x="89343" y="135397"/>
                  </a:lnTo>
                  <a:cubicBezTo>
                    <a:pt x="88422" y="135397"/>
                    <a:pt x="87194" y="134476"/>
                    <a:pt x="87194" y="133248"/>
                  </a:cubicBezTo>
                  <a:lnTo>
                    <a:pt x="87808" y="79212"/>
                  </a:lnTo>
                  <a:lnTo>
                    <a:pt x="87808" y="52808"/>
                  </a:lnTo>
                  <a:cubicBezTo>
                    <a:pt x="87808" y="34080"/>
                    <a:pt x="77677" y="24255"/>
                    <a:pt x="63554" y="24255"/>
                  </a:cubicBezTo>
                  <a:cubicBezTo>
                    <a:pt x="48202" y="24255"/>
                    <a:pt x="33465" y="37457"/>
                    <a:pt x="31009" y="64782"/>
                  </a:cubicBezTo>
                  <a:lnTo>
                    <a:pt x="31009" y="79212"/>
                  </a:lnTo>
                  <a:lnTo>
                    <a:pt x="31623" y="133248"/>
                  </a:lnTo>
                  <a:cubicBezTo>
                    <a:pt x="31623" y="134169"/>
                    <a:pt x="30702" y="135397"/>
                    <a:pt x="29474" y="135397"/>
                  </a:cubicBezTo>
                  <a:lnTo>
                    <a:pt x="2149" y="135397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8FAA8DB-3CE4-9B39-3554-BDECAE346914}"/>
                </a:ext>
              </a:extLst>
            </p:cNvPr>
            <p:cNvSpPr/>
            <p:nvPr userDrawn="1"/>
          </p:nvSpPr>
          <p:spPr>
            <a:xfrm>
              <a:off x="11182240" y="6532880"/>
              <a:ext cx="129256" cy="138467"/>
            </a:xfrm>
            <a:custGeom>
              <a:avLst/>
              <a:gdLst>
                <a:gd name="connsiteX0" fmla="*/ 129256 w 129256"/>
                <a:gd name="connsiteY0" fmla="*/ 73072 h 138467"/>
                <a:gd name="connsiteX1" fmla="*/ 127107 w 129256"/>
                <a:gd name="connsiteY1" fmla="*/ 75221 h 138467"/>
                <a:gd name="connsiteX2" fmla="*/ 30702 w 129256"/>
                <a:gd name="connsiteY2" fmla="*/ 75221 h 138467"/>
                <a:gd name="connsiteX3" fmla="*/ 66010 w 129256"/>
                <a:gd name="connsiteY3" fmla="*/ 116669 h 138467"/>
                <a:gd name="connsiteX4" fmla="*/ 95484 w 129256"/>
                <a:gd name="connsiteY4" fmla="*/ 95484 h 138467"/>
                <a:gd name="connsiteX5" fmla="*/ 95484 w 129256"/>
                <a:gd name="connsiteY5" fmla="*/ 95484 h 138467"/>
                <a:gd name="connsiteX6" fmla="*/ 97940 w 129256"/>
                <a:gd name="connsiteY6" fmla="*/ 93335 h 138467"/>
                <a:gd name="connsiteX7" fmla="*/ 123730 w 129256"/>
                <a:gd name="connsiteY7" fmla="*/ 93335 h 138467"/>
                <a:gd name="connsiteX8" fmla="*/ 125572 w 129256"/>
                <a:gd name="connsiteY8" fmla="*/ 95484 h 138467"/>
                <a:gd name="connsiteX9" fmla="*/ 65396 w 129256"/>
                <a:gd name="connsiteY9" fmla="*/ 138467 h 138467"/>
                <a:gd name="connsiteX10" fmla="*/ 0 w 129256"/>
                <a:gd name="connsiteY10" fmla="*/ 69694 h 138467"/>
                <a:gd name="connsiteX11" fmla="*/ 64475 w 129256"/>
                <a:gd name="connsiteY11" fmla="*/ 0 h 138467"/>
                <a:gd name="connsiteX12" fmla="*/ 129256 w 129256"/>
                <a:gd name="connsiteY12" fmla="*/ 73072 h 138467"/>
                <a:gd name="connsiteX13" fmla="*/ 95791 w 129256"/>
                <a:gd name="connsiteY13" fmla="*/ 54343 h 138467"/>
                <a:gd name="connsiteX14" fmla="*/ 64475 w 129256"/>
                <a:gd name="connsiteY14" fmla="*/ 21799 h 138467"/>
                <a:gd name="connsiteX15" fmla="*/ 31623 w 129256"/>
                <a:gd name="connsiteY15" fmla="*/ 54343 h 138467"/>
                <a:gd name="connsiteX16" fmla="*/ 95791 w 129256"/>
                <a:gd name="connsiteY16" fmla="*/ 54343 h 138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9256" h="138467">
                  <a:moveTo>
                    <a:pt x="129256" y="73072"/>
                  </a:moveTo>
                  <a:cubicBezTo>
                    <a:pt x="129256" y="73993"/>
                    <a:pt x="128335" y="75221"/>
                    <a:pt x="127107" y="75221"/>
                  </a:cubicBezTo>
                  <a:lnTo>
                    <a:pt x="30702" y="75221"/>
                  </a:lnTo>
                  <a:cubicBezTo>
                    <a:pt x="31930" y="103467"/>
                    <a:pt x="43597" y="116669"/>
                    <a:pt x="66010" y="116669"/>
                  </a:cubicBezTo>
                  <a:cubicBezTo>
                    <a:pt x="81054" y="116669"/>
                    <a:pt x="91185" y="109607"/>
                    <a:pt x="95484" y="95484"/>
                  </a:cubicBezTo>
                  <a:lnTo>
                    <a:pt x="95484" y="95484"/>
                  </a:lnTo>
                  <a:cubicBezTo>
                    <a:pt x="95791" y="94256"/>
                    <a:pt x="97019" y="93335"/>
                    <a:pt x="97940" y="93335"/>
                  </a:cubicBezTo>
                  <a:lnTo>
                    <a:pt x="123730" y="93335"/>
                  </a:lnTo>
                  <a:cubicBezTo>
                    <a:pt x="124651" y="93335"/>
                    <a:pt x="125879" y="94256"/>
                    <a:pt x="125572" y="95484"/>
                  </a:cubicBezTo>
                  <a:cubicBezTo>
                    <a:pt x="120660" y="119432"/>
                    <a:pt x="99168" y="138467"/>
                    <a:pt x="65396" y="138467"/>
                  </a:cubicBezTo>
                  <a:cubicBezTo>
                    <a:pt x="22720" y="138467"/>
                    <a:pt x="0" y="109914"/>
                    <a:pt x="0" y="69694"/>
                  </a:cubicBezTo>
                  <a:cubicBezTo>
                    <a:pt x="0" y="27939"/>
                    <a:pt x="24255" y="0"/>
                    <a:pt x="64475" y="0"/>
                  </a:cubicBezTo>
                  <a:cubicBezTo>
                    <a:pt x="105308" y="307"/>
                    <a:pt x="128642" y="27939"/>
                    <a:pt x="129256" y="73072"/>
                  </a:cubicBezTo>
                  <a:moveTo>
                    <a:pt x="95791" y="54343"/>
                  </a:moveTo>
                  <a:cubicBezTo>
                    <a:pt x="94563" y="37150"/>
                    <a:pt x="84738" y="21799"/>
                    <a:pt x="64475" y="21799"/>
                  </a:cubicBezTo>
                  <a:cubicBezTo>
                    <a:pt x="46053" y="21799"/>
                    <a:pt x="35000" y="33159"/>
                    <a:pt x="31623" y="54343"/>
                  </a:cubicBezTo>
                  <a:lnTo>
                    <a:pt x="95791" y="54343"/>
                  </a:lnTo>
                  <a:close/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C3E1048-C4CE-AE87-AC47-2179B0ED1E4E}"/>
                </a:ext>
              </a:extLst>
            </p:cNvPr>
            <p:cNvSpPr/>
            <p:nvPr userDrawn="1"/>
          </p:nvSpPr>
          <p:spPr>
            <a:xfrm>
              <a:off x="11318251" y="6534108"/>
              <a:ext cx="127107" cy="184848"/>
            </a:xfrm>
            <a:custGeom>
              <a:avLst/>
              <a:gdLst>
                <a:gd name="connsiteX0" fmla="*/ 127107 w 127107"/>
                <a:gd name="connsiteY0" fmla="*/ 4298 h 184848"/>
                <a:gd name="connsiteX1" fmla="*/ 124958 w 127107"/>
                <a:gd name="connsiteY1" fmla="*/ 2149 h 184848"/>
                <a:gd name="connsiteX2" fmla="*/ 97940 w 127107"/>
                <a:gd name="connsiteY2" fmla="*/ 2149 h 184848"/>
                <a:gd name="connsiteX3" fmla="*/ 95791 w 127107"/>
                <a:gd name="connsiteY3" fmla="*/ 4298 h 184848"/>
                <a:gd name="connsiteX4" fmla="*/ 96405 w 127107"/>
                <a:gd name="connsiteY4" fmla="*/ 19035 h 184848"/>
                <a:gd name="connsiteX5" fmla="*/ 56799 w 127107"/>
                <a:gd name="connsiteY5" fmla="*/ 0 h 184848"/>
                <a:gd name="connsiteX6" fmla="*/ 0 w 127107"/>
                <a:gd name="connsiteY6" fmla="*/ 67545 h 184848"/>
                <a:gd name="connsiteX7" fmla="*/ 58027 w 127107"/>
                <a:gd name="connsiteY7" fmla="*/ 133555 h 184848"/>
                <a:gd name="connsiteX8" fmla="*/ 97633 w 127107"/>
                <a:gd name="connsiteY8" fmla="*/ 112678 h 184848"/>
                <a:gd name="connsiteX9" fmla="*/ 97633 w 127107"/>
                <a:gd name="connsiteY9" fmla="*/ 127722 h 184848"/>
                <a:gd name="connsiteX10" fmla="*/ 65396 w 127107"/>
                <a:gd name="connsiteY10" fmla="*/ 163336 h 184848"/>
                <a:gd name="connsiteX11" fmla="*/ 35922 w 127107"/>
                <a:gd name="connsiteY11" fmla="*/ 145836 h 184848"/>
                <a:gd name="connsiteX12" fmla="*/ 33465 w 127107"/>
                <a:gd name="connsiteY12" fmla="*/ 143687 h 184848"/>
                <a:gd name="connsiteX13" fmla="*/ 6755 w 127107"/>
                <a:gd name="connsiteY13" fmla="*/ 143687 h 184848"/>
                <a:gd name="connsiteX14" fmla="*/ 4605 w 127107"/>
                <a:gd name="connsiteY14" fmla="*/ 145836 h 184848"/>
                <a:gd name="connsiteX15" fmla="*/ 64168 w 127107"/>
                <a:gd name="connsiteY15" fmla="*/ 184828 h 184848"/>
                <a:gd name="connsiteX16" fmla="*/ 125879 w 127107"/>
                <a:gd name="connsiteY16" fmla="*/ 128029 h 184848"/>
                <a:gd name="connsiteX17" fmla="*/ 125572 w 127107"/>
                <a:gd name="connsiteY17" fmla="*/ 62940 h 184848"/>
                <a:gd name="connsiteX18" fmla="*/ 127107 w 127107"/>
                <a:gd name="connsiteY18" fmla="*/ 4298 h 184848"/>
                <a:gd name="connsiteX19" fmla="*/ 64782 w 127107"/>
                <a:gd name="connsiteY19" fmla="*/ 112371 h 184848"/>
                <a:gd name="connsiteX20" fmla="*/ 31316 w 127107"/>
                <a:gd name="connsiteY20" fmla="*/ 66317 h 184848"/>
                <a:gd name="connsiteX21" fmla="*/ 64782 w 127107"/>
                <a:gd name="connsiteY21" fmla="*/ 21799 h 184848"/>
                <a:gd name="connsiteX22" fmla="*/ 97019 w 127107"/>
                <a:gd name="connsiteY22" fmla="*/ 68773 h 184848"/>
                <a:gd name="connsiteX23" fmla="*/ 64782 w 127107"/>
                <a:gd name="connsiteY23" fmla="*/ 112371 h 184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107" h="184848">
                  <a:moveTo>
                    <a:pt x="127107" y="4298"/>
                  </a:moveTo>
                  <a:cubicBezTo>
                    <a:pt x="127107" y="3377"/>
                    <a:pt x="126186" y="2149"/>
                    <a:pt x="124958" y="2149"/>
                  </a:cubicBezTo>
                  <a:lnTo>
                    <a:pt x="97940" y="2149"/>
                  </a:lnTo>
                  <a:cubicBezTo>
                    <a:pt x="97019" y="2149"/>
                    <a:pt x="95791" y="3070"/>
                    <a:pt x="95791" y="4298"/>
                  </a:cubicBezTo>
                  <a:lnTo>
                    <a:pt x="96405" y="19035"/>
                  </a:lnTo>
                  <a:cubicBezTo>
                    <a:pt x="87808" y="6755"/>
                    <a:pt x="74299" y="0"/>
                    <a:pt x="56799" y="0"/>
                  </a:cubicBezTo>
                  <a:cubicBezTo>
                    <a:pt x="21184" y="0"/>
                    <a:pt x="0" y="30395"/>
                    <a:pt x="0" y="67545"/>
                  </a:cubicBezTo>
                  <a:cubicBezTo>
                    <a:pt x="0" y="105002"/>
                    <a:pt x="19649" y="133555"/>
                    <a:pt x="58027" y="133555"/>
                  </a:cubicBezTo>
                  <a:cubicBezTo>
                    <a:pt x="75527" y="133555"/>
                    <a:pt x="88729" y="125880"/>
                    <a:pt x="97633" y="112678"/>
                  </a:cubicBezTo>
                  <a:lnTo>
                    <a:pt x="97633" y="127722"/>
                  </a:lnTo>
                  <a:cubicBezTo>
                    <a:pt x="97633" y="152591"/>
                    <a:pt x="84431" y="163336"/>
                    <a:pt x="65396" y="163336"/>
                  </a:cubicBezTo>
                  <a:cubicBezTo>
                    <a:pt x="49431" y="163336"/>
                    <a:pt x="38992" y="157503"/>
                    <a:pt x="35922" y="145836"/>
                  </a:cubicBezTo>
                  <a:cubicBezTo>
                    <a:pt x="35615" y="144608"/>
                    <a:pt x="34694" y="143687"/>
                    <a:pt x="33465" y="143687"/>
                  </a:cubicBezTo>
                  <a:lnTo>
                    <a:pt x="6755" y="143687"/>
                  </a:lnTo>
                  <a:cubicBezTo>
                    <a:pt x="5833" y="143687"/>
                    <a:pt x="4605" y="144608"/>
                    <a:pt x="4605" y="145836"/>
                  </a:cubicBezTo>
                  <a:cubicBezTo>
                    <a:pt x="8290" y="172547"/>
                    <a:pt x="32544" y="185442"/>
                    <a:pt x="64168" y="184828"/>
                  </a:cubicBezTo>
                  <a:cubicBezTo>
                    <a:pt x="104694" y="184828"/>
                    <a:pt x="126186" y="163643"/>
                    <a:pt x="125879" y="128029"/>
                  </a:cubicBezTo>
                  <a:lnTo>
                    <a:pt x="125572" y="62940"/>
                  </a:lnTo>
                  <a:lnTo>
                    <a:pt x="127107" y="4298"/>
                  </a:lnTo>
                  <a:close/>
                  <a:moveTo>
                    <a:pt x="64782" y="112371"/>
                  </a:moveTo>
                  <a:cubicBezTo>
                    <a:pt x="42983" y="112678"/>
                    <a:pt x="31316" y="96405"/>
                    <a:pt x="31316" y="66317"/>
                  </a:cubicBezTo>
                  <a:cubicBezTo>
                    <a:pt x="31316" y="38071"/>
                    <a:pt x="42676" y="21185"/>
                    <a:pt x="64782" y="21799"/>
                  </a:cubicBezTo>
                  <a:cubicBezTo>
                    <a:pt x="85966" y="22106"/>
                    <a:pt x="97326" y="38685"/>
                    <a:pt x="97019" y="68773"/>
                  </a:cubicBezTo>
                  <a:cubicBezTo>
                    <a:pt x="97019" y="97940"/>
                    <a:pt x="85045" y="112371"/>
                    <a:pt x="64782" y="112371"/>
                  </a:cubicBezTo>
                </a:path>
              </a:pathLst>
            </a:custGeom>
            <a:solidFill>
              <a:srgbClr val="FFFFFF"/>
            </a:solidFill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1AB32EF4-631A-1566-764E-879662A9AA2A}"/>
              </a:ext>
            </a:extLst>
          </p:cNvPr>
          <p:cNvSpPr txBox="1">
            <a:spLocks/>
          </p:cNvSpPr>
          <p:nvPr userDrawn="1"/>
        </p:nvSpPr>
        <p:spPr>
          <a:xfrm>
            <a:off x="5652001" y="0"/>
            <a:ext cx="6539997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7549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hapter slide D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7D2FB3EC-85ED-6294-6C3D-FA1B52C5C7F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7818" y="595428"/>
            <a:ext cx="5956364" cy="5670744"/>
          </a:xfrm>
          <a:custGeom>
            <a:avLst/>
            <a:gdLst>
              <a:gd name="connsiteX0" fmla="*/ 1892106 w 6459796"/>
              <a:gd name="connsiteY0" fmla="*/ 0 h 6459796"/>
              <a:gd name="connsiteX1" fmla="*/ 4567690 w 6459796"/>
              <a:gd name="connsiteY1" fmla="*/ 0 h 6459796"/>
              <a:gd name="connsiteX2" fmla="*/ 6459796 w 6459796"/>
              <a:gd name="connsiteY2" fmla="*/ 1892106 h 6459796"/>
              <a:gd name="connsiteX3" fmla="*/ 6459796 w 6459796"/>
              <a:gd name="connsiteY3" fmla="*/ 4567690 h 6459796"/>
              <a:gd name="connsiteX4" fmla="*/ 4567690 w 6459796"/>
              <a:gd name="connsiteY4" fmla="*/ 6459796 h 6459796"/>
              <a:gd name="connsiteX5" fmla="*/ 1892106 w 6459796"/>
              <a:gd name="connsiteY5" fmla="*/ 6459796 h 6459796"/>
              <a:gd name="connsiteX6" fmla="*/ 0 w 6459796"/>
              <a:gd name="connsiteY6" fmla="*/ 4567690 h 6459796"/>
              <a:gd name="connsiteX7" fmla="*/ 0 w 6459796"/>
              <a:gd name="connsiteY7" fmla="*/ 1892106 h 645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59796" h="6459796">
                <a:moveTo>
                  <a:pt x="1892106" y="0"/>
                </a:moveTo>
                <a:lnTo>
                  <a:pt x="4567690" y="0"/>
                </a:lnTo>
                <a:lnTo>
                  <a:pt x="6459796" y="1892106"/>
                </a:lnTo>
                <a:lnTo>
                  <a:pt x="6459796" y="4567690"/>
                </a:lnTo>
                <a:lnTo>
                  <a:pt x="4567690" y="6459796"/>
                </a:lnTo>
                <a:lnTo>
                  <a:pt x="1892106" y="6459796"/>
                </a:lnTo>
                <a:lnTo>
                  <a:pt x="0" y="4567690"/>
                </a:lnTo>
                <a:lnTo>
                  <a:pt x="0" y="18921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8589BF97-D8C1-C7D3-F767-BDF87C046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05272" y="6468156"/>
            <a:ext cx="1010839" cy="272453"/>
            <a:chOff x="10705272" y="6468156"/>
            <a:chExt cx="1010839" cy="272453"/>
          </a:xfrm>
          <a:solidFill>
            <a:srgbClr val="FFFFFF"/>
          </a:solidFill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CA41C03-6A78-2914-F085-34C25C02A1A2}"/>
                </a:ext>
              </a:extLst>
            </p:cNvPr>
            <p:cNvSpPr/>
            <p:nvPr/>
          </p:nvSpPr>
          <p:spPr>
            <a:xfrm rot="-1199926">
              <a:off x="10735213" y="6498097"/>
              <a:ext cx="212570" cy="212571"/>
            </a:xfrm>
            <a:custGeom>
              <a:avLst/>
              <a:gdLst>
                <a:gd name="connsiteX0" fmla="*/ 0 w 212570"/>
                <a:gd name="connsiteY0" fmla="*/ 0 h 212571"/>
                <a:gd name="connsiteX1" fmla="*/ 212571 w 212570"/>
                <a:gd name="connsiteY1" fmla="*/ 0 h 212571"/>
                <a:gd name="connsiteX2" fmla="*/ 212571 w 212570"/>
                <a:gd name="connsiteY2" fmla="*/ 212572 h 212571"/>
                <a:gd name="connsiteX3" fmla="*/ 0 w 212570"/>
                <a:gd name="connsiteY3" fmla="*/ 212572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570" h="212571">
                  <a:moveTo>
                    <a:pt x="0" y="0"/>
                  </a:moveTo>
                  <a:lnTo>
                    <a:pt x="212571" y="0"/>
                  </a:lnTo>
                  <a:lnTo>
                    <a:pt x="212571" y="212572"/>
                  </a:lnTo>
                  <a:lnTo>
                    <a:pt x="0" y="212572"/>
                  </a:lnTo>
                  <a:close/>
                </a:path>
              </a:pathLst>
            </a:custGeom>
            <a:grpFill/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grpSp>
          <p:nvGrpSpPr>
            <p:cNvPr id="10" name="Logo">
              <a:extLst>
                <a:ext uri="{FF2B5EF4-FFF2-40B4-BE49-F238E27FC236}">
                  <a16:creationId xmlns:a16="http://schemas.microsoft.com/office/drawing/2014/main" id="{5BCFA00D-BDCB-3CB4-FE3F-15E9228B2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1044132" y="6533629"/>
              <a:ext cx="671802" cy="185599"/>
              <a:chOff x="11044132" y="6533629"/>
              <a:chExt cx="671802" cy="185599"/>
            </a:xfrm>
            <a:grpFill/>
          </p:grpSpPr>
          <p:sp>
            <p:nvSpPr>
              <p:cNvPr id="11" name="Forma libre 10">
                <a:extLst>
                  <a:ext uri="{FF2B5EF4-FFF2-40B4-BE49-F238E27FC236}">
                    <a16:creationId xmlns:a16="http://schemas.microsoft.com/office/drawing/2014/main" id="{93D472DC-3EAD-6DCC-3802-3989781ABDF4}"/>
                  </a:ext>
                </a:extLst>
              </p:cNvPr>
              <p:cNvSpPr/>
              <p:nvPr/>
            </p:nvSpPr>
            <p:spPr>
              <a:xfrm>
                <a:off x="11044132" y="6534242"/>
                <a:ext cx="126990" cy="137113"/>
              </a:xfrm>
              <a:custGeom>
                <a:avLst/>
                <a:gdLst>
                  <a:gd name="connsiteX0" fmla="*/ 97850 w 126990"/>
                  <a:gd name="connsiteY0" fmla="*/ 134660 h 137113"/>
                  <a:gd name="connsiteX1" fmla="*/ 95703 w 126990"/>
                  <a:gd name="connsiteY1" fmla="*/ 132512 h 137113"/>
                  <a:gd name="connsiteX2" fmla="*/ 96316 w 126990"/>
                  <a:gd name="connsiteY2" fmla="*/ 116255 h 137113"/>
                  <a:gd name="connsiteX3" fmla="*/ 55827 w 126990"/>
                  <a:gd name="connsiteY3" fmla="*/ 137114 h 137113"/>
                  <a:gd name="connsiteX4" fmla="*/ 0 w 126990"/>
                  <a:gd name="connsiteY4" fmla="*/ 69017 h 137113"/>
                  <a:gd name="connsiteX5" fmla="*/ 56440 w 126990"/>
                  <a:gd name="connsiteY5" fmla="*/ 0 h 137113"/>
                  <a:gd name="connsiteX6" fmla="*/ 96316 w 126990"/>
                  <a:gd name="connsiteY6" fmla="*/ 19631 h 137113"/>
                  <a:gd name="connsiteX7" fmla="*/ 95396 w 126990"/>
                  <a:gd name="connsiteY7" fmla="*/ 4908 h 137113"/>
                  <a:gd name="connsiteX8" fmla="*/ 97543 w 126990"/>
                  <a:gd name="connsiteY8" fmla="*/ 2761 h 137113"/>
                  <a:gd name="connsiteX9" fmla="*/ 124843 w 126990"/>
                  <a:gd name="connsiteY9" fmla="*/ 2761 h 137113"/>
                  <a:gd name="connsiteX10" fmla="*/ 126990 w 126990"/>
                  <a:gd name="connsiteY10" fmla="*/ 4908 h 137113"/>
                  <a:gd name="connsiteX11" fmla="*/ 126070 w 126990"/>
                  <a:gd name="connsiteY11" fmla="*/ 68403 h 137113"/>
                  <a:gd name="connsiteX12" fmla="*/ 126990 w 126990"/>
                  <a:gd name="connsiteY12" fmla="*/ 132819 h 137113"/>
                  <a:gd name="connsiteX13" fmla="*/ 124843 w 126990"/>
                  <a:gd name="connsiteY13" fmla="*/ 134966 h 137113"/>
                  <a:gd name="connsiteX14" fmla="*/ 97850 w 126990"/>
                  <a:gd name="connsiteY14" fmla="*/ 134966 h 137113"/>
                  <a:gd name="connsiteX15" fmla="*/ 64109 w 126990"/>
                  <a:gd name="connsiteY15" fmla="*/ 115335 h 137113"/>
                  <a:gd name="connsiteX16" fmla="*/ 97237 w 126990"/>
                  <a:gd name="connsiteY16" fmla="*/ 69324 h 137113"/>
                  <a:gd name="connsiteX17" fmla="*/ 65029 w 126990"/>
                  <a:gd name="connsiteY17" fmla="*/ 21779 h 137113"/>
                  <a:gd name="connsiteX18" fmla="*/ 31594 w 126990"/>
                  <a:gd name="connsiteY18" fmla="*/ 66870 h 137113"/>
                  <a:gd name="connsiteX19" fmla="*/ 64109 w 126990"/>
                  <a:gd name="connsiteY19" fmla="*/ 115335 h 137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6990" h="137113">
                    <a:moveTo>
                      <a:pt x="97850" y="134660"/>
                    </a:moveTo>
                    <a:cubicBezTo>
                      <a:pt x="96930" y="134660"/>
                      <a:pt x="95703" y="133739"/>
                      <a:pt x="95703" y="132512"/>
                    </a:cubicBezTo>
                    <a:lnTo>
                      <a:pt x="96316" y="116255"/>
                    </a:lnTo>
                    <a:cubicBezTo>
                      <a:pt x="87421" y="129445"/>
                      <a:pt x="73618" y="137114"/>
                      <a:pt x="55827" y="137114"/>
                    </a:cubicBezTo>
                    <a:cubicBezTo>
                      <a:pt x="19325" y="137114"/>
                      <a:pt x="0" y="107360"/>
                      <a:pt x="0" y="69017"/>
                    </a:cubicBezTo>
                    <a:cubicBezTo>
                      <a:pt x="0" y="30674"/>
                      <a:pt x="21165" y="0"/>
                      <a:pt x="56440" y="0"/>
                    </a:cubicBezTo>
                    <a:cubicBezTo>
                      <a:pt x="73924" y="0"/>
                      <a:pt x="87421" y="6748"/>
                      <a:pt x="96316" y="19631"/>
                    </a:cubicBezTo>
                    <a:lnTo>
                      <a:pt x="95396" y="4908"/>
                    </a:lnTo>
                    <a:cubicBezTo>
                      <a:pt x="95396" y="3988"/>
                      <a:pt x="96316" y="2761"/>
                      <a:pt x="97543" y="2761"/>
                    </a:cubicBezTo>
                    <a:lnTo>
                      <a:pt x="124843" y="2761"/>
                    </a:lnTo>
                    <a:cubicBezTo>
                      <a:pt x="125763" y="2761"/>
                      <a:pt x="126990" y="3681"/>
                      <a:pt x="126990" y="4908"/>
                    </a:cubicBezTo>
                    <a:lnTo>
                      <a:pt x="126070" y="68403"/>
                    </a:lnTo>
                    <a:lnTo>
                      <a:pt x="126990" y="132819"/>
                    </a:lnTo>
                    <a:cubicBezTo>
                      <a:pt x="126990" y="133739"/>
                      <a:pt x="126070" y="134966"/>
                      <a:pt x="124843" y="134966"/>
                    </a:cubicBezTo>
                    <a:lnTo>
                      <a:pt x="97850" y="134966"/>
                    </a:lnTo>
                    <a:close/>
                    <a:moveTo>
                      <a:pt x="64109" y="115335"/>
                    </a:moveTo>
                    <a:cubicBezTo>
                      <a:pt x="84967" y="115335"/>
                      <a:pt x="96930" y="99998"/>
                      <a:pt x="97237" y="69324"/>
                    </a:cubicBezTo>
                    <a:cubicBezTo>
                      <a:pt x="97543" y="38956"/>
                      <a:pt x="85580" y="21779"/>
                      <a:pt x="65029" y="21779"/>
                    </a:cubicBezTo>
                    <a:cubicBezTo>
                      <a:pt x="42330" y="21472"/>
                      <a:pt x="31594" y="38649"/>
                      <a:pt x="31594" y="66870"/>
                    </a:cubicBezTo>
                    <a:cubicBezTo>
                      <a:pt x="31287" y="97544"/>
                      <a:pt x="42330" y="115335"/>
                      <a:pt x="64109" y="115335"/>
                    </a:cubicBez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2" name="Forma libre 11">
                <a:extLst>
                  <a:ext uri="{FF2B5EF4-FFF2-40B4-BE49-F238E27FC236}">
                    <a16:creationId xmlns:a16="http://schemas.microsoft.com/office/drawing/2014/main" id="{8DE83E3A-1B51-5AB4-5B3F-147BF9B26A74}"/>
                  </a:ext>
                </a:extLst>
              </p:cNvPr>
              <p:cNvSpPr/>
              <p:nvPr/>
            </p:nvSpPr>
            <p:spPr>
              <a:xfrm>
                <a:off x="11454550" y="6533935"/>
                <a:ext cx="130060" cy="138033"/>
              </a:xfrm>
              <a:custGeom>
                <a:avLst/>
                <a:gdLst>
                  <a:gd name="connsiteX0" fmla="*/ 65336 w 130060"/>
                  <a:gd name="connsiteY0" fmla="*/ 138034 h 138033"/>
                  <a:gd name="connsiteX1" fmla="*/ 0 w 130060"/>
                  <a:gd name="connsiteY1" fmla="*/ 69324 h 138033"/>
                  <a:gd name="connsiteX2" fmla="*/ 65336 w 130060"/>
                  <a:gd name="connsiteY2" fmla="*/ 0 h 138033"/>
                  <a:gd name="connsiteX3" fmla="*/ 130058 w 130060"/>
                  <a:gd name="connsiteY3" fmla="*/ 68710 h 138033"/>
                  <a:gd name="connsiteX4" fmla="*/ 65336 w 130060"/>
                  <a:gd name="connsiteY4" fmla="*/ 138034 h 138033"/>
                  <a:gd name="connsiteX5" fmla="*/ 65336 w 130060"/>
                  <a:gd name="connsiteY5" fmla="*/ 116255 h 138033"/>
                  <a:gd name="connsiteX6" fmla="*/ 98464 w 130060"/>
                  <a:gd name="connsiteY6" fmla="*/ 69324 h 138033"/>
                  <a:gd name="connsiteX7" fmla="*/ 65029 w 130060"/>
                  <a:gd name="connsiteY7" fmla="*/ 21779 h 138033"/>
                  <a:gd name="connsiteX8" fmla="*/ 31594 w 130060"/>
                  <a:gd name="connsiteY8" fmla="*/ 69630 h 138033"/>
                  <a:gd name="connsiteX9" fmla="*/ 65336 w 130060"/>
                  <a:gd name="connsiteY9" fmla="*/ 116255 h 138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060" h="138033">
                    <a:moveTo>
                      <a:pt x="65336" y="138034"/>
                    </a:moveTo>
                    <a:cubicBezTo>
                      <a:pt x="23619" y="138034"/>
                      <a:pt x="0" y="111040"/>
                      <a:pt x="0" y="69324"/>
                    </a:cubicBezTo>
                    <a:cubicBezTo>
                      <a:pt x="0" y="27607"/>
                      <a:pt x="23619" y="0"/>
                      <a:pt x="65336" y="0"/>
                    </a:cubicBezTo>
                    <a:cubicBezTo>
                      <a:pt x="106745" y="0"/>
                      <a:pt x="130058" y="26993"/>
                      <a:pt x="130058" y="68710"/>
                    </a:cubicBezTo>
                    <a:cubicBezTo>
                      <a:pt x="130364" y="110427"/>
                      <a:pt x="107052" y="138034"/>
                      <a:pt x="65336" y="138034"/>
                    </a:cubicBezTo>
                    <a:close/>
                    <a:moveTo>
                      <a:pt x="65336" y="116255"/>
                    </a:moveTo>
                    <a:cubicBezTo>
                      <a:pt x="87728" y="116255"/>
                      <a:pt x="98464" y="100918"/>
                      <a:pt x="98464" y="69324"/>
                    </a:cubicBezTo>
                    <a:cubicBezTo>
                      <a:pt x="98464" y="38036"/>
                      <a:pt x="87421" y="21779"/>
                      <a:pt x="65029" y="21779"/>
                    </a:cubicBezTo>
                    <a:cubicBezTo>
                      <a:pt x="42330" y="22085"/>
                      <a:pt x="31594" y="38343"/>
                      <a:pt x="31594" y="69630"/>
                    </a:cubicBezTo>
                    <a:cubicBezTo>
                      <a:pt x="31594" y="100611"/>
                      <a:pt x="42944" y="116255"/>
                      <a:pt x="65336" y="116255"/>
                    </a:cubicBez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3" name="Forma libre 12">
                <a:extLst>
                  <a:ext uri="{FF2B5EF4-FFF2-40B4-BE49-F238E27FC236}">
                    <a16:creationId xmlns:a16="http://schemas.microsoft.com/office/drawing/2014/main" id="{BB26CCEC-24F0-1B20-FD80-329F3CD378C3}"/>
                  </a:ext>
                </a:extLst>
              </p:cNvPr>
              <p:cNvSpPr/>
              <p:nvPr/>
            </p:nvSpPr>
            <p:spPr>
              <a:xfrm>
                <a:off x="11596878" y="6533629"/>
                <a:ext cx="118708" cy="135273"/>
              </a:xfrm>
              <a:custGeom>
                <a:avLst/>
                <a:gdLst>
                  <a:gd name="connsiteX0" fmla="*/ 2147 w 118708"/>
                  <a:gd name="connsiteY0" fmla="*/ 135273 h 135273"/>
                  <a:gd name="connsiteX1" fmla="*/ 0 w 118708"/>
                  <a:gd name="connsiteY1" fmla="*/ 133126 h 135273"/>
                  <a:gd name="connsiteX2" fmla="*/ 920 w 118708"/>
                  <a:gd name="connsiteY2" fmla="*/ 73005 h 135273"/>
                  <a:gd name="connsiteX3" fmla="*/ 614 w 118708"/>
                  <a:gd name="connsiteY3" fmla="*/ 5215 h 135273"/>
                  <a:gd name="connsiteX4" fmla="*/ 2761 w 118708"/>
                  <a:gd name="connsiteY4" fmla="*/ 3067 h 135273"/>
                  <a:gd name="connsiteX5" fmla="*/ 28527 w 118708"/>
                  <a:gd name="connsiteY5" fmla="*/ 3067 h 135273"/>
                  <a:gd name="connsiteX6" fmla="*/ 30674 w 118708"/>
                  <a:gd name="connsiteY6" fmla="*/ 5215 h 135273"/>
                  <a:gd name="connsiteX7" fmla="*/ 29754 w 118708"/>
                  <a:gd name="connsiteY7" fmla="*/ 22392 h 135273"/>
                  <a:gd name="connsiteX8" fmla="*/ 73004 w 118708"/>
                  <a:gd name="connsiteY8" fmla="*/ 0 h 135273"/>
                  <a:gd name="connsiteX9" fmla="*/ 118095 w 118708"/>
                  <a:gd name="connsiteY9" fmla="*/ 51839 h 135273"/>
                  <a:gd name="connsiteX10" fmla="*/ 118095 w 118708"/>
                  <a:gd name="connsiteY10" fmla="*/ 79139 h 135273"/>
                  <a:gd name="connsiteX11" fmla="*/ 118708 w 118708"/>
                  <a:gd name="connsiteY11" fmla="*/ 133126 h 135273"/>
                  <a:gd name="connsiteX12" fmla="*/ 116561 w 118708"/>
                  <a:gd name="connsiteY12" fmla="*/ 135273 h 135273"/>
                  <a:gd name="connsiteX13" fmla="*/ 89261 w 118708"/>
                  <a:gd name="connsiteY13" fmla="*/ 135273 h 135273"/>
                  <a:gd name="connsiteX14" fmla="*/ 87114 w 118708"/>
                  <a:gd name="connsiteY14" fmla="*/ 133126 h 135273"/>
                  <a:gd name="connsiteX15" fmla="*/ 87728 w 118708"/>
                  <a:gd name="connsiteY15" fmla="*/ 79139 h 135273"/>
                  <a:gd name="connsiteX16" fmla="*/ 87728 w 118708"/>
                  <a:gd name="connsiteY16" fmla="*/ 52760 h 135273"/>
                  <a:gd name="connsiteX17" fmla="*/ 63495 w 118708"/>
                  <a:gd name="connsiteY17" fmla="*/ 24233 h 135273"/>
                  <a:gd name="connsiteX18" fmla="*/ 30981 w 118708"/>
                  <a:gd name="connsiteY18" fmla="*/ 64722 h 135273"/>
                  <a:gd name="connsiteX19" fmla="*/ 30981 w 118708"/>
                  <a:gd name="connsiteY19" fmla="*/ 79139 h 135273"/>
                  <a:gd name="connsiteX20" fmla="*/ 31594 w 118708"/>
                  <a:gd name="connsiteY20" fmla="*/ 133126 h 135273"/>
                  <a:gd name="connsiteX21" fmla="*/ 29447 w 118708"/>
                  <a:gd name="connsiteY21" fmla="*/ 135273 h 135273"/>
                  <a:gd name="connsiteX22" fmla="*/ 2147 w 118708"/>
                  <a:gd name="connsiteY22" fmla="*/ 135273 h 13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708" h="135273">
                    <a:moveTo>
                      <a:pt x="2147" y="135273"/>
                    </a:moveTo>
                    <a:cubicBezTo>
                      <a:pt x="1227" y="135273"/>
                      <a:pt x="0" y="134353"/>
                      <a:pt x="0" y="133126"/>
                    </a:cubicBezTo>
                    <a:lnTo>
                      <a:pt x="920" y="73005"/>
                    </a:lnTo>
                    <a:lnTo>
                      <a:pt x="614" y="5215"/>
                    </a:lnTo>
                    <a:cubicBezTo>
                      <a:pt x="614" y="4294"/>
                      <a:pt x="1534" y="3067"/>
                      <a:pt x="2761" y="3067"/>
                    </a:cubicBezTo>
                    <a:lnTo>
                      <a:pt x="28527" y="3067"/>
                    </a:lnTo>
                    <a:cubicBezTo>
                      <a:pt x="29447" y="3067"/>
                      <a:pt x="30674" y="3988"/>
                      <a:pt x="30674" y="5215"/>
                    </a:cubicBezTo>
                    <a:lnTo>
                      <a:pt x="29754" y="22392"/>
                    </a:lnTo>
                    <a:cubicBezTo>
                      <a:pt x="38342" y="10122"/>
                      <a:pt x="53373" y="0"/>
                      <a:pt x="73004" y="0"/>
                    </a:cubicBezTo>
                    <a:cubicBezTo>
                      <a:pt x="100304" y="0"/>
                      <a:pt x="118095" y="18404"/>
                      <a:pt x="118095" y="51839"/>
                    </a:cubicBezTo>
                    <a:lnTo>
                      <a:pt x="118095" y="79139"/>
                    </a:lnTo>
                    <a:lnTo>
                      <a:pt x="118708" y="133126"/>
                    </a:lnTo>
                    <a:cubicBezTo>
                      <a:pt x="118708" y="134046"/>
                      <a:pt x="117788" y="135273"/>
                      <a:pt x="116561" y="135273"/>
                    </a:cubicBezTo>
                    <a:lnTo>
                      <a:pt x="89261" y="135273"/>
                    </a:lnTo>
                    <a:cubicBezTo>
                      <a:pt x="88341" y="135273"/>
                      <a:pt x="87114" y="134353"/>
                      <a:pt x="87114" y="133126"/>
                    </a:cubicBezTo>
                    <a:lnTo>
                      <a:pt x="87728" y="79139"/>
                    </a:lnTo>
                    <a:lnTo>
                      <a:pt x="87728" y="52760"/>
                    </a:lnTo>
                    <a:cubicBezTo>
                      <a:pt x="87728" y="34048"/>
                      <a:pt x="77605" y="24233"/>
                      <a:pt x="63495" y="24233"/>
                    </a:cubicBezTo>
                    <a:cubicBezTo>
                      <a:pt x="48158" y="24233"/>
                      <a:pt x="33435" y="37422"/>
                      <a:pt x="30981" y="64722"/>
                    </a:cubicBezTo>
                    <a:lnTo>
                      <a:pt x="30981" y="79139"/>
                    </a:lnTo>
                    <a:lnTo>
                      <a:pt x="31594" y="133126"/>
                    </a:lnTo>
                    <a:cubicBezTo>
                      <a:pt x="31594" y="134046"/>
                      <a:pt x="30674" y="135273"/>
                      <a:pt x="29447" y="135273"/>
                    </a:cubicBezTo>
                    <a:lnTo>
                      <a:pt x="2147" y="135273"/>
                    </a:ln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4" name="Forma libre 13">
                <a:extLst>
                  <a:ext uri="{FF2B5EF4-FFF2-40B4-BE49-F238E27FC236}">
                    <a16:creationId xmlns:a16="http://schemas.microsoft.com/office/drawing/2014/main" id="{D1E5872B-FB10-7E98-47AA-24231468C5FD}"/>
                  </a:ext>
                </a:extLst>
              </p:cNvPr>
              <p:cNvSpPr/>
              <p:nvPr/>
            </p:nvSpPr>
            <p:spPr>
              <a:xfrm>
                <a:off x="11181245" y="6533629"/>
                <a:ext cx="129444" cy="138033"/>
              </a:xfrm>
              <a:custGeom>
                <a:avLst/>
                <a:gdLst>
                  <a:gd name="connsiteX0" fmla="*/ 129444 w 129444"/>
                  <a:gd name="connsiteY0" fmla="*/ 72698 h 138033"/>
                  <a:gd name="connsiteX1" fmla="*/ 127297 w 129444"/>
                  <a:gd name="connsiteY1" fmla="*/ 74845 h 138033"/>
                  <a:gd name="connsiteX2" fmla="*/ 30981 w 129444"/>
                  <a:gd name="connsiteY2" fmla="*/ 74845 h 138033"/>
                  <a:gd name="connsiteX3" fmla="*/ 65949 w 129444"/>
                  <a:gd name="connsiteY3" fmla="*/ 116255 h 138033"/>
                  <a:gd name="connsiteX4" fmla="*/ 95396 w 129444"/>
                  <a:gd name="connsiteY4" fmla="*/ 95090 h 138033"/>
                  <a:gd name="connsiteX5" fmla="*/ 95396 w 129444"/>
                  <a:gd name="connsiteY5" fmla="*/ 95090 h 138033"/>
                  <a:gd name="connsiteX6" fmla="*/ 97850 w 129444"/>
                  <a:gd name="connsiteY6" fmla="*/ 92943 h 138033"/>
                  <a:gd name="connsiteX7" fmla="*/ 123616 w 129444"/>
                  <a:gd name="connsiteY7" fmla="*/ 92943 h 138033"/>
                  <a:gd name="connsiteX8" fmla="*/ 125457 w 129444"/>
                  <a:gd name="connsiteY8" fmla="*/ 95090 h 138033"/>
                  <a:gd name="connsiteX9" fmla="*/ 65336 w 129444"/>
                  <a:gd name="connsiteY9" fmla="*/ 138034 h 138033"/>
                  <a:gd name="connsiteX10" fmla="*/ 0 w 129444"/>
                  <a:gd name="connsiteY10" fmla="*/ 69324 h 138033"/>
                  <a:gd name="connsiteX11" fmla="*/ 64415 w 129444"/>
                  <a:gd name="connsiteY11" fmla="*/ 0 h 138033"/>
                  <a:gd name="connsiteX12" fmla="*/ 129444 w 129444"/>
                  <a:gd name="connsiteY12" fmla="*/ 72698 h 138033"/>
                  <a:gd name="connsiteX13" fmla="*/ 96010 w 129444"/>
                  <a:gd name="connsiteY13" fmla="*/ 53987 h 138033"/>
                  <a:gd name="connsiteX14" fmla="*/ 64722 w 129444"/>
                  <a:gd name="connsiteY14" fmla="*/ 21472 h 138033"/>
                  <a:gd name="connsiteX15" fmla="*/ 31901 w 129444"/>
                  <a:gd name="connsiteY15" fmla="*/ 53987 h 138033"/>
                  <a:gd name="connsiteX16" fmla="*/ 96010 w 129444"/>
                  <a:gd name="connsiteY16" fmla="*/ 53987 h 138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444" h="138033">
                    <a:moveTo>
                      <a:pt x="129444" y="72698"/>
                    </a:moveTo>
                    <a:cubicBezTo>
                      <a:pt x="129444" y="73618"/>
                      <a:pt x="128524" y="74845"/>
                      <a:pt x="127297" y="74845"/>
                    </a:cubicBezTo>
                    <a:lnTo>
                      <a:pt x="30981" y="74845"/>
                    </a:lnTo>
                    <a:cubicBezTo>
                      <a:pt x="32208" y="103065"/>
                      <a:pt x="43864" y="116255"/>
                      <a:pt x="65949" y="116255"/>
                    </a:cubicBezTo>
                    <a:cubicBezTo>
                      <a:pt x="80979" y="116255"/>
                      <a:pt x="91102" y="109200"/>
                      <a:pt x="95396" y="95090"/>
                    </a:cubicBezTo>
                    <a:lnTo>
                      <a:pt x="95396" y="95090"/>
                    </a:lnTo>
                    <a:cubicBezTo>
                      <a:pt x="95703" y="93863"/>
                      <a:pt x="96930" y="92943"/>
                      <a:pt x="97850" y="92943"/>
                    </a:cubicBezTo>
                    <a:lnTo>
                      <a:pt x="123616" y="92943"/>
                    </a:lnTo>
                    <a:cubicBezTo>
                      <a:pt x="124536" y="92943"/>
                      <a:pt x="125763" y="93863"/>
                      <a:pt x="125457" y="95090"/>
                    </a:cubicBezTo>
                    <a:cubicBezTo>
                      <a:pt x="120549" y="119016"/>
                      <a:pt x="99077" y="138034"/>
                      <a:pt x="65336" y="138034"/>
                    </a:cubicBezTo>
                    <a:cubicBezTo>
                      <a:pt x="22699" y="138034"/>
                      <a:pt x="0" y="109507"/>
                      <a:pt x="0" y="69324"/>
                    </a:cubicBezTo>
                    <a:cubicBezTo>
                      <a:pt x="0" y="27607"/>
                      <a:pt x="24232" y="0"/>
                      <a:pt x="64415" y="0"/>
                    </a:cubicBezTo>
                    <a:cubicBezTo>
                      <a:pt x="105519" y="0"/>
                      <a:pt x="128524" y="27607"/>
                      <a:pt x="129444" y="72698"/>
                    </a:cubicBezTo>
                    <a:close/>
                    <a:moveTo>
                      <a:pt x="96010" y="53987"/>
                    </a:moveTo>
                    <a:cubicBezTo>
                      <a:pt x="94783" y="36809"/>
                      <a:pt x="84967" y="21472"/>
                      <a:pt x="64722" y="21472"/>
                    </a:cubicBezTo>
                    <a:cubicBezTo>
                      <a:pt x="46318" y="21472"/>
                      <a:pt x="35275" y="32821"/>
                      <a:pt x="31901" y="53987"/>
                    </a:cubicBezTo>
                    <a:lnTo>
                      <a:pt x="96010" y="53987"/>
                    </a:ln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5A8583B1-B4F1-679D-EA48-48A26BB4DDB1}"/>
                  </a:ext>
                </a:extLst>
              </p:cNvPr>
              <p:cNvSpPr/>
              <p:nvPr/>
            </p:nvSpPr>
            <p:spPr>
              <a:xfrm>
                <a:off x="11317131" y="6534549"/>
                <a:ext cx="126990" cy="184679"/>
              </a:xfrm>
              <a:custGeom>
                <a:avLst/>
                <a:gdLst>
                  <a:gd name="connsiteX0" fmla="*/ 126990 w 126990"/>
                  <a:gd name="connsiteY0" fmla="*/ 4294 h 184679"/>
                  <a:gd name="connsiteX1" fmla="*/ 124843 w 126990"/>
                  <a:gd name="connsiteY1" fmla="*/ 2147 h 184679"/>
                  <a:gd name="connsiteX2" fmla="*/ 97850 w 126990"/>
                  <a:gd name="connsiteY2" fmla="*/ 2147 h 184679"/>
                  <a:gd name="connsiteX3" fmla="*/ 95703 w 126990"/>
                  <a:gd name="connsiteY3" fmla="*/ 4294 h 184679"/>
                  <a:gd name="connsiteX4" fmla="*/ 96316 w 126990"/>
                  <a:gd name="connsiteY4" fmla="*/ 19018 h 184679"/>
                  <a:gd name="connsiteX5" fmla="*/ 56747 w 126990"/>
                  <a:gd name="connsiteY5" fmla="*/ 0 h 184679"/>
                  <a:gd name="connsiteX6" fmla="*/ 0 w 126990"/>
                  <a:gd name="connsiteY6" fmla="*/ 67483 h 184679"/>
                  <a:gd name="connsiteX7" fmla="*/ 57974 w 126990"/>
                  <a:gd name="connsiteY7" fmla="*/ 133433 h 184679"/>
                  <a:gd name="connsiteX8" fmla="*/ 97543 w 126990"/>
                  <a:gd name="connsiteY8" fmla="*/ 112574 h 184679"/>
                  <a:gd name="connsiteX9" fmla="*/ 97543 w 126990"/>
                  <a:gd name="connsiteY9" fmla="*/ 127605 h 184679"/>
                  <a:gd name="connsiteX10" fmla="*/ 65336 w 126990"/>
                  <a:gd name="connsiteY10" fmla="*/ 163187 h 184679"/>
                  <a:gd name="connsiteX11" fmla="*/ 35889 w 126990"/>
                  <a:gd name="connsiteY11" fmla="*/ 145702 h 184679"/>
                  <a:gd name="connsiteX12" fmla="*/ 33435 w 126990"/>
                  <a:gd name="connsiteY12" fmla="*/ 143555 h 184679"/>
                  <a:gd name="connsiteX13" fmla="*/ 6748 w 126990"/>
                  <a:gd name="connsiteY13" fmla="*/ 143555 h 184679"/>
                  <a:gd name="connsiteX14" fmla="*/ 4601 w 126990"/>
                  <a:gd name="connsiteY14" fmla="*/ 145702 h 184679"/>
                  <a:gd name="connsiteX15" fmla="*/ 64109 w 126990"/>
                  <a:gd name="connsiteY15" fmla="*/ 184658 h 184679"/>
                  <a:gd name="connsiteX16" fmla="*/ 125763 w 126990"/>
                  <a:gd name="connsiteY16" fmla="*/ 127911 h 184679"/>
                  <a:gd name="connsiteX17" fmla="*/ 125457 w 126990"/>
                  <a:gd name="connsiteY17" fmla="*/ 63189 h 184679"/>
                  <a:gd name="connsiteX18" fmla="*/ 126990 w 126990"/>
                  <a:gd name="connsiteY18" fmla="*/ 4294 h 184679"/>
                  <a:gd name="connsiteX19" fmla="*/ 65029 w 126990"/>
                  <a:gd name="connsiteY19" fmla="*/ 112267 h 184679"/>
                  <a:gd name="connsiteX20" fmla="*/ 31594 w 126990"/>
                  <a:gd name="connsiteY20" fmla="*/ 66256 h 184679"/>
                  <a:gd name="connsiteX21" fmla="*/ 65029 w 126990"/>
                  <a:gd name="connsiteY21" fmla="*/ 21779 h 184679"/>
                  <a:gd name="connsiteX22" fmla="*/ 97237 w 126990"/>
                  <a:gd name="connsiteY22" fmla="*/ 68710 h 184679"/>
                  <a:gd name="connsiteX23" fmla="*/ 65029 w 126990"/>
                  <a:gd name="connsiteY23" fmla="*/ 112267 h 184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6990" h="184679">
                    <a:moveTo>
                      <a:pt x="126990" y="4294"/>
                    </a:moveTo>
                    <a:cubicBezTo>
                      <a:pt x="126990" y="3374"/>
                      <a:pt x="126070" y="2147"/>
                      <a:pt x="124843" y="2147"/>
                    </a:cubicBezTo>
                    <a:lnTo>
                      <a:pt x="97850" y="2147"/>
                    </a:lnTo>
                    <a:cubicBezTo>
                      <a:pt x="96930" y="2147"/>
                      <a:pt x="95703" y="3067"/>
                      <a:pt x="95703" y="4294"/>
                    </a:cubicBezTo>
                    <a:lnTo>
                      <a:pt x="96316" y="19018"/>
                    </a:lnTo>
                    <a:cubicBezTo>
                      <a:pt x="87728" y="6748"/>
                      <a:pt x="74231" y="0"/>
                      <a:pt x="56747" y="0"/>
                    </a:cubicBezTo>
                    <a:cubicBezTo>
                      <a:pt x="21165" y="0"/>
                      <a:pt x="0" y="30367"/>
                      <a:pt x="0" y="67483"/>
                    </a:cubicBezTo>
                    <a:cubicBezTo>
                      <a:pt x="0" y="104906"/>
                      <a:pt x="19631" y="133433"/>
                      <a:pt x="57974" y="133433"/>
                    </a:cubicBezTo>
                    <a:cubicBezTo>
                      <a:pt x="75458" y="133433"/>
                      <a:pt x="88648" y="125764"/>
                      <a:pt x="97543" y="112574"/>
                    </a:cubicBezTo>
                    <a:lnTo>
                      <a:pt x="97543" y="127605"/>
                    </a:lnTo>
                    <a:cubicBezTo>
                      <a:pt x="97543" y="152451"/>
                      <a:pt x="84353" y="163187"/>
                      <a:pt x="65336" y="163187"/>
                    </a:cubicBezTo>
                    <a:cubicBezTo>
                      <a:pt x="49385" y="163187"/>
                      <a:pt x="38956" y="157358"/>
                      <a:pt x="35889" y="145702"/>
                    </a:cubicBezTo>
                    <a:cubicBezTo>
                      <a:pt x="35582" y="144475"/>
                      <a:pt x="34662" y="143555"/>
                      <a:pt x="33435" y="143555"/>
                    </a:cubicBezTo>
                    <a:lnTo>
                      <a:pt x="6748" y="143555"/>
                    </a:lnTo>
                    <a:cubicBezTo>
                      <a:pt x="5828" y="143555"/>
                      <a:pt x="4601" y="144475"/>
                      <a:pt x="4601" y="145702"/>
                    </a:cubicBezTo>
                    <a:cubicBezTo>
                      <a:pt x="8282" y="172389"/>
                      <a:pt x="32514" y="185272"/>
                      <a:pt x="64109" y="184658"/>
                    </a:cubicBezTo>
                    <a:cubicBezTo>
                      <a:pt x="104598" y="184658"/>
                      <a:pt x="126070" y="163493"/>
                      <a:pt x="125763" y="127911"/>
                    </a:cubicBezTo>
                    <a:lnTo>
                      <a:pt x="125457" y="63189"/>
                    </a:lnTo>
                    <a:lnTo>
                      <a:pt x="126990" y="4294"/>
                    </a:lnTo>
                    <a:close/>
                    <a:moveTo>
                      <a:pt x="65029" y="112267"/>
                    </a:moveTo>
                    <a:cubicBezTo>
                      <a:pt x="43250" y="112574"/>
                      <a:pt x="31594" y="96317"/>
                      <a:pt x="31594" y="66256"/>
                    </a:cubicBezTo>
                    <a:cubicBezTo>
                      <a:pt x="31594" y="38036"/>
                      <a:pt x="42944" y="21165"/>
                      <a:pt x="65029" y="21779"/>
                    </a:cubicBezTo>
                    <a:cubicBezTo>
                      <a:pt x="86194" y="22085"/>
                      <a:pt x="97543" y="38649"/>
                      <a:pt x="97237" y="68710"/>
                    </a:cubicBezTo>
                    <a:cubicBezTo>
                      <a:pt x="96930" y="97851"/>
                      <a:pt x="85274" y="112267"/>
                      <a:pt x="65029" y="112267"/>
                    </a:cubicBez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655231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hapter slide D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9999" y="1989000"/>
            <a:ext cx="4932000" cy="2880001"/>
          </a:xfrm>
        </p:spPr>
        <p:txBody>
          <a:bodyPr anchor="ctr" anchorCtr="0">
            <a:noAutofit/>
          </a:bodyPr>
          <a:lstStyle>
            <a:lvl1pPr>
              <a:lnSpc>
                <a:spcPct val="85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chapter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0">
            <a:extLst>
              <a:ext uri="{FF2B5EF4-FFF2-40B4-BE49-F238E27FC236}">
                <a16:creationId xmlns:a16="http://schemas.microsoft.com/office/drawing/2014/main" id="{7D2FB3EC-85ED-6294-6C3D-FA1B52C5C7F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7818" y="595428"/>
            <a:ext cx="5956364" cy="5670744"/>
          </a:xfrm>
          <a:custGeom>
            <a:avLst/>
            <a:gdLst>
              <a:gd name="connsiteX0" fmla="*/ 1892106 w 6459796"/>
              <a:gd name="connsiteY0" fmla="*/ 0 h 6459796"/>
              <a:gd name="connsiteX1" fmla="*/ 4567690 w 6459796"/>
              <a:gd name="connsiteY1" fmla="*/ 0 h 6459796"/>
              <a:gd name="connsiteX2" fmla="*/ 6459796 w 6459796"/>
              <a:gd name="connsiteY2" fmla="*/ 1892106 h 6459796"/>
              <a:gd name="connsiteX3" fmla="*/ 6459796 w 6459796"/>
              <a:gd name="connsiteY3" fmla="*/ 4567690 h 6459796"/>
              <a:gd name="connsiteX4" fmla="*/ 4567690 w 6459796"/>
              <a:gd name="connsiteY4" fmla="*/ 6459796 h 6459796"/>
              <a:gd name="connsiteX5" fmla="*/ 1892106 w 6459796"/>
              <a:gd name="connsiteY5" fmla="*/ 6459796 h 6459796"/>
              <a:gd name="connsiteX6" fmla="*/ 0 w 6459796"/>
              <a:gd name="connsiteY6" fmla="*/ 4567690 h 6459796"/>
              <a:gd name="connsiteX7" fmla="*/ 0 w 6459796"/>
              <a:gd name="connsiteY7" fmla="*/ 1892106 h 645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59796" h="6459796">
                <a:moveTo>
                  <a:pt x="1892106" y="0"/>
                </a:moveTo>
                <a:lnTo>
                  <a:pt x="4567690" y="0"/>
                </a:lnTo>
                <a:lnTo>
                  <a:pt x="6459796" y="1892106"/>
                </a:lnTo>
                <a:lnTo>
                  <a:pt x="6459796" y="4567690"/>
                </a:lnTo>
                <a:lnTo>
                  <a:pt x="4567690" y="6459796"/>
                </a:lnTo>
                <a:lnTo>
                  <a:pt x="1892106" y="6459796"/>
                </a:lnTo>
                <a:lnTo>
                  <a:pt x="0" y="4567690"/>
                </a:lnTo>
                <a:lnTo>
                  <a:pt x="0" y="18921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  <p:grpSp>
        <p:nvGrpSpPr>
          <p:cNvPr id="8" name="Logo">
            <a:extLst>
              <a:ext uri="{FF2B5EF4-FFF2-40B4-BE49-F238E27FC236}">
                <a16:creationId xmlns:a16="http://schemas.microsoft.com/office/drawing/2014/main" id="{8589BF97-D8C1-C7D3-F767-BDF87C046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705272" y="6468156"/>
            <a:ext cx="1010839" cy="272453"/>
            <a:chOff x="10705272" y="6468156"/>
            <a:chExt cx="1010839" cy="272453"/>
          </a:xfrm>
          <a:solidFill>
            <a:srgbClr val="FFFFFF"/>
          </a:solidFill>
        </p:grpSpPr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CA41C03-6A78-2914-F085-34C25C02A1A2}"/>
                </a:ext>
              </a:extLst>
            </p:cNvPr>
            <p:cNvSpPr/>
            <p:nvPr/>
          </p:nvSpPr>
          <p:spPr>
            <a:xfrm rot="-1199926">
              <a:off x="10735213" y="6498097"/>
              <a:ext cx="212570" cy="212571"/>
            </a:xfrm>
            <a:custGeom>
              <a:avLst/>
              <a:gdLst>
                <a:gd name="connsiteX0" fmla="*/ 0 w 212570"/>
                <a:gd name="connsiteY0" fmla="*/ 0 h 212571"/>
                <a:gd name="connsiteX1" fmla="*/ 212571 w 212570"/>
                <a:gd name="connsiteY1" fmla="*/ 0 h 212571"/>
                <a:gd name="connsiteX2" fmla="*/ 212571 w 212570"/>
                <a:gd name="connsiteY2" fmla="*/ 212572 h 212571"/>
                <a:gd name="connsiteX3" fmla="*/ 0 w 212570"/>
                <a:gd name="connsiteY3" fmla="*/ 212572 h 212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570" h="212571">
                  <a:moveTo>
                    <a:pt x="0" y="0"/>
                  </a:moveTo>
                  <a:lnTo>
                    <a:pt x="212571" y="0"/>
                  </a:lnTo>
                  <a:lnTo>
                    <a:pt x="212571" y="212572"/>
                  </a:lnTo>
                  <a:lnTo>
                    <a:pt x="0" y="212572"/>
                  </a:lnTo>
                  <a:close/>
                </a:path>
              </a:pathLst>
            </a:custGeom>
            <a:grpFill/>
            <a:ln w="306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s-ES"/>
            </a:p>
          </p:txBody>
        </p:sp>
        <p:grpSp>
          <p:nvGrpSpPr>
            <p:cNvPr id="10" name="Logo">
              <a:extLst>
                <a:ext uri="{FF2B5EF4-FFF2-40B4-BE49-F238E27FC236}">
                  <a16:creationId xmlns:a16="http://schemas.microsoft.com/office/drawing/2014/main" id="{5BCFA00D-BDCB-3CB4-FE3F-15E9228B2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11044132" y="6533629"/>
              <a:ext cx="671802" cy="185599"/>
              <a:chOff x="11044132" y="6533629"/>
              <a:chExt cx="671802" cy="185599"/>
            </a:xfrm>
            <a:grpFill/>
          </p:grpSpPr>
          <p:sp>
            <p:nvSpPr>
              <p:cNvPr id="11" name="Forma libre 10">
                <a:extLst>
                  <a:ext uri="{FF2B5EF4-FFF2-40B4-BE49-F238E27FC236}">
                    <a16:creationId xmlns:a16="http://schemas.microsoft.com/office/drawing/2014/main" id="{93D472DC-3EAD-6DCC-3802-3989781ABDF4}"/>
                  </a:ext>
                </a:extLst>
              </p:cNvPr>
              <p:cNvSpPr/>
              <p:nvPr/>
            </p:nvSpPr>
            <p:spPr>
              <a:xfrm>
                <a:off x="11044132" y="6534242"/>
                <a:ext cx="126990" cy="137113"/>
              </a:xfrm>
              <a:custGeom>
                <a:avLst/>
                <a:gdLst>
                  <a:gd name="connsiteX0" fmla="*/ 97850 w 126990"/>
                  <a:gd name="connsiteY0" fmla="*/ 134660 h 137113"/>
                  <a:gd name="connsiteX1" fmla="*/ 95703 w 126990"/>
                  <a:gd name="connsiteY1" fmla="*/ 132512 h 137113"/>
                  <a:gd name="connsiteX2" fmla="*/ 96316 w 126990"/>
                  <a:gd name="connsiteY2" fmla="*/ 116255 h 137113"/>
                  <a:gd name="connsiteX3" fmla="*/ 55827 w 126990"/>
                  <a:gd name="connsiteY3" fmla="*/ 137114 h 137113"/>
                  <a:gd name="connsiteX4" fmla="*/ 0 w 126990"/>
                  <a:gd name="connsiteY4" fmla="*/ 69017 h 137113"/>
                  <a:gd name="connsiteX5" fmla="*/ 56440 w 126990"/>
                  <a:gd name="connsiteY5" fmla="*/ 0 h 137113"/>
                  <a:gd name="connsiteX6" fmla="*/ 96316 w 126990"/>
                  <a:gd name="connsiteY6" fmla="*/ 19631 h 137113"/>
                  <a:gd name="connsiteX7" fmla="*/ 95396 w 126990"/>
                  <a:gd name="connsiteY7" fmla="*/ 4908 h 137113"/>
                  <a:gd name="connsiteX8" fmla="*/ 97543 w 126990"/>
                  <a:gd name="connsiteY8" fmla="*/ 2761 h 137113"/>
                  <a:gd name="connsiteX9" fmla="*/ 124843 w 126990"/>
                  <a:gd name="connsiteY9" fmla="*/ 2761 h 137113"/>
                  <a:gd name="connsiteX10" fmla="*/ 126990 w 126990"/>
                  <a:gd name="connsiteY10" fmla="*/ 4908 h 137113"/>
                  <a:gd name="connsiteX11" fmla="*/ 126070 w 126990"/>
                  <a:gd name="connsiteY11" fmla="*/ 68403 h 137113"/>
                  <a:gd name="connsiteX12" fmla="*/ 126990 w 126990"/>
                  <a:gd name="connsiteY12" fmla="*/ 132819 h 137113"/>
                  <a:gd name="connsiteX13" fmla="*/ 124843 w 126990"/>
                  <a:gd name="connsiteY13" fmla="*/ 134966 h 137113"/>
                  <a:gd name="connsiteX14" fmla="*/ 97850 w 126990"/>
                  <a:gd name="connsiteY14" fmla="*/ 134966 h 137113"/>
                  <a:gd name="connsiteX15" fmla="*/ 64109 w 126990"/>
                  <a:gd name="connsiteY15" fmla="*/ 115335 h 137113"/>
                  <a:gd name="connsiteX16" fmla="*/ 97237 w 126990"/>
                  <a:gd name="connsiteY16" fmla="*/ 69324 h 137113"/>
                  <a:gd name="connsiteX17" fmla="*/ 65029 w 126990"/>
                  <a:gd name="connsiteY17" fmla="*/ 21779 h 137113"/>
                  <a:gd name="connsiteX18" fmla="*/ 31594 w 126990"/>
                  <a:gd name="connsiteY18" fmla="*/ 66870 h 137113"/>
                  <a:gd name="connsiteX19" fmla="*/ 64109 w 126990"/>
                  <a:gd name="connsiteY19" fmla="*/ 115335 h 137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6990" h="137113">
                    <a:moveTo>
                      <a:pt x="97850" y="134660"/>
                    </a:moveTo>
                    <a:cubicBezTo>
                      <a:pt x="96930" y="134660"/>
                      <a:pt x="95703" y="133739"/>
                      <a:pt x="95703" y="132512"/>
                    </a:cubicBezTo>
                    <a:lnTo>
                      <a:pt x="96316" y="116255"/>
                    </a:lnTo>
                    <a:cubicBezTo>
                      <a:pt x="87421" y="129445"/>
                      <a:pt x="73618" y="137114"/>
                      <a:pt x="55827" y="137114"/>
                    </a:cubicBezTo>
                    <a:cubicBezTo>
                      <a:pt x="19325" y="137114"/>
                      <a:pt x="0" y="107360"/>
                      <a:pt x="0" y="69017"/>
                    </a:cubicBezTo>
                    <a:cubicBezTo>
                      <a:pt x="0" y="30674"/>
                      <a:pt x="21165" y="0"/>
                      <a:pt x="56440" y="0"/>
                    </a:cubicBezTo>
                    <a:cubicBezTo>
                      <a:pt x="73924" y="0"/>
                      <a:pt x="87421" y="6748"/>
                      <a:pt x="96316" y="19631"/>
                    </a:cubicBezTo>
                    <a:lnTo>
                      <a:pt x="95396" y="4908"/>
                    </a:lnTo>
                    <a:cubicBezTo>
                      <a:pt x="95396" y="3988"/>
                      <a:pt x="96316" y="2761"/>
                      <a:pt x="97543" y="2761"/>
                    </a:cubicBezTo>
                    <a:lnTo>
                      <a:pt x="124843" y="2761"/>
                    </a:lnTo>
                    <a:cubicBezTo>
                      <a:pt x="125763" y="2761"/>
                      <a:pt x="126990" y="3681"/>
                      <a:pt x="126990" y="4908"/>
                    </a:cubicBezTo>
                    <a:lnTo>
                      <a:pt x="126070" y="68403"/>
                    </a:lnTo>
                    <a:lnTo>
                      <a:pt x="126990" y="132819"/>
                    </a:lnTo>
                    <a:cubicBezTo>
                      <a:pt x="126990" y="133739"/>
                      <a:pt x="126070" y="134966"/>
                      <a:pt x="124843" y="134966"/>
                    </a:cubicBezTo>
                    <a:lnTo>
                      <a:pt x="97850" y="134966"/>
                    </a:lnTo>
                    <a:close/>
                    <a:moveTo>
                      <a:pt x="64109" y="115335"/>
                    </a:moveTo>
                    <a:cubicBezTo>
                      <a:pt x="84967" y="115335"/>
                      <a:pt x="96930" y="99998"/>
                      <a:pt x="97237" y="69324"/>
                    </a:cubicBezTo>
                    <a:cubicBezTo>
                      <a:pt x="97543" y="38956"/>
                      <a:pt x="85580" y="21779"/>
                      <a:pt x="65029" y="21779"/>
                    </a:cubicBezTo>
                    <a:cubicBezTo>
                      <a:pt x="42330" y="21472"/>
                      <a:pt x="31594" y="38649"/>
                      <a:pt x="31594" y="66870"/>
                    </a:cubicBezTo>
                    <a:cubicBezTo>
                      <a:pt x="31287" y="97544"/>
                      <a:pt x="42330" y="115335"/>
                      <a:pt x="64109" y="115335"/>
                    </a:cubicBez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2" name="Forma libre 11">
                <a:extLst>
                  <a:ext uri="{FF2B5EF4-FFF2-40B4-BE49-F238E27FC236}">
                    <a16:creationId xmlns:a16="http://schemas.microsoft.com/office/drawing/2014/main" id="{8DE83E3A-1B51-5AB4-5B3F-147BF9B26A74}"/>
                  </a:ext>
                </a:extLst>
              </p:cNvPr>
              <p:cNvSpPr/>
              <p:nvPr/>
            </p:nvSpPr>
            <p:spPr>
              <a:xfrm>
                <a:off x="11454550" y="6533935"/>
                <a:ext cx="130060" cy="138033"/>
              </a:xfrm>
              <a:custGeom>
                <a:avLst/>
                <a:gdLst>
                  <a:gd name="connsiteX0" fmla="*/ 65336 w 130060"/>
                  <a:gd name="connsiteY0" fmla="*/ 138034 h 138033"/>
                  <a:gd name="connsiteX1" fmla="*/ 0 w 130060"/>
                  <a:gd name="connsiteY1" fmla="*/ 69324 h 138033"/>
                  <a:gd name="connsiteX2" fmla="*/ 65336 w 130060"/>
                  <a:gd name="connsiteY2" fmla="*/ 0 h 138033"/>
                  <a:gd name="connsiteX3" fmla="*/ 130058 w 130060"/>
                  <a:gd name="connsiteY3" fmla="*/ 68710 h 138033"/>
                  <a:gd name="connsiteX4" fmla="*/ 65336 w 130060"/>
                  <a:gd name="connsiteY4" fmla="*/ 138034 h 138033"/>
                  <a:gd name="connsiteX5" fmla="*/ 65336 w 130060"/>
                  <a:gd name="connsiteY5" fmla="*/ 116255 h 138033"/>
                  <a:gd name="connsiteX6" fmla="*/ 98464 w 130060"/>
                  <a:gd name="connsiteY6" fmla="*/ 69324 h 138033"/>
                  <a:gd name="connsiteX7" fmla="*/ 65029 w 130060"/>
                  <a:gd name="connsiteY7" fmla="*/ 21779 h 138033"/>
                  <a:gd name="connsiteX8" fmla="*/ 31594 w 130060"/>
                  <a:gd name="connsiteY8" fmla="*/ 69630 h 138033"/>
                  <a:gd name="connsiteX9" fmla="*/ 65336 w 130060"/>
                  <a:gd name="connsiteY9" fmla="*/ 116255 h 138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0060" h="138033">
                    <a:moveTo>
                      <a:pt x="65336" y="138034"/>
                    </a:moveTo>
                    <a:cubicBezTo>
                      <a:pt x="23619" y="138034"/>
                      <a:pt x="0" y="111040"/>
                      <a:pt x="0" y="69324"/>
                    </a:cubicBezTo>
                    <a:cubicBezTo>
                      <a:pt x="0" y="27607"/>
                      <a:pt x="23619" y="0"/>
                      <a:pt x="65336" y="0"/>
                    </a:cubicBezTo>
                    <a:cubicBezTo>
                      <a:pt x="106745" y="0"/>
                      <a:pt x="130058" y="26993"/>
                      <a:pt x="130058" y="68710"/>
                    </a:cubicBezTo>
                    <a:cubicBezTo>
                      <a:pt x="130364" y="110427"/>
                      <a:pt x="107052" y="138034"/>
                      <a:pt x="65336" y="138034"/>
                    </a:cubicBezTo>
                    <a:close/>
                    <a:moveTo>
                      <a:pt x="65336" y="116255"/>
                    </a:moveTo>
                    <a:cubicBezTo>
                      <a:pt x="87728" y="116255"/>
                      <a:pt x="98464" y="100918"/>
                      <a:pt x="98464" y="69324"/>
                    </a:cubicBezTo>
                    <a:cubicBezTo>
                      <a:pt x="98464" y="38036"/>
                      <a:pt x="87421" y="21779"/>
                      <a:pt x="65029" y="21779"/>
                    </a:cubicBezTo>
                    <a:cubicBezTo>
                      <a:pt x="42330" y="22085"/>
                      <a:pt x="31594" y="38343"/>
                      <a:pt x="31594" y="69630"/>
                    </a:cubicBezTo>
                    <a:cubicBezTo>
                      <a:pt x="31594" y="100611"/>
                      <a:pt x="42944" y="116255"/>
                      <a:pt x="65336" y="116255"/>
                    </a:cubicBez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3" name="Forma libre 12">
                <a:extLst>
                  <a:ext uri="{FF2B5EF4-FFF2-40B4-BE49-F238E27FC236}">
                    <a16:creationId xmlns:a16="http://schemas.microsoft.com/office/drawing/2014/main" id="{BB26CCEC-24F0-1B20-FD80-329F3CD378C3}"/>
                  </a:ext>
                </a:extLst>
              </p:cNvPr>
              <p:cNvSpPr/>
              <p:nvPr/>
            </p:nvSpPr>
            <p:spPr>
              <a:xfrm>
                <a:off x="11596878" y="6533629"/>
                <a:ext cx="118708" cy="135273"/>
              </a:xfrm>
              <a:custGeom>
                <a:avLst/>
                <a:gdLst>
                  <a:gd name="connsiteX0" fmla="*/ 2147 w 118708"/>
                  <a:gd name="connsiteY0" fmla="*/ 135273 h 135273"/>
                  <a:gd name="connsiteX1" fmla="*/ 0 w 118708"/>
                  <a:gd name="connsiteY1" fmla="*/ 133126 h 135273"/>
                  <a:gd name="connsiteX2" fmla="*/ 920 w 118708"/>
                  <a:gd name="connsiteY2" fmla="*/ 73005 h 135273"/>
                  <a:gd name="connsiteX3" fmla="*/ 614 w 118708"/>
                  <a:gd name="connsiteY3" fmla="*/ 5215 h 135273"/>
                  <a:gd name="connsiteX4" fmla="*/ 2761 w 118708"/>
                  <a:gd name="connsiteY4" fmla="*/ 3067 h 135273"/>
                  <a:gd name="connsiteX5" fmla="*/ 28527 w 118708"/>
                  <a:gd name="connsiteY5" fmla="*/ 3067 h 135273"/>
                  <a:gd name="connsiteX6" fmla="*/ 30674 w 118708"/>
                  <a:gd name="connsiteY6" fmla="*/ 5215 h 135273"/>
                  <a:gd name="connsiteX7" fmla="*/ 29754 w 118708"/>
                  <a:gd name="connsiteY7" fmla="*/ 22392 h 135273"/>
                  <a:gd name="connsiteX8" fmla="*/ 73004 w 118708"/>
                  <a:gd name="connsiteY8" fmla="*/ 0 h 135273"/>
                  <a:gd name="connsiteX9" fmla="*/ 118095 w 118708"/>
                  <a:gd name="connsiteY9" fmla="*/ 51839 h 135273"/>
                  <a:gd name="connsiteX10" fmla="*/ 118095 w 118708"/>
                  <a:gd name="connsiteY10" fmla="*/ 79139 h 135273"/>
                  <a:gd name="connsiteX11" fmla="*/ 118708 w 118708"/>
                  <a:gd name="connsiteY11" fmla="*/ 133126 h 135273"/>
                  <a:gd name="connsiteX12" fmla="*/ 116561 w 118708"/>
                  <a:gd name="connsiteY12" fmla="*/ 135273 h 135273"/>
                  <a:gd name="connsiteX13" fmla="*/ 89261 w 118708"/>
                  <a:gd name="connsiteY13" fmla="*/ 135273 h 135273"/>
                  <a:gd name="connsiteX14" fmla="*/ 87114 w 118708"/>
                  <a:gd name="connsiteY14" fmla="*/ 133126 h 135273"/>
                  <a:gd name="connsiteX15" fmla="*/ 87728 w 118708"/>
                  <a:gd name="connsiteY15" fmla="*/ 79139 h 135273"/>
                  <a:gd name="connsiteX16" fmla="*/ 87728 w 118708"/>
                  <a:gd name="connsiteY16" fmla="*/ 52760 h 135273"/>
                  <a:gd name="connsiteX17" fmla="*/ 63495 w 118708"/>
                  <a:gd name="connsiteY17" fmla="*/ 24233 h 135273"/>
                  <a:gd name="connsiteX18" fmla="*/ 30981 w 118708"/>
                  <a:gd name="connsiteY18" fmla="*/ 64722 h 135273"/>
                  <a:gd name="connsiteX19" fmla="*/ 30981 w 118708"/>
                  <a:gd name="connsiteY19" fmla="*/ 79139 h 135273"/>
                  <a:gd name="connsiteX20" fmla="*/ 31594 w 118708"/>
                  <a:gd name="connsiteY20" fmla="*/ 133126 h 135273"/>
                  <a:gd name="connsiteX21" fmla="*/ 29447 w 118708"/>
                  <a:gd name="connsiteY21" fmla="*/ 135273 h 135273"/>
                  <a:gd name="connsiteX22" fmla="*/ 2147 w 118708"/>
                  <a:gd name="connsiteY22" fmla="*/ 135273 h 1352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708" h="135273">
                    <a:moveTo>
                      <a:pt x="2147" y="135273"/>
                    </a:moveTo>
                    <a:cubicBezTo>
                      <a:pt x="1227" y="135273"/>
                      <a:pt x="0" y="134353"/>
                      <a:pt x="0" y="133126"/>
                    </a:cubicBezTo>
                    <a:lnTo>
                      <a:pt x="920" y="73005"/>
                    </a:lnTo>
                    <a:lnTo>
                      <a:pt x="614" y="5215"/>
                    </a:lnTo>
                    <a:cubicBezTo>
                      <a:pt x="614" y="4294"/>
                      <a:pt x="1534" y="3067"/>
                      <a:pt x="2761" y="3067"/>
                    </a:cubicBezTo>
                    <a:lnTo>
                      <a:pt x="28527" y="3067"/>
                    </a:lnTo>
                    <a:cubicBezTo>
                      <a:pt x="29447" y="3067"/>
                      <a:pt x="30674" y="3988"/>
                      <a:pt x="30674" y="5215"/>
                    </a:cubicBezTo>
                    <a:lnTo>
                      <a:pt x="29754" y="22392"/>
                    </a:lnTo>
                    <a:cubicBezTo>
                      <a:pt x="38342" y="10122"/>
                      <a:pt x="53373" y="0"/>
                      <a:pt x="73004" y="0"/>
                    </a:cubicBezTo>
                    <a:cubicBezTo>
                      <a:pt x="100304" y="0"/>
                      <a:pt x="118095" y="18404"/>
                      <a:pt x="118095" y="51839"/>
                    </a:cubicBezTo>
                    <a:lnTo>
                      <a:pt x="118095" y="79139"/>
                    </a:lnTo>
                    <a:lnTo>
                      <a:pt x="118708" y="133126"/>
                    </a:lnTo>
                    <a:cubicBezTo>
                      <a:pt x="118708" y="134046"/>
                      <a:pt x="117788" y="135273"/>
                      <a:pt x="116561" y="135273"/>
                    </a:cubicBezTo>
                    <a:lnTo>
                      <a:pt x="89261" y="135273"/>
                    </a:lnTo>
                    <a:cubicBezTo>
                      <a:pt x="88341" y="135273"/>
                      <a:pt x="87114" y="134353"/>
                      <a:pt x="87114" y="133126"/>
                    </a:cubicBezTo>
                    <a:lnTo>
                      <a:pt x="87728" y="79139"/>
                    </a:lnTo>
                    <a:lnTo>
                      <a:pt x="87728" y="52760"/>
                    </a:lnTo>
                    <a:cubicBezTo>
                      <a:pt x="87728" y="34048"/>
                      <a:pt x="77605" y="24233"/>
                      <a:pt x="63495" y="24233"/>
                    </a:cubicBezTo>
                    <a:cubicBezTo>
                      <a:pt x="48158" y="24233"/>
                      <a:pt x="33435" y="37422"/>
                      <a:pt x="30981" y="64722"/>
                    </a:cubicBezTo>
                    <a:lnTo>
                      <a:pt x="30981" y="79139"/>
                    </a:lnTo>
                    <a:lnTo>
                      <a:pt x="31594" y="133126"/>
                    </a:lnTo>
                    <a:cubicBezTo>
                      <a:pt x="31594" y="134046"/>
                      <a:pt x="30674" y="135273"/>
                      <a:pt x="29447" y="135273"/>
                    </a:cubicBezTo>
                    <a:lnTo>
                      <a:pt x="2147" y="135273"/>
                    </a:ln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4" name="Forma libre 13">
                <a:extLst>
                  <a:ext uri="{FF2B5EF4-FFF2-40B4-BE49-F238E27FC236}">
                    <a16:creationId xmlns:a16="http://schemas.microsoft.com/office/drawing/2014/main" id="{D1E5872B-FB10-7E98-47AA-24231468C5FD}"/>
                  </a:ext>
                </a:extLst>
              </p:cNvPr>
              <p:cNvSpPr/>
              <p:nvPr/>
            </p:nvSpPr>
            <p:spPr>
              <a:xfrm>
                <a:off x="11181245" y="6533629"/>
                <a:ext cx="129444" cy="138033"/>
              </a:xfrm>
              <a:custGeom>
                <a:avLst/>
                <a:gdLst>
                  <a:gd name="connsiteX0" fmla="*/ 129444 w 129444"/>
                  <a:gd name="connsiteY0" fmla="*/ 72698 h 138033"/>
                  <a:gd name="connsiteX1" fmla="*/ 127297 w 129444"/>
                  <a:gd name="connsiteY1" fmla="*/ 74845 h 138033"/>
                  <a:gd name="connsiteX2" fmla="*/ 30981 w 129444"/>
                  <a:gd name="connsiteY2" fmla="*/ 74845 h 138033"/>
                  <a:gd name="connsiteX3" fmla="*/ 65949 w 129444"/>
                  <a:gd name="connsiteY3" fmla="*/ 116255 h 138033"/>
                  <a:gd name="connsiteX4" fmla="*/ 95396 w 129444"/>
                  <a:gd name="connsiteY4" fmla="*/ 95090 h 138033"/>
                  <a:gd name="connsiteX5" fmla="*/ 95396 w 129444"/>
                  <a:gd name="connsiteY5" fmla="*/ 95090 h 138033"/>
                  <a:gd name="connsiteX6" fmla="*/ 97850 w 129444"/>
                  <a:gd name="connsiteY6" fmla="*/ 92943 h 138033"/>
                  <a:gd name="connsiteX7" fmla="*/ 123616 w 129444"/>
                  <a:gd name="connsiteY7" fmla="*/ 92943 h 138033"/>
                  <a:gd name="connsiteX8" fmla="*/ 125457 w 129444"/>
                  <a:gd name="connsiteY8" fmla="*/ 95090 h 138033"/>
                  <a:gd name="connsiteX9" fmla="*/ 65336 w 129444"/>
                  <a:gd name="connsiteY9" fmla="*/ 138034 h 138033"/>
                  <a:gd name="connsiteX10" fmla="*/ 0 w 129444"/>
                  <a:gd name="connsiteY10" fmla="*/ 69324 h 138033"/>
                  <a:gd name="connsiteX11" fmla="*/ 64415 w 129444"/>
                  <a:gd name="connsiteY11" fmla="*/ 0 h 138033"/>
                  <a:gd name="connsiteX12" fmla="*/ 129444 w 129444"/>
                  <a:gd name="connsiteY12" fmla="*/ 72698 h 138033"/>
                  <a:gd name="connsiteX13" fmla="*/ 96010 w 129444"/>
                  <a:gd name="connsiteY13" fmla="*/ 53987 h 138033"/>
                  <a:gd name="connsiteX14" fmla="*/ 64722 w 129444"/>
                  <a:gd name="connsiteY14" fmla="*/ 21472 h 138033"/>
                  <a:gd name="connsiteX15" fmla="*/ 31901 w 129444"/>
                  <a:gd name="connsiteY15" fmla="*/ 53987 h 138033"/>
                  <a:gd name="connsiteX16" fmla="*/ 96010 w 129444"/>
                  <a:gd name="connsiteY16" fmla="*/ 53987 h 138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444" h="138033">
                    <a:moveTo>
                      <a:pt x="129444" y="72698"/>
                    </a:moveTo>
                    <a:cubicBezTo>
                      <a:pt x="129444" y="73618"/>
                      <a:pt x="128524" y="74845"/>
                      <a:pt x="127297" y="74845"/>
                    </a:cubicBezTo>
                    <a:lnTo>
                      <a:pt x="30981" y="74845"/>
                    </a:lnTo>
                    <a:cubicBezTo>
                      <a:pt x="32208" y="103065"/>
                      <a:pt x="43864" y="116255"/>
                      <a:pt x="65949" y="116255"/>
                    </a:cubicBezTo>
                    <a:cubicBezTo>
                      <a:pt x="80979" y="116255"/>
                      <a:pt x="91102" y="109200"/>
                      <a:pt x="95396" y="95090"/>
                    </a:cubicBezTo>
                    <a:lnTo>
                      <a:pt x="95396" y="95090"/>
                    </a:lnTo>
                    <a:cubicBezTo>
                      <a:pt x="95703" y="93863"/>
                      <a:pt x="96930" y="92943"/>
                      <a:pt x="97850" y="92943"/>
                    </a:cubicBezTo>
                    <a:lnTo>
                      <a:pt x="123616" y="92943"/>
                    </a:lnTo>
                    <a:cubicBezTo>
                      <a:pt x="124536" y="92943"/>
                      <a:pt x="125763" y="93863"/>
                      <a:pt x="125457" y="95090"/>
                    </a:cubicBezTo>
                    <a:cubicBezTo>
                      <a:pt x="120549" y="119016"/>
                      <a:pt x="99077" y="138034"/>
                      <a:pt x="65336" y="138034"/>
                    </a:cubicBezTo>
                    <a:cubicBezTo>
                      <a:pt x="22699" y="138034"/>
                      <a:pt x="0" y="109507"/>
                      <a:pt x="0" y="69324"/>
                    </a:cubicBezTo>
                    <a:cubicBezTo>
                      <a:pt x="0" y="27607"/>
                      <a:pt x="24232" y="0"/>
                      <a:pt x="64415" y="0"/>
                    </a:cubicBezTo>
                    <a:cubicBezTo>
                      <a:pt x="105519" y="0"/>
                      <a:pt x="128524" y="27607"/>
                      <a:pt x="129444" y="72698"/>
                    </a:cubicBezTo>
                    <a:close/>
                    <a:moveTo>
                      <a:pt x="96010" y="53987"/>
                    </a:moveTo>
                    <a:cubicBezTo>
                      <a:pt x="94783" y="36809"/>
                      <a:pt x="84967" y="21472"/>
                      <a:pt x="64722" y="21472"/>
                    </a:cubicBezTo>
                    <a:cubicBezTo>
                      <a:pt x="46318" y="21472"/>
                      <a:pt x="35275" y="32821"/>
                      <a:pt x="31901" y="53987"/>
                    </a:cubicBezTo>
                    <a:lnTo>
                      <a:pt x="96010" y="53987"/>
                    </a:ln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  <p:sp>
            <p:nvSpPr>
              <p:cNvPr id="15" name="Forma libre 14">
                <a:extLst>
                  <a:ext uri="{FF2B5EF4-FFF2-40B4-BE49-F238E27FC236}">
                    <a16:creationId xmlns:a16="http://schemas.microsoft.com/office/drawing/2014/main" id="{5A8583B1-B4F1-679D-EA48-48A26BB4DDB1}"/>
                  </a:ext>
                </a:extLst>
              </p:cNvPr>
              <p:cNvSpPr/>
              <p:nvPr/>
            </p:nvSpPr>
            <p:spPr>
              <a:xfrm>
                <a:off x="11317131" y="6534549"/>
                <a:ext cx="126990" cy="184679"/>
              </a:xfrm>
              <a:custGeom>
                <a:avLst/>
                <a:gdLst>
                  <a:gd name="connsiteX0" fmla="*/ 126990 w 126990"/>
                  <a:gd name="connsiteY0" fmla="*/ 4294 h 184679"/>
                  <a:gd name="connsiteX1" fmla="*/ 124843 w 126990"/>
                  <a:gd name="connsiteY1" fmla="*/ 2147 h 184679"/>
                  <a:gd name="connsiteX2" fmla="*/ 97850 w 126990"/>
                  <a:gd name="connsiteY2" fmla="*/ 2147 h 184679"/>
                  <a:gd name="connsiteX3" fmla="*/ 95703 w 126990"/>
                  <a:gd name="connsiteY3" fmla="*/ 4294 h 184679"/>
                  <a:gd name="connsiteX4" fmla="*/ 96316 w 126990"/>
                  <a:gd name="connsiteY4" fmla="*/ 19018 h 184679"/>
                  <a:gd name="connsiteX5" fmla="*/ 56747 w 126990"/>
                  <a:gd name="connsiteY5" fmla="*/ 0 h 184679"/>
                  <a:gd name="connsiteX6" fmla="*/ 0 w 126990"/>
                  <a:gd name="connsiteY6" fmla="*/ 67483 h 184679"/>
                  <a:gd name="connsiteX7" fmla="*/ 57974 w 126990"/>
                  <a:gd name="connsiteY7" fmla="*/ 133433 h 184679"/>
                  <a:gd name="connsiteX8" fmla="*/ 97543 w 126990"/>
                  <a:gd name="connsiteY8" fmla="*/ 112574 h 184679"/>
                  <a:gd name="connsiteX9" fmla="*/ 97543 w 126990"/>
                  <a:gd name="connsiteY9" fmla="*/ 127605 h 184679"/>
                  <a:gd name="connsiteX10" fmla="*/ 65336 w 126990"/>
                  <a:gd name="connsiteY10" fmla="*/ 163187 h 184679"/>
                  <a:gd name="connsiteX11" fmla="*/ 35889 w 126990"/>
                  <a:gd name="connsiteY11" fmla="*/ 145702 h 184679"/>
                  <a:gd name="connsiteX12" fmla="*/ 33435 w 126990"/>
                  <a:gd name="connsiteY12" fmla="*/ 143555 h 184679"/>
                  <a:gd name="connsiteX13" fmla="*/ 6748 w 126990"/>
                  <a:gd name="connsiteY13" fmla="*/ 143555 h 184679"/>
                  <a:gd name="connsiteX14" fmla="*/ 4601 w 126990"/>
                  <a:gd name="connsiteY14" fmla="*/ 145702 h 184679"/>
                  <a:gd name="connsiteX15" fmla="*/ 64109 w 126990"/>
                  <a:gd name="connsiteY15" fmla="*/ 184658 h 184679"/>
                  <a:gd name="connsiteX16" fmla="*/ 125763 w 126990"/>
                  <a:gd name="connsiteY16" fmla="*/ 127911 h 184679"/>
                  <a:gd name="connsiteX17" fmla="*/ 125457 w 126990"/>
                  <a:gd name="connsiteY17" fmla="*/ 63189 h 184679"/>
                  <a:gd name="connsiteX18" fmla="*/ 126990 w 126990"/>
                  <a:gd name="connsiteY18" fmla="*/ 4294 h 184679"/>
                  <a:gd name="connsiteX19" fmla="*/ 65029 w 126990"/>
                  <a:gd name="connsiteY19" fmla="*/ 112267 h 184679"/>
                  <a:gd name="connsiteX20" fmla="*/ 31594 w 126990"/>
                  <a:gd name="connsiteY20" fmla="*/ 66256 h 184679"/>
                  <a:gd name="connsiteX21" fmla="*/ 65029 w 126990"/>
                  <a:gd name="connsiteY21" fmla="*/ 21779 h 184679"/>
                  <a:gd name="connsiteX22" fmla="*/ 97237 w 126990"/>
                  <a:gd name="connsiteY22" fmla="*/ 68710 h 184679"/>
                  <a:gd name="connsiteX23" fmla="*/ 65029 w 126990"/>
                  <a:gd name="connsiteY23" fmla="*/ 112267 h 184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6990" h="184679">
                    <a:moveTo>
                      <a:pt x="126990" y="4294"/>
                    </a:moveTo>
                    <a:cubicBezTo>
                      <a:pt x="126990" y="3374"/>
                      <a:pt x="126070" y="2147"/>
                      <a:pt x="124843" y="2147"/>
                    </a:cubicBezTo>
                    <a:lnTo>
                      <a:pt x="97850" y="2147"/>
                    </a:lnTo>
                    <a:cubicBezTo>
                      <a:pt x="96930" y="2147"/>
                      <a:pt x="95703" y="3067"/>
                      <a:pt x="95703" y="4294"/>
                    </a:cubicBezTo>
                    <a:lnTo>
                      <a:pt x="96316" y="19018"/>
                    </a:lnTo>
                    <a:cubicBezTo>
                      <a:pt x="87728" y="6748"/>
                      <a:pt x="74231" y="0"/>
                      <a:pt x="56747" y="0"/>
                    </a:cubicBezTo>
                    <a:cubicBezTo>
                      <a:pt x="21165" y="0"/>
                      <a:pt x="0" y="30367"/>
                      <a:pt x="0" y="67483"/>
                    </a:cubicBezTo>
                    <a:cubicBezTo>
                      <a:pt x="0" y="104906"/>
                      <a:pt x="19631" y="133433"/>
                      <a:pt x="57974" y="133433"/>
                    </a:cubicBezTo>
                    <a:cubicBezTo>
                      <a:pt x="75458" y="133433"/>
                      <a:pt x="88648" y="125764"/>
                      <a:pt x="97543" y="112574"/>
                    </a:cubicBezTo>
                    <a:lnTo>
                      <a:pt x="97543" y="127605"/>
                    </a:lnTo>
                    <a:cubicBezTo>
                      <a:pt x="97543" y="152451"/>
                      <a:pt x="84353" y="163187"/>
                      <a:pt x="65336" y="163187"/>
                    </a:cubicBezTo>
                    <a:cubicBezTo>
                      <a:pt x="49385" y="163187"/>
                      <a:pt x="38956" y="157358"/>
                      <a:pt x="35889" y="145702"/>
                    </a:cubicBezTo>
                    <a:cubicBezTo>
                      <a:pt x="35582" y="144475"/>
                      <a:pt x="34662" y="143555"/>
                      <a:pt x="33435" y="143555"/>
                    </a:cubicBezTo>
                    <a:lnTo>
                      <a:pt x="6748" y="143555"/>
                    </a:lnTo>
                    <a:cubicBezTo>
                      <a:pt x="5828" y="143555"/>
                      <a:pt x="4601" y="144475"/>
                      <a:pt x="4601" y="145702"/>
                    </a:cubicBezTo>
                    <a:cubicBezTo>
                      <a:pt x="8282" y="172389"/>
                      <a:pt x="32514" y="185272"/>
                      <a:pt x="64109" y="184658"/>
                    </a:cubicBezTo>
                    <a:cubicBezTo>
                      <a:pt x="104598" y="184658"/>
                      <a:pt x="126070" y="163493"/>
                      <a:pt x="125763" y="127911"/>
                    </a:cubicBezTo>
                    <a:lnTo>
                      <a:pt x="125457" y="63189"/>
                    </a:lnTo>
                    <a:lnTo>
                      <a:pt x="126990" y="4294"/>
                    </a:lnTo>
                    <a:close/>
                    <a:moveTo>
                      <a:pt x="65029" y="112267"/>
                    </a:moveTo>
                    <a:cubicBezTo>
                      <a:pt x="43250" y="112574"/>
                      <a:pt x="31594" y="96317"/>
                      <a:pt x="31594" y="66256"/>
                    </a:cubicBezTo>
                    <a:cubicBezTo>
                      <a:pt x="31594" y="38036"/>
                      <a:pt x="42944" y="21165"/>
                      <a:pt x="65029" y="21779"/>
                    </a:cubicBezTo>
                    <a:cubicBezTo>
                      <a:pt x="86194" y="22085"/>
                      <a:pt x="97543" y="38649"/>
                      <a:pt x="97237" y="68710"/>
                    </a:cubicBezTo>
                    <a:cubicBezTo>
                      <a:pt x="96930" y="97851"/>
                      <a:pt x="85274" y="112267"/>
                      <a:pt x="65029" y="112267"/>
                    </a:cubicBezTo>
                    <a:close/>
                  </a:path>
                </a:pathLst>
              </a:custGeom>
              <a:grpFill/>
              <a:ln w="306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s-E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14670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412238"/>
            <a:ext cx="11232000" cy="46799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FE4C5731-EBC5-5F94-2A14-4F3B770ED7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FC4E808-7203-4917-098B-02B3326D1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F88F7BF-8BBB-5870-0AF6-9BEF5CC145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5262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A4799F-9603-C7F5-FC7C-3B147396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1DC5A23-6973-07D0-BF89-D1918D14F8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773000"/>
            <a:ext cx="11232000" cy="43192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000C6F27-CA37-5CD7-43D5-6EF8C6AFBF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682CA-815A-C561-7B5D-9446866D4D6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-1" y="6102000"/>
            <a:ext cx="828000" cy="756000"/>
          </a:xfrm>
        </p:spPr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864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47D7EB4-7059-9F86-302A-A0A1E0582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55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000" y="1414800"/>
            <a:ext cx="55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020BD283-A71D-083C-07CA-D1160A37E4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FC5A9-B0A2-A729-A108-87F8434147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7613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3FC5BC2-96AE-8D74-F8B4-E565DD3A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1608DE5-8B90-3D37-9371-2174E71A42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4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DF60D86F-95F6-5622-A5A8-3B70F2D48C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BB5236-25E0-CA99-CC75-9488BBADFCE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039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14C2899-A934-081F-BC75-86BAF44C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6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12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notes">
            <a:extLst>
              <a:ext uri="{FF2B5EF4-FFF2-40B4-BE49-F238E27FC236}">
                <a16:creationId xmlns:a16="http://schemas.microsoft.com/office/drawing/2014/main" id="{EF765057-AEE5-960E-8D05-A51B43D17A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960BD-F0C7-CB79-37EA-DECF1205A7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481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C1E4060-4D83-76DD-1415-C18A2D22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B0B60B6-D395-4EF1-4297-0B77BCD92F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96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5A280A0D-8E89-CDEC-A55E-E5854F4C66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7A015-CE51-197E-1602-0EA2F62264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5875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" name="think-cell data - do not delete" hidden="1">
            <a:extLst>
              <a:ext uri="{FF2B5EF4-FFF2-40B4-BE49-F238E27FC236}">
                <a16:creationId xmlns:a16="http://schemas.microsoft.com/office/drawing/2014/main" id="{E8818429-C388-B7D5-0265-DF9D9C1030A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500425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9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818429-C388-B7D5-0265-DF9D9C1030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FEFC0643-D659-E1D3-411A-95293270F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8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36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B02355-7378-0F0C-8543-00D8A317FC31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264000" y="1414800"/>
            <a:ext cx="244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notes">
            <a:extLst>
              <a:ext uri="{FF2B5EF4-FFF2-40B4-BE49-F238E27FC236}">
                <a16:creationId xmlns:a16="http://schemas.microsoft.com/office/drawing/2014/main" id="{687F9EB1-A21E-5C2F-7480-6EB0277298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0A89E-E2C9-833D-7637-2B5BF99642B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11529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hink-cell data - do not delete" hidden="1">
            <a:extLst>
              <a:ext uri="{FF2B5EF4-FFF2-40B4-BE49-F238E27FC236}">
                <a16:creationId xmlns:a16="http://schemas.microsoft.com/office/drawing/2014/main" id="{11E6F775-1596-5E4A-C305-9630A2C28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6415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1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E6F775-1596-5E4A-C305-9630A2C28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8B0B60B6-D395-4EF1-4297-0B77BCD92F8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7EE82-108F-E33E-FCA1-952163EFB1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970725-E095-1266-38E5-68F19D3A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08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BB2D415-F289-7C5C-4281-0729398A396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36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A33928D5-31BA-0E47-25B9-233CBC9061A4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264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notes">
            <a:extLst>
              <a:ext uri="{FF2B5EF4-FFF2-40B4-BE49-F238E27FC236}">
                <a16:creationId xmlns:a16="http://schemas.microsoft.com/office/drawing/2014/main" id="{AF6857AF-B3D7-D201-E7AA-9BB3D8257BC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A96EF-9513-2878-46AE-5A9AC62EE7B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BD543664-2D88-0164-4F63-BE9A4EE68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706235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0613D0-1E0E-702F-477E-E261662BB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3600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00" y="1774800"/>
            <a:ext cx="73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00" y="1414800"/>
            <a:ext cx="73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3CCE998-C69F-B067-E942-40E28616F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32CC6-04C6-A1DF-EF98-BE4B1B7C52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6773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Graph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414800"/>
            <a:ext cx="7308000" cy="468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3CCE998-C69F-B067-E942-40E28616F92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E32CC6-04C6-A1DF-EF98-BE4B1B7C525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EA6765A-0A24-8ECD-6ACA-745B37603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181319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EE9E1-21B6-0478-5B36-CDCA90B7A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797AFE-A6AB-52DD-3661-3235710595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04000" y="1772266"/>
            <a:ext cx="73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04000" y="2134800"/>
            <a:ext cx="7308000" cy="396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83AD14C-A566-E683-2E76-7DCA5D94F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B04B-F07D-B536-A5CE-3204B355DC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3546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ubtitle Content and Graph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E1EE9E1-21B6-0478-5B36-CDCA90B7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F6797AFE-A6AB-52DD-3661-3235710595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3D2CC6A-3B0B-B5CF-9B23-ED6BB3DB9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0000" y="1774800"/>
            <a:ext cx="73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535513A0-29A9-7D3B-9CDD-6733A2B1A2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2000" y="1772266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B0D2CA8A-2E63-60D9-815D-424F0324B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12000" y="2134800"/>
            <a:ext cx="3600000" cy="396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83AD14C-A566-E683-2E76-7DCA5D94F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6B04B-F07D-B536-A5CE-3204B355DCE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02170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and Imag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7A7D106-0063-3BE6-87C6-899E68606F48}"/>
              </a:ext>
            </a:extLst>
          </p:cNvPr>
          <p:cNvSpPr txBox="1">
            <a:spLocks/>
          </p:cNvSpPr>
          <p:nvPr userDrawn="1"/>
        </p:nvSpPr>
        <p:spPr>
          <a:xfrm>
            <a:off x="5371529" y="0"/>
            <a:ext cx="6804000" cy="68580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1600" tIns="201600" rIns="201600" bIns="201600" rtlCol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3D2B5-4C7C-8E22-B079-42809E23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5058" y="0"/>
            <a:ext cx="6836942" cy="6857999"/>
          </a:xfrm>
          <a:custGeom>
            <a:avLst/>
            <a:gdLst>
              <a:gd name="connsiteX0" fmla="*/ 5550555 w 6836942"/>
              <a:gd name="connsiteY0" fmla="*/ 6594898 h 6857999"/>
              <a:gd name="connsiteX1" fmla="*/ 5568670 w 6836942"/>
              <a:gd name="connsiteY1" fmla="*/ 6594898 h 6857999"/>
              <a:gd name="connsiteX2" fmla="*/ 5568670 w 6836942"/>
              <a:gd name="connsiteY2" fmla="*/ 6667662 h 6857999"/>
              <a:gd name="connsiteX3" fmla="*/ 5550555 w 6836942"/>
              <a:gd name="connsiteY3" fmla="*/ 6667662 h 6857999"/>
              <a:gd name="connsiteX4" fmla="*/ 5432352 w 6836942"/>
              <a:gd name="connsiteY4" fmla="*/ 6558669 h 6857999"/>
              <a:gd name="connsiteX5" fmla="*/ 5459677 w 6836942"/>
              <a:gd name="connsiteY5" fmla="*/ 6558669 h 6857999"/>
              <a:gd name="connsiteX6" fmla="*/ 5459677 w 6836942"/>
              <a:gd name="connsiteY6" fmla="*/ 6667662 h 6857999"/>
              <a:gd name="connsiteX7" fmla="*/ 5432352 w 6836942"/>
              <a:gd name="connsiteY7" fmla="*/ 6667662 h 6857999"/>
              <a:gd name="connsiteX8" fmla="*/ 6027975 w 6836942"/>
              <a:gd name="connsiteY8" fmla="*/ 6555906 h 6857999"/>
              <a:gd name="connsiteX9" fmla="*/ 6060212 w 6836942"/>
              <a:gd name="connsiteY9" fmla="*/ 6602880 h 6857999"/>
              <a:gd name="connsiteX10" fmla="*/ 6027975 w 6836942"/>
              <a:gd name="connsiteY10" fmla="*/ 6646478 h 6857999"/>
              <a:gd name="connsiteX11" fmla="*/ 5994509 w 6836942"/>
              <a:gd name="connsiteY11" fmla="*/ 6600424 h 6857999"/>
              <a:gd name="connsiteX12" fmla="*/ 6027975 w 6836942"/>
              <a:gd name="connsiteY12" fmla="*/ 6555906 h 6857999"/>
              <a:gd name="connsiteX13" fmla="*/ 5754725 w 6836942"/>
              <a:gd name="connsiteY13" fmla="*/ 6555599 h 6857999"/>
              <a:gd name="connsiteX14" fmla="*/ 5786962 w 6836942"/>
              <a:gd name="connsiteY14" fmla="*/ 6603187 h 6857999"/>
              <a:gd name="connsiteX15" fmla="*/ 5753804 w 6836942"/>
              <a:gd name="connsiteY15" fmla="*/ 6649241 h 6857999"/>
              <a:gd name="connsiteX16" fmla="*/ 5720952 w 6836942"/>
              <a:gd name="connsiteY16" fmla="*/ 6600731 h 6857999"/>
              <a:gd name="connsiteX17" fmla="*/ 5754725 w 6836942"/>
              <a:gd name="connsiteY17" fmla="*/ 6555599 h 6857999"/>
              <a:gd name="connsiteX18" fmla="*/ 6165827 w 6836942"/>
              <a:gd name="connsiteY18" fmla="*/ 6555292 h 6857999"/>
              <a:gd name="connsiteX19" fmla="*/ 6199292 w 6836942"/>
              <a:gd name="connsiteY19" fmla="*/ 6602880 h 6857999"/>
              <a:gd name="connsiteX20" fmla="*/ 6166134 w 6836942"/>
              <a:gd name="connsiteY20" fmla="*/ 6649855 h 6857999"/>
              <a:gd name="connsiteX21" fmla="*/ 6132054 w 6836942"/>
              <a:gd name="connsiteY21" fmla="*/ 6603187 h 6857999"/>
              <a:gd name="connsiteX22" fmla="*/ 6165827 w 6836942"/>
              <a:gd name="connsiteY22" fmla="*/ 6555292 h 6857999"/>
              <a:gd name="connsiteX23" fmla="*/ 5891657 w 6836942"/>
              <a:gd name="connsiteY23" fmla="*/ 6554678 h 6857999"/>
              <a:gd name="connsiteX24" fmla="*/ 5922973 w 6836942"/>
              <a:gd name="connsiteY24" fmla="*/ 6587222 h 6857999"/>
              <a:gd name="connsiteX25" fmla="*/ 5858805 w 6836942"/>
              <a:gd name="connsiteY25" fmla="*/ 6587222 h 6857999"/>
              <a:gd name="connsiteX26" fmla="*/ 5891657 w 6836942"/>
              <a:gd name="connsiteY26" fmla="*/ 6554678 h 6857999"/>
              <a:gd name="connsiteX27" fmla="*/ 5514327 w 6836942"/>
              <a:gd name="connsiteY27" fmla="*/ 6540554 h 6857999"/>
              <a:gd name="connsiteX28" fmla="*/ 5541652 w 6836942"/>
              <a:gd name="connsiteY28" fmla="*/ 6540554 h 6857999"/>
              <a:gd name="connsiteX29" fmla="*/ 5541652 w 6836942"/>
              <a:gd name="connsiteY29" fmla="*/ 6649548 h 6857999"/>
              <a:gd name="connsiteX30" fmla="*/ 5514327 w 6836942"/>
              <a:gd name="connsiteY30" fmla="*/ 6649548 h 6857999"/>
              <a:gd name="connsiteX31" fmla="*/ 5405027 w 6836942"/>
              <a:gd name="connsiteY31" fmla="*/ 6540247 h 6857999"/>
              <a:gd name="connsiteX32" fmla="*/ 5423141 w 6836942"/>
              <a:gd name="connsiteY32" fmla="*/ 6540247 h 6857999"/>
              <a:gd name="connsiteX33" fmla="*/ 5423141 w 6836942"/>
              <a:gd name="connsiteY33" fmla="*/ 6613012 h 6857999"/>
              <a:gd name="connsiteX34" fmla="*/ 5405027 w 6836942"/>
              <a:gd name="connsiteY34" fmla="*/ 6613012 h 6857999"/>
              <a:gd name="connsiteX35" fmla="*/ 6019992 w 6836942"/>
              <a:gd name="connsiteY35" fmla="*/ 6534107 h 6857999"/>
              <a:gd name="connsiteX36" fmla="*/ 5963193 w 6836942"/>
              <a:gd name="connsiteY36" fmla="*/ 6601652 h 6857999"/>
              <a:gd name="connsiteX37" fmla="*/ 6021220 w 6836942"/>
              <a:gd name="connsiteY37" fmla="*/ 6667662 h 6857999"/>
              <a:gd name="connsiteX38" fmla="*/ 6060826 w 6836942"/>
              <a:gd name="connsiteY38" fmla="*/ 6646785 h 6857999"/>
              <a:gd name="connsiteX39" fmla="*/ 6060826 w 6836942"/>
              <a:gd name="connsiteY39" fmla="*/ 6661829 h 6857999"/>
              <a:gd name="connsiteX40" fmla="*/ 6028589 w 6836942"/>
              <a:gd name="connsiteY40" fmla="*/ 6697443 h 6857999"/>
              <a:gd name="connsiteX41" fmla="*/ 5999115 w 6836942"/>
              <a:gd name="connsiteY41" fmla="*/ 6679943 h 6857999"/>
              <a:gd name="connsiteX42" fmla="*/ 5996658 w 6836942"/>
              <a:gd name="connsiteY42" fmla="*/ 6677794 h 6857999"/>
              <a:gd name="connsiteX43" fmla="*/ 5969948 w 6836942"/>
              <a:gd name="connsiteY43" fmla="*/ 6677794 h 6857999"/>
              <a:gd name="connsiteX44" fmla="*/ 5967798 w 6836942"/>
              <a:gd name="connsiteY44" fmla="*/ 6679943 h 6857999"/>
              <a:gd name="connsiteX45" fmla="*/ 6027361 w 6836942"/>
              <a:gd name="connsiteY45" fmla="*/ 6718935 h 6857999"/>
              <a:gd name="connsiteX46" fmla="*/ 6089072 w 6836942"/>
              <a:gd name="connsiteY46" fmla="*/ 6662136 h 6857999"/>
              <a:gd name="connsiteX47" fmla="*/ 6088765 w 6836942"/>
              <a:gd name="connsiteY47" fmla="*/ 6597047 h 6857999"/>
              <a:gd name="connsiteX48" fmla="*/ 6090300 w 6836942"/>
              <a:gd name="connsiteY48" fmla="*/ 6538405 h 6857999"/>
              <a:gd name="connsiteX49" fmla="*/ 6088151 w 6836942"/>
              <a:gd name="connsiteY49" fmla="*/ 6536256 h 6857999"/>
              <a:gd name="connsiteX50" fmla="*/ 6061133 w 6836942"/>
              <a:gd name="connsiteY50" fmla="*/ 6536256 h 6857999"/>
              <a:gd name="connsiteX51" fmla="*/ 6058984 w 6836942"/>
              <a:gd name="connsiteY51" fmla="*/ 6538405 h 6857999"/>
              <a:gd name="connsiteX52" fmla="*/ 6059598 w 6836942"/>
              <a:gd name="connsiteY52" fmla="*/ 6553142 h 6857999"/>
              <a:gd name="connsiteX53" fmla="*/ 6019992 w 6836942"/>
              <a:gd name="connsiteY53" fmla="*/ 6534107 h 6857999"/>
              <a:gd name="connsiteX54" fmla="*/ 5746128 w 6836942"/>
              <a:gd name="connsiteY54" fmla="*/ 6533800 h 6857999"/>
              <a:gd name="connsiteX55" fmla="*/ 5689636 w 6836942"/>
              <a:gd name="connsiteY55" fmla="*/ 6602880 h 6857999"/>
              <a:gd name="connsiteX56" fmla="*/ 5745514 w 6836942"/>
              <a:gd name="connsiteY56" fmla="*/ 6671039 h 6857999"/>
              <a:gd name="connsiteX57" fmla="*/ 5786041 w 6836942"/>
              <a:gd name="connsiteY57" fmla="*/ 6650162 h 6857999"/>
              <a:gd name="connsiteX58" fmla="*/ 5785427 w 6836942"/>
              <a:gd name="connsiteY58" fmla="*/ 6666434 h 6857999"/>
              <a:gd name="connsiteX59" fmla="*/ 5787576 w 6836942"/>
              <a:gd name="connsiteY59" fmla="*/ 6668583 h 6857999"/>
              <a:gd name="connsiteX60" fmla="*/ 5787576 w 6836942"/>
              <a:gd name="connsiteY60" fmla="*/ 6668890 h 6857999"/>
              <a:gd name="connsiteX61" fmla="*/ 5814594 w 6836942"/>
              <a:gd name="connsiteY61" fmla="*/ 6668890 h 6857999"/>
              <a:gd name="connsiteX62" fmla="*/ 5816743 w 6836942"/>
              <a:gd name="connsiteY62" fmla="*/ 6666741 h 6857999"/>
              <a:gd name="connsiteX63" fmla="*/ 5815822 w 6836942"/>
              <a:gd name="connsiteY63" fmla="*/ 6602266 h 6857999"/>
              <a:gd name="connsiteX64" fmla="*/ 5816743 w 6836942"/>
              <a:gd name="connsiteY64" fmla="*/ 6538712 h 6857999"/>
              <a:gd name="connsiteX65" fmla="*/ 5814594 w 6836942"/>
              <a:gd name="connsiteY65" fmla="*/ 6536563 h 6857999"/>
              <a:gd name="connsiteX66" fmla="*/ 5787269 w 6836942"/>
              <a:gd name="connsiteY66" fmla="*/ 6536563 h 6857999"/>
              <a:gd name="connsiteX67" fmla="*/ 5785120 w 6836942"/>
              <a:gd name="connsiteY67" fmla="*/ 6538712 h 6857999"/>
              <a:gd name="connsiteX68" fmla="*/ 5786041 w 6836942"/>
              <a:gd name="connsiteY68" fmla="*/ 6553449 h 6857999"/>
              <a:gd name="connsiteX69" fmla="*/ 5746128 w 6836942"/>
              <a:gd name="connsiteY69" fmla="*/ 6533800 h 6857999"/>
              <a:gd name="connsiteX70" fmla="*/ 6166134 w 6836942"/>
              <a:gd name="connsiteY70" fmla="*/ 6533186 h 6857999"/>
              <a:gd name="connsiteX71" fmla="*/ 6100738 w 6836942"/>
              <a:gd name="connsiteY71" fmla="*/ 6602880 h 6857999"/>
              <a:gd name="connsiteX72" fmla="*/ 6166134 w 6836942"/>
              <a:gd name="connsiteY72" fmla="*/ 6671653 h 6857999"/>
              <a:gd name="connsiteX73" fmla="*/ 6230915 w 6836942"/>
              <a:gd name="connsiteY73" fmla="*/ 6601959 h 6857999"/>
              <a:gd name="connsiteX74" fmla="*/ 6166134 w 6836942"/>
              <a:gd name="connsiteY74" fmla="*/ 6533186 h 6857999"/>
              <a:gd name="connsiteX75" fmla="*/ 6315961 w 6836942"/>
              <a:gd name="connsiteY75" fmla="*/ 6532879 h 6857999"/>
              <a:gd name="connsiteX76" fmla="*/ 6272671 w 6836942"/>
              <a:gd name="connsiteY76" fmla="*/ 6555292 h 6857999"/>
              <a:gd name="connsiteX77" fmla="*/ 6273592 w 6836942"/>
              <a:gd name="connsiteY77" fmla="*/ 6538098 h 6857999"/>
              <a:gd name="connsiteX78" fmla="*/ 6271443 w 6836942"/>
              <a:gd name="connsiteY78" fmla="*/ 6535949 h 6857999"/>
              <a:gd name="connsiteX79" fmla="*/ 6245653 w 6836942"/>
              <a:gd name="connsiteY79" fmla="*/ 6535949 h 6857999"/>
              <a:gd name="connsiteX80" fmla="*/ 6243504 w 6836942"/>
              <a:gd name="connsiteY80" fmla="*/ 6538098 h 6857999"/>
              <a:gd name="connsiteX81" fmla="*/ 6243811 w 6836942"/>
              <a:gd name="connsiteY81" fmla="*/ 6606258 h 6857999"/>
              <a:gd name="connsiteX82" fmla="*/ 6242890 w 6836942"/>
              <a:gd name="connsiteY82" fmla="*/ 6666434 h 6857999"/>
              <a:gd name="connsiteX83" fmla="*/ 6245039 w 6836942"/>
              <a:gd name="connsiteY83" fmla="*/ 6668583 h 6857999"/>
              <a:gd name="connsiteX84" fmla="*/ 6245039 w 6836942"/>
              <a:gd name="connsiteY84" fmla="*/ 6668276 h 6857999"/>
              <a:gd name="connsiteX85" fmla="*/ 6272364 w 6836942"/>
              <a:gd name="connsiteY85" fmla="*/ 6668276 h 6857999"/>
              <a:gd name="connsiteX86" fmla="*/ 6274513 w 6836942"/>
              <a:gd name="connsiteY86" fmla="*/ 6666127 h 6857999"/>
              <a:gd name="connsiteX87" fmla="*/ 6273899 w 6836942"/>
              <a:gd name="connsiteY87" fmla="*/ 6612091 h 6857999"/>
              <a:gd name="connsiteX88" fmla="*/ 6273899 w 6836942"/>
              <a:gd name="connsiteY88" fmla="*/ 6597661 h 6857999"/>
              <a:gd name="connsiteX89" fmla="*/ 6306444 w 6836942"/>
              <a:gd name="connsiteY89" fmla="*/ 6557134 h 6857999"/>
              <a:gd name="connsiteX90" fmla="*/ 6330698 w 6836942"/>
              <a:gd name="connsiteY90" fmla="*/ 6585687 h 6857999"/>
              <a:gd name="connsiteX91" fmla="*/ 6330698 w 6836942"/>
              <a:gd name="connsiteY91" fmla="*/ 6612091 h 6857999"/>
              <a:gd name="connsiteX92" fmla="*/ 6330084 w 6836942"/>
              <a:gd name="connsiteY92" fmla="*/ 6666127 h 6857999"/>
              <a:gd name="connsiteX93" fmla="*/ 6332233 w 6836942"/>
              <a:gd name="connsiteY93" fmla="*/ 6668276 h 6857999"/>
              <a:gd name="connsiteX94" fmla="*/ 6359558 w 6836942"/>
              <a:gd name="connsiteY94" fmla="*/ 6668276 h 6857999"/>
              <a:gd name="connsiteX95" fmla="*/ 6361708 w 6836942"/>
              <a:gd name="connsiteY95" fmla="*/ 6666127 h 6857999"/>
              <a:gd name="connsiteX96" fmla="*/ 6361093 w 6836942"/>
              <a:gd name="connsiteY96" fmla="*/ 6612091 h 6857999"/>
              <a:gd name="connsiteX97" fmla="*/ 6361093 w 6836942"/>
              <a:gd name="connsiteY97" fmla="*/ 6584766 h 6857999"/>
              <a:gd name="connsiteX98" fmla="*/ 6315961 w 6836942"/>
              <a:gd name="connsiteY98" fmla="*/ 6532879 h 6857999"/>
              <a:gd name="connsiteX99" fmla="*/ 5891657 w 6836942"/>
              <a:gd name="connsiteY99" fmla="*/ 6532879 h 6857999"/>
              <a:gd name="connsiteX100" fmla="*/ 5827182 w 6836942"/>
              <a:gd name="connsiteY100" fmla="*/ 6602573 h 6857999"/>
              <a:gd name="connsiteX101" fmla="*/ 5892578 w 6836942"/>
              <a:gd name="connsiteY101" fmla="*/ 6671346 h 6857999"/>
              <a:gd name="connsiteX102" fmla="*/ 5952754 w 6836942"/>
              <a:gd name="connsiteY102" fmla="*/ 6628363 h 6857999"/>
              <a:gd name="connsiteX103" fmla="*/ 5950912 w 6836942"/>
              <a:gd name="connsiteY103" fmla="*/ 6626214 h 6857999"/>
              <a:gd name="connsiteX104" fmla="*/ 5925122 w 6836942"/>
              <a:gd name="connsiteY104" fmla="*/ 6626214 h 6857999"/>
              <a:gd name="connsiteX105" fmla="*/ 5922666 w 6836942"/>
              <a:gd name="connsiteY105" fmla="*/ 6628363 h 6857999"/>
              <a:gd name="connsiteX106" fmla="*/ 5893192 w 6836942"/>
              <a:gd name="connsiteY106" fmla="*/ 6649548 h 6857999"/>
              <a:gd name="connsiteX107" fmla="*/ 5857884 w 6836942"/>
              <a:gd name="connsiteY107" fmla="*/ 6608100 h 6857999"/>
              <a:gd name="connsiteX108" fmla="*/ 5954289 w 6836942"/>
              <a:gd name="connsiteY108" fmla="*/ 6608100 h 6857999"/>
              <a:gd name="connsiteX109" fmla="*/ 5956438 w 6836942"/>
              <a:gd name="connsiteY109" fmla="*/ 6605951 h 6857999"/>
              <a:gd name="connsiteX110" fmla="*/ 5891657 w 6836942"/>
              <a:gd name="connsiteY110" fmla="*/ 6532879 h 6857999"/>
              <a:gd name="connsiteX111" fmla="*/ 5468887 w 6836942"/>
              <a:gd name="connsiteY111" fmla="*/ 6517528 h 6857999"/>
              <a:gd name="connsiteX112" fmla="*/ 5505423 w 6836942"/>
              <a:gd name="connsiteY112" fmla="*/ 6517528 h 6857999"/>
              <a:gd name="connsiteX113" fmla="*/ 5505423 w 6836942"/>
              <a:gd name="connsiteY113" fmla="*/ 6690382 h 6857999"/>
              <a:gd name="connsiteX114" fmla="*/ 5468887 w 6836942"/>
              <a:gd name="connsiteY114" fmla="*/ 6690382 h 6857999"/>
              <a:gd name="connsiteX115" fmla="*/ 5550555 w 6836942"/>
              <a:gd name="connsiteY115" fmla="*/ 6467790 h 6857999"/>
              <a:gd name="connsiteX116" fmla="*/ 5350684 w 6836942"/>
              <a:gd name="connsiteY116" fmla="*/ 6540554 h 6857999"/>
              <a:gd name="connsiteX117" fmla="*/ 5423448 w 6836942"/>
              <a:gd name="connsiteY117" fmla="*/ 6740427 h 6857999"/>
              <a:gd name="connsiteX118" fmla="*/ 5623319 w 6836942"/>
              <a:gd name="connsiteY118" fmla="*/ 6667662 h 6857999"/>
              <a:gd name="connsiteX119" fmla="*/ 0 w 6836942"/>
              <a:gd name="connsiteY119" fmla="*/ 0 h 6857999"/>
              <a:gd name="connsiteX120" fmla="*/ 3318198 w 6836942"/>
              <a:gd name="connsiteY120" fmla="*/ 0 h 6857999"/>
              <a:gd name="connsiteX121" fmla="*/ 3412392 w 6836942"/>
              <a:gd name="connsiteY121" fmla="*/ 0 h 6857999"/>
              <a:gd name="connsiteX122" fmla="*/ 3424168 w 6836942"/>
              <a:gd name="connsiteY122" fmla="*/ 0 h 6857999"/>
              <a:gd name="connsiteX123" fmla="*/ 3518744 w 6836942"/>
              <a:gd name="connsiteY123" fmla="*/ 0 h 6857999"/>
              <a:gd name="connsiteX124" fmla="*/ 6836942 w 6836942"/>
              <a:gd name="connsiteY124" fmla="*/ 0 h 6857999"/>
              <a:gd name="connsiteX125" fmla="*/ 4902466 w 6836942"/>
              <a:gd name="connsiteY125" fmla="*/ 3428999 h 6857999"/>
              <a:gd name="connsiteX126" fmla="*/ 6836942 w 6836942"/>
              <a:gd name="connsiteY126" fmla="*/ 6857999 h 6857999"/>
              <a:gd name="connsiteX127" fmla="*/ 3518744 w 6836942"/>
              <a:gd name="connsiteY127" fmla="*/ 6857999 h 6857999"/>
              <a:gd name="connsiteX128" fmla="*/ 3424168 w 6836942"/>
              <a:gd name="connsiteY128" fmla="*/ 6857999 h 6857999"/>
              <a:gd name="connsiteX129" fmla="*/ 3412392 w 6836942"/>
              <a:gd name="connsiteY129" fmla="*/ 6857999 h 6857999"/>
              <a:gd name="connsiteX130" fmla="*/ 3318198 w 6836942"/>
              <a:gd name="connsiteY130" fmla="*/ 6857999 h 6857999"/>
              <a:gd name="connsiteX131" fmla="*/ 0 w 6836942"/>
              <a:gd name="connsiteY131" fmla="*/ 6857999 h 6857999"/>
              <a:gd name="connsiteX132" fmla="*/ 1934095 w 6836942"/>
              <a:gd name="connsiteY132" fmla="*/ 3428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836942" h="6857999">
                <a:moveTo>
                  <a:pt x="5550555" y="6594898"/>
                </a:moveTo>
                <a:lnTo>
                  <a:pt x="5568670" y="6594898"/>
                </a:lnTo>
                <a:lnTo>
                  <a:pt x="5568670" y="6667662"/>
                </a:lnTo>
                <a:lnTo>
                  <a:pt x="5550555" y="6667662"/>
                </a:lnTo>
                <a:close/>
                <a:moveTo>
                  <a:pt x="5432352" y="6558669"/>
                </a:moveTo>
                <a:lnTo>
                  <a:pt x="5459677" y="6558669"/>
                </a:lnTo>
                <a:lnTo>
                  <a:pt x="5459677" y="6667662"/>
                </a:lnTo>
                <a:lnTo>
                  <a:pt x="5432352" y="6667662"/>
                </a:lnTo>
                <a:close/>
                <a:moveTo>
                  <a:pt x="6027975" y="6555906"/>
                </a:moveTo>
                <a:cubicBezTo>
                  <a:pt x="6049159" y="6556213"/>
                  <a:pt x="6060519" y="6572792"/>
                  <a:pt x="6060212" y="6602880"/>
                </a:cubicBezTo>
                <a:cubicBezTo>
                  <a:pt x="6060212" y="6632047"/>
                  <a:pt x="6048238" y="6646478"/>
                  <a:pt x="6027975" y="6646478"/>
                </a:cubicBezTo>
                <a:cubicBezTo>
                  <a:pt x="6006176" y="6646785"/>
                  <a:pt x="5994509" y="6630512"/>
                  <a:pt x="5994509" y="6600424"/>
                </a:cubicBezTo>
                <a:cubicBezTo>
                  <a:pt x="5994509" y="6572178"/>
                  <a:pt x="6005869" y="6555292"/>
                  <a:pt x="6027975" y="6555906"/>
                </a:cubicBezTo>
                <a:close/>
                <a:moveTo>
                  <a:pt x="5754725" y="6555599"/>
                </a:moveTo>
                <a:cubicBezTo>
                  <a:pt x="5775295" y="6555599"/>
                  <a:pt x="5787269" y="6572792"/>
                  <a:pt x="5786962" y="6603187"/>
                </a:cubicBezTo>
                <a:cubicBezTo>
                  <a:pt x="5786655" y="6633890"/>
                  <a:pt x="5774681" y="6649241"/>
                  <a:pt x="5753804" y="6649241"/>
                </a:cubicBezTo>
                <a:cubicBezTo>
                  <a:pt x="5732312" y="6649241"/>
                  <a:pt x="5720952" y="6631433"/>
                  <a:pt x="5720952" y="6600731"/>
                </a:cubicBezTo>
                <a:cubicBezTo>
                  <a:pt x="5720952" y="6572485"/>
                  <a:pt x="5732005" y="6555292"/>
                  <a:pt x="5754725" y="6555599"/>
                </a:cubicBezTo>
                <a:close/>
                <a:moveTo>
                  <a:pt x="6165827" y="6555292"/>
                </a:moveTo>
                <a:cubicBezTo>
                  <a:pt x="6188239" y="6555292"/>
                  <a:pt x="6199292" y="6571564"/>
                  <a:pt x="6199292" y="6602880"/>
                </a:cubicBezTo>
                <a:cubicBezTo>
                  <a:pt x="6199292" y="6634504"/>
                  <a:pt x="6188546" y="6649855"/>
                  <a:pt x="6166134" y="6649855"/>
                </a:cubicBezTo>
                <a:cubicBezTo>
                  <a:pt x="6143414" y="6649855"/>
                  <a:pt x="6132361" y="6634197"/>
                  <a:pt x="6132054" y="6603187"/>
                </a:cubicBezTo>
                <a:cubicBezTo>
                  <a:pt x="6132054" y="6571871"/>
                  <a:pt x="6143107" y="6555599"/>
                  <a:pt x="6165827" y="6555292"/>
                </a:cubicBezTo>
                <a:close/>
                <a:moveTo>
                  <a:pt x="5891657" y="6554678"/>
                </a:moveTo>
                <a:cubicBezTo>
                  <a:pt x="5911920" y="6554678"/>
                  <a:pt x="5921745" y="6570029"/>
                  <a:pt x="5922973" y="6587222"/>
                </a:cubicBezTo>
                <a:lnTo>
                  <a:pt x="5858805" y="6587222"/>
                </a:lnTo>
                <a:cubicBezTo>
                  <a:pt x="5862182" y="6566038"/>
                  <a:pt x="5873235" y="6554678"/>
                  <a:pt x="5891657" y="6554678"/>
                </a:cubicBezTo>
                <a:close/>
                <a:moveTo>
                  <a:pt x="5514327" y="6540554"/>
                </a:moveTo>
                <a:lnTo>
                  <a:pt x="5541652" y="6540554"/>
                </a:lnTo>
                <a:lnTo>
                  <a:pt x="5541652" y="6649548"/>
                </a:lnTo>
                <a:lnTo>
                  <a:pt x="5514327" y="6649548"/>
                </a:lnTo>
                <a:close/>
                <a:moveTo>
                  <a:pt x="5405027" y="6540247"/>
                </a:moveTo>
                <a:lnTo>
                  <a:pt x="5423141" y="6540247"/>
                </a:lnTo>
                <a:lnTo>
                  <a:pt x="5423141" y="6613012"/>
                </a:lnTo>
                <a:lnTo>
                  <a:pt x="5405027" y="6613012"/>
                </a:lnTo>
                <a:close/>
                <a:moveTo>
                  <a:pt x="6019992" y="6534107"/>
                </a:moveTo>
                <a:cubicBezTo>
                  <a:pt x="5984377" y="6534107"/>
                  <a:pt x="5963193" y="6564502"/>
                  <a:pt x="5963193" y="6601652"/>
                </a:cubicBezTo>
                <a:cubicBezTo>
                  <a:pt x="5963193" y="6639109"/>
                  <a:pt x="5982842" y="6667662"/>
                  <a:pt x="6021220" y="6667662"/>
                </a:cubicBezTo>
                <a:cubicBezTo>
                  <a:pt x="6038720" y="6667662"/>
                  <a:pt x="6051922" y="6659987"/>
                  <a:pt x="6060826" y="6646785"/>
                </a:cubicBezTo>
                <a:lnTo>
                  <a:pt x="6060826" y="6661829"/>
                </a:lnTo>
                <a:cubicBezTo>
                  <a:pt x="6060826" y="6686698"/>
                  <a:pt x="6047624" y="6697443"/>
                  <a:pt x="6028589" y="6697443"/>
                </a:cubicBezTo>
                <a:cubicBezTo>
                  <a:pt x="6012624" y="6697443"/>
                  <a:pt x="6002185" y="6691610"/>
                  <a:pt x="5999115" y="6679943"/>
                </a:cubicBezTo>
                <a:cubicBezTo>
                  <a:pt x="5998808" y="6678715"/>
                  <a:pt x="5997887" y="6677794"/>
                  <a:pt x="5996658" y="6677794"/>
                </a:cubicBezTo>
                <a:lnTo>
                  <a:pt x="5969948" y="6677794"/>
                </a:lnTo>
                <a:cubicBezTo>
                  <a:pt x="5969026" y="6677794"/>
                  <a:pt x="5967798" y="6678715"/>
                  <a:pt x="5967798" y="6679943"/>
                </a:cubicBezTo>
                <a:cubicBezTo>
                  <a:pt x="5971483" y="6706654"/>
                  <a:pt x="5995737" y="6719549"/>
                  <a:pt x="6027361" y="6718935"/>
                </a:cubicBezTo>
                <a:cubicBezTo>
                  <a:pt x="6067887" y="6718935"/>
                  <a:pt x="6089379" y="6697750"/>
                  <a:pt x="6089072" y="6662136"/>
                </a:cubicBezTo>
                <a:lnTo>
                  <a:pt x="6088765" y="6597047"/>
                </a:lnTo>
                <a:lnTo>
                  <a:pt x="6090300" y="6538405"/>
                </a:lnTo>
                <a:cubicBezTo>
                  <a:pt x="6090300" y="6537484"/>
                  <a:pt x="6089379" y="6536256"/>
                  <a:pt x="6088151" y="6536256"/>
                </a:cubicBezTo>
                <a:lnTo>
                  <a:pt x="6061133" y="6536256"/>
                </a:lnTo>
                <a:cubicBezTo>
                  <a:pt x="6060212" y="6536256"/>
                  <a:pt x="6058984" y="6537177"/>
                  <a:pt x="6058984" y="6538405"/>
                </a:cubicBezTo>
                <a:lnTo>
                  <a:pt x="6059598" y="6553142"/>
                </a:lnTo>
                <a:cubicBezTo>
                  <a:pt x="6051001" y="6540862"/>
                  <a:pt x="6037492" y="6534107"/>
                  <a:pt x="6019992" y="6534107"/>
                </a:cubicBezTo>
                <a:close/>
                <a:moveTo>
                  <a:pt x="5746128" y="6533800"/>
                </a:moveTo>
                <a:cubicBezTo>
                  <a:pt x="5710820" y="6533800"/>
                  <a:pt x="5689636" y="6564502"/>
                  <a:pt x="5689636" y="6602880"/>
                </a:cubicBezTo>
                <a:cubicBezTo>
                  <a:pt x="5689636" y="6641258"/>
                  <a:pt x="5708671" y="6671039"/>
                  <a:pt x="5745514" y="6671039"/>
                </a:cubicBezTo>
                <a:cubicBezTo>
                  <a:pt x="5763321" y="6671039"/>
                  <a:pt x="5777137" y="6663364"/>
                  <a:pt x="5786041" y="6650162"/>
                </a:cubicBezTo>
                <a:lnTo>
                  <a:pt x="5785427" y="6666434"/>
                </a:lnTo>
                <a:cubicBezTo>
                  <a:pt x="5785427" y="6667662"/>
                  <a:pt x="5786655" y="6668583"/>
                  <a:pt x="5787576" y="6668583"/>
                </a:cubicBezTo>
                <a:lnTo>
                  <a:pt x="5787576" y="6668890"/>
                </a:lnTo>
                <a:lnTo>
                  <a:pt x="5814594" y="6668890"/>
                </a:lnTo>
                <a:cubicBezTo>
                  <a:pt x="5815822" y="6668890"/>
                  <a:pt x="5816743" y="6667662"/>
                  <a:pt x="5816743" y="6666741"/>
                </a:cubicBezTo>
                <a:lnTo>
                  <a:pt x="5815822" y="6602266"/>
                </a:lnTo>
                <a:lnTo>
                  <a:pt x="5816743" y="6538712"/>
                </a:lnTo>
                <a:cubicBezTo>
                  <a:pt x="5816743" y="6537484"/>
                  <a:pt x="5815515" y="6536563"/>
                  <a:pt x="5814594" y="6536563"/>
                </a:cubicBezTo>
                <a:lnTo>
                  <a:pt x="5787269" y="6536563"/>
                </a:lnTo>
                <a:cubicBezTo>
                  <a:pt x="5786041" y="6536563"/>
                  <a:pt x="5785120" y="6537791"/>
                  <a:pt x="5785120" y="6538712"/>
                </a:cubicBezTo>
                <a:lnTo>
                  <a:pt x="5786041" y="6553449"/>
                </a:lnTo>
                <a:cubicBezTo>
                  <a:pt x="5777137" y="6540555"/>
                  <a:pt x="5763628" y="6533800"/>
                  <a:pt x="5746128" y="6533800"/>
                </a:cubicBezTo>
                <a:close/>
                <a:moveTo>
                  <a:pt x="6166134" y="6533186"/>
                </a:moveTo>
                <a:cubicBezTo>
                  <a:pt x="6124379" y="6533186"/>
                  <a:pt x="6100738" y="6561125"/>
                  <a:pt x="6100738" y="6602880"/>
                </a:cubicBezTo>
                <a:cubicBezTo>
                  <a:pt x="6100738" y="6644635"/>
                  <a:pt x="6124379" y="6671653"/>
                  <a:pt x="6166134" y="6671653"/>
                </a:cubicBezTo>
                <a:cubicBezTo>
                  <a:pt x="6207582" y="6671653"/>
                  <a:pt x="6231222" y="6644021"/>
                  <a:pt x="6230915" y="6601959"/>
                </a:cubicBezTo>
                <a:cubicBezTo>
                  <a:pt x="6230915" y="6560204"/>
                  <a:pt x="6207582" y="6533186"/>
                  <a:pt x="6166134" y="6533186"/>
                </a:cubicBezTo>
                <a:close/>
                <a:moveTo>
                  <a:pt x="6315961" y="6532879"/>
                </a:moveTo>
                <a:cubicBezTo>
                  <a:pt x="6296312" y="6532879"/>
                  <a:pt x="6281268" y="6543011"/>
                  <a:pt x="6272671" y="6555292"/>
                </a:cubicBezTo>
                <a:lnTo>
                  <a:pt x="6273592" y="6538098"/>
                </a:lnTo>
                <a:cubicBezTo>
                  <a:pt x="6273592" y="6536870"/>
                  <a:pt x="6272364" y="6535949"/>
                  <a:pt x="6271443" y="6535949"/>
                </a:cubicBezTo>
                <a:lnTo>
                  <a:pt x="6245653" y="6535949"/>
                </a:lnTo>
                <a:cubicBezTo>
                  <a:pt x="6244425" y="6535949"/>
                  <a:pt x="6243504" y="6537177"/>
                  <a:pt x="6243504" y="6538098"/>
                </a:cubicBezTo>
                <a:lnTo>
                  <a:pt x="6243811" y="6606258"/>
                </a:lnTo>
                <a:lnTo>
                  <a:pt x="6242890" y="6666434"/>
                </a:lnTo>
                <a:cubicBezTo>
                  <a:pt x="6242890" y="6667662"/>
                  <a:pt x="6244118" y="6668583"/>
                  <a:pt x="6245039" y="6668583"/>
                </a:cubicBezTo>
                <a:lnTo>
                  <a:pt x="6245039" y="6668276"/>
                </a:lnTo>
                <a:lnTo>
                  <a:pt x="6272364" y="6668276"/>
                </a:lnTo>
                <a:cubicBezTo>
                  <a:pt x="6273592" y="6668276"/>
                  <a:pt x="6274513" y="6667048"/>
                  <a:pt x="6274513" y="6666127"/>
                </a:cubicBezTo>
                <a:lnTo>
                  <a:pt x="6273899" y="6612091"/>
                </a:lnTo>
                <a:lnTo>
                  <a:pt x="6273899" y="6597661"/>
                </a:lnTo>
                <a:cubicBezTo>
                  <a:pt x="6276355" y="6570336"/>
                  <a:pt x="6291092" y="6557134"/>
                  <a:pt x="6306444" y="6557134"/>
                </a:cubicBezTo>
                <a:cubicBezTo>
                  <a:pt x="6320567" y="6557134"/>
                  <a:pt x="6330698" y="6566959"/>
                  <a:pt x="6330698" y="6585687"/>
                </a:cubicBezTo>
                <a:lnTo>
                  <a:pt x="6330698" y="6612091"/>
                </a:lnTo>
                <a:lnTo>
                  <a:pt x="6330084" y="6666127"/>
                </a:lnTo>
                <a:cubicBezTo>
                  <a:pt x="6330084" y="6667355"/>
                  <a:pt x="6331312" y="6668276"/>
                  <a:pt x="6332233" y="6668276"/>
                </a:cubicBezTo>
                <a:lnTo>
                  <a:pt x="6359558" y="6668276"/>
                </a:lnTo>
                <a:cubicBezTo>
                  <a:pt x="6360786" y="6668276"/>
                  <a:pt x="6361708" y="6667048"/>
                  <a:pt x="6361708" y="6666127"/>
                </a:cubicBezTo>
                <a:lnTo>
                  <a:pt x="6361093" y="6612091"/>
                </a:lnTo>
                <a:lnTo>
                  <a:pt x="6361093" y="6584766"/>
                </a:lnTo>
                <a:cubicBezTo>
                  <a:pt x="6361093" y="6551300"/>
                  <a:pt x="6343286" y="6532879"/>
                  <a:pt x="6315961" y="6532879"/>
                </a:cubicBezTo>
                <a:close/>
                <a:moveTo>
                  <a:pt x="5891657" y="6532879"/>
                </a:moveTo>
                <a:cubicBezTo>
                  <a:pt x="5851437" y="6532879"/>
                  <a:pt x="5827182" y="6560818"/>
                  <a:pt x="5827182" y="6602573"/>
                </a:cubicBezTo>
                <a:cubicBezTo>
                  <a:pt x="5827182" y="6642793"/>
                  <a:pt x="5849902" y="6671346"/>
                  <a:pt x="5892578" y="6671346"/>
                </a:cubicBezTo>
                <a:cubicBezTo>
                  <a:pt x="5926350" y="6671346"/>
                  <a:pt x="5947842" y="6652311"/>
                  <a:pt x="5952754" y="6628363"/>
                </a:cubicBezTo>
                <a:cubicBezTo>
                  <a:pt x="5953061" y="6627135"/>
                  <a:pt x="5951833" y="6626214"/>
                  <a:pt x="5950912" y="6626214"/>
                </a:cubicBezTo>
                <a:lnTo>
                  <a:pt x="5925122" y="6626214"/>
                </a:lnTo>
                <a:cubicBezTo>
                  <a:pt x="5924201" y="6626214"/>
                  <a:pt x="5922973" y="6627135"/>
                  <a:pt x="5922666" y="6628363"/>
                </a:cubicBezTo>
                <a:cubicBezTo>
                  <a:pt x="5918367" y="6642486"/>
                  <a:pt x="5908236" y="6649548"/>
                  <a:pt x="5893192" y="6649548"/>
                </a:cubicBezTo>
                <a:cubicBezTo>
                  <a:pt x="5870779" y="6649548"/>
                  <a:pt x="5859112" y="6636346"/>
                  <a:pt x="5857884" y="6608100"/>
                </a:cubicBezTo>
                <a:lnTo>
                  <a:pt x="5954289" y="6608100"/>
                </a:lnTo>
                <a:cubicBezTo>
                  <a:pt x="5955517" y="6608100"/>
                  <a:pt x="5956438" y="6606872"/>
                  <a:pt x="5956438" y="6605951"/>
                </a:cubicBezTo>
                <a:cubicBezTo>
                  <a:pt x="5955824" y="6560818"/>
                  <a:pt x="5932490" y="6533186"/>
                  <a:pt x="5891657" y="6532879"/>
                </a:cubicBezTo>
                <a:close/>
                <a:moveTo>
                  <a:pt x="5468887" y="6517528"/>
                </a:moveTo>
                <a:lnTo>
                  <a:pt x="5505423" y="6517528"/>
                </a:lnTo>
                <a:lnTo>
                  <a:pt x="5505423" y="6690382"/>
                </a:lnTo>
                <a:lnTo>
                  <a:pt x="5468887" y="6690382"/>
                </a:lnTo>
                <a:close/>
                <a:moveTo>
                  <a:pt x="5550555" y="6467790"/>
                </a:moveTo>
                <a:lnTo>
                  <a:pt x="5350684" y="6540554"/>
                </a:lnTo>
                <a:lnTo>
                  <a:pt x="5423448" y="6740427"/>
                </a:lnTo>
                <a:lnTo>
                  <a:pt x="5623319" y="6667662"/>
                </a:lnTo>
                <a:close/>
                <a:moveTo>
                  <a:pt x="0" y="0"/>
                </a:moveTo>
                <a:lnTo>
                  <a:pt x="3318198" y="0"/>
                </a:lnTo>
                <a:lnTo>
                  <a:pt x="3412392" y="0"/>
                </a:lnTo>
                <a:lnTo>
                  <a:pt x="3424168" y="0"/>
                </a:lnTo>
                <a:lnTo>
                  <a:pt x="3518744" y="0"/>
                </a:lnTo>
                <a:lnTo>
                  <a:pt x="6836942" y="0"/>
                </a:lnTo>
                <a:lnTo>
                  <a:pt x="4902466" y="3428999"/>
                </a:lnTo>
                <a:lnTo>
                  <a:pt x="6836942" y="6857999"/>
                </a:lnTo>
                <a:lnTo>
                  <a:pt x="3518744" y="6857999"/>
                </a:lnTo>
                <a:lnTo>
                  <a:pt x="3424168" y="6857999"/>
                </a:lnTo>
                <a:lnTo>
                  <a:pt x="3412392" y="6857999"/>
                </a:lnTo>
                <a:lnTo>
                  <a:pt x="3318198" y="6857999"/>
                </a:lnTo>
                <a:lnTo>
                  <a:pt x="0" y="6857999"/>
                </a:lnTo>
                <a:lnTo>
                  <a:pt x="1934095" y="3428999"/>
                </a:lnTo>
                <a:close/>
              </a:path>
            </a:pathLst>
          </a:custGeom>
          <a:noFill/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998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1BEB0-59C8-105F-446A-77A9CBFC44F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296E28-E645-4E1A-BCA6-1BB1B757563A}" type="datetime3">
              <a:rPr lang="en-US" smtClean="0"/>
              <a:t>30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6E6C0-9859-78F0-3B8F-18262328F0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61915A2D-D10D-DCCD-DE86-18B549DC035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DA703C5-5FF7-23E5-6C65-60112CFE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8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923114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 2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7A7D106-0063-3BE6-87C6-899E68606F48}"/>
              </a:ext>
            </a:extLst>
          </p:cNvPr>
          <p:cNvSpPr txBox="1">
            <a:spLocks/>
          </p:cNvSpPr>
          <p:nvPr userDrawn="1"/>
        </p:nvSpPr>
        <p:spPr>
          <a:xfrm>
            <a:off x="5371529" y="0"/>
            <a:ext cx="6804000" cy="68580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1600" tIns="201600" rIns="201600" bIns="201600" rtlCol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3D2B5-4C7C-8E22-B079-42809E23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5058" y="0"/>
            <a:ext cx="6836942" cy="6857999"/>
          </a:xfrm>
          <a:custGeom>
            <a:avLst/>
            <a:gdLst>
              <a:gd name="connsiteX0" fmla="*/ 5550555 w 6836942"/>
              <a:gd name="connsiteY0" fmla="*/ 6594898 h 6857999"/>
              <a:gd name="connsiteX1" fmla="*/ 5568670 w 6836942"/>
              <a:gd name="connsiteY1" fmla="*/ 6594898 h 6857999"/>
              <a:gd name="connsiteX2" fmla="*/ 5568670 w 6836942"/>
              <a:gd name="connsiteY2" fmla="*/ 6667662 h 6857999"/>
              <a:gd name="connsiteX3" fmla="*/ 5550555 w 6836942"/>
              <a:gd name="connsiteY3" fmla="*/ 6667662 h 6857999"/>
              <a:gd name="connsiteX4" fmla="*/ 5432352 w 6836942"/>
              <a:gd name="connsiteY4" fmla="*/ 6558669 h 6857999"/>
              <a:gd name="connsiteX5" fmla="*/ 5459677 w 6836942"/>
              <a:gd name="connsiteY5" fmla="*/ 6558669 h 6857999"/>
              <a:gd name="connsiteX6" fmla="*/ 5459677 w 6836942"/>
              <a:gd name="connsiteY6" fmla="*/ 6667662 h 6857999"/>
              <a:gd name="connsiteX7" fmla="*/ 5432352 w 6836942"/>
              <a:gd name="connsiteY7" fmla="*/ 6667662 h 6857999"/>
              <a:gd name="connsiteX8" fmla="*/ 6027975 w 6836942"/>
              <a:gd name="connsiteY8" fmla="*/ 6555906 h 6857999"/>
              <a:gd name="connsiteX9" fmla="*/ 6060212 w 6836942"/>
              <a:gd name="connsiteY9" fmla="*/ 6602880 h 6857999"/>
              <a:gd name="connsiteX10" fmla="*/ 6027975 w 6836942"/>
              <a:gd name="connsiteY10" fmla="*/ 6646478 h 6857999"/>
              <a:gd name="connsiteX11" fmla="*/ 5994509 w 6836942"/>
              <a:gd name="connsiteY11" fmla="*/ 6600424 h 6857999"/>
              <a:gd name="connsiteX12" fmla="*/ 6027975 w 6836942"/>
              <a:gd name="connsiteY12" fmla="*/ 6555906 h 6857999"/>
              <a:gd name="connsiteX13" fmla="*/ 5754725 w 6836942"/>
              <a:gd name="connsiteY13" fmla="*/ 6555599 h 6857999"/>
              <a:gd name="connsiteX14" fmla="*/ 5786962 w 6836942"/>
              <a:gd name="connsiteY14" fmla="*/ 6603187 h 6857999"/>
              <a:gd name="connsiteX15" fmla="*/ 5753804 w 6836942"/>
              <a:gd name="connsiteY15" fmla="*/ 6649241 h 6857999"/>
              <a:gd name="connsiteX16" fmla="*/ 5720952 w 6836942"/>
              <a:gd name="connsiteY16" fmla="*/ 6600731 h 6857999"/>
              <a:gd name="connsiteX17" fmla="*/ 5754725 w 6836942"/>
              <a:gd name="connsiteY17" fmla="*/ 6555599 h 6857999"/>
              <a:gd name="connsiteX18" fmla="*/ 6165827 w 6836942"/>
              <a:gd name="connsiteY18" fmla="*/ 6555292 h 6857999"/>
              <a:gd name="connsiteX19" fmla="*/ 6199292 w 6836942"/>
              <a:gd name="connsiteY19" fmla="*/ 6602880 h 6857999"/>
              <a:gd name="connsiteX20" fmla="*/ 6166134 w 6836942"/>
              <a:gd name="connsiteY20" fmla="*/ 6649855 h 6857999"/>
              <a:gd name="connsiteX21" fmla="*/ 6132054 w 6836942"/>
              <a:gd name="connsiteY21" fmla="*/ 6603187 h 6857999"/>
              <a:gd name="connsiteX22" fmla="*/ 6165827 w 6836942"/>
              <a:gd name="connsiteY22" fmla="*/ 6555292 h 6857999"/>
              <a:gd name="connsiteX23" fmla="*/ 5891657 w 6836942"/>
              <a:gd name="connsiteY23" fmla="*/ 6554678 h 6857999"/>
              <a:gd name="connsiteX24" fmla="*/ 5922973 w 6836942"/>
              <a:gd name="connsiteY24" fmla="*/ 6587222 h 6857999"/>
              <a:gd name="connsiteX25" fmla="*/ 5858805 w 6836942"/>
              <a:gd name="connsiteY25" fmla="*/ 6587222 h 6857999"/>
              <a:gd name="connsiteX26" fmla="*/ 5891657 w 6836942"/>
              <a:gd name="connsiteY26" fmla="*/ 6554678 h 6857999"/>
              <a:gd name="connsiteX27" fmla="*/ 5514327 w 6836942"/>
              <a:gd name="connsiteY27" fmla="*/ 6540554 h 6857999"/>
              <a:gd name="connsiteX28" fmla="*/ 5541652 w 6836942"/>
              <a:gd name="connsiteY28" fmla="*/ 6540554 h 6857999"/>
              <a:gd name="connsiteX29" fmla="*/ 5541652 w 6836942"/>
              <a:gd name="connsiteY29" fmla="*/ 6649548 h 6857999"/>
              <a:gd name="connsiteX30" fmla="*/ 5514327 w 6836942"/>
              <a:gd name="connsiteY30" fmla="*/ 6649548 h 6857999"/>
              <a:gd name="connsiteX31" fmla="*/ 5405027 w 6836942"/>
              <a:gd name="connsiteY31" fmla="*/ 6540247 h 6857999"/>
              <a:gd name="connsiteX32" fmla="*/ 5423141 w 6836942"/>
              <a:gd name="connsiteY32" fmla="*/ 6540247 h 6857999"/>
              <a:gd name="connsiteX33" fmla="*/ 5423141 w 6836942"/>
              <a:gd name="connsiteY33" fmla="*/ 6613012 h 6857999"/>
              <a:gd name="connsiteX34" fmla="*/ 5405027 w 6836942"/>
              <a:gd name="connsiteY34" fmla="*/ 6613012 h 6857999"/>
              <a:gd name="connsiteX35" fmla="*/ 6019992 w 6836942"/>
              <a:gd name="connsiteY35" fmla="*/ 6534107 h 6857999"/>
              <a:gd name="connsiteX36" fmla="*/ 5963193 w 6836942"/>
              <a:gd name="connsiteY36" fmla="*/ 6601652 h 6857999"/>
              <a:gd name="connsiteX37" fmla="*/ 6021220 w 6836942"/>
              <a:gd name="connsiteY37" fmla="*/ 6667662 h 6857999"/>
              <a:gd name="connsiteX38" fmla="*/ 6060826 w 6836942"/>
              <a:gd name="connsiteY38" fmla="*/ 6646785 h 6857999"/>
              <a:gd name="connsiteX39" fmla="*/ 6060826 w 6836942"/>
              <a:gd name="connsiteY39" fmla="*/ 6661829 h 6857999"/>
              <a:gd name="connsiteX40" fmla="*/ 6028589 w 6836942"/>
              <a:gd name="connsiteY40" fmla="*/ 6697443 h 6857999"/>
              <a:gd name="connsiteX41" fmla="*/ 5999115 w 6836942"/>
              <a:gd name="connsiteY41" fmla="*/ 6679943 h 6857999"/>
              <a:gd name="connsiteX42" fmla="*/ 5996658 w 6836942"/>
              <a:gd name="connsiteY42" fmla="*/ 6677794 h 6857999"/>
              <a:gd name="connsiteX43" fmla="*/ 5969948 w 6836942"/>
              <a:gd name="connsiteY43" fmla="*/ 6677794 h 6857999"/>
              <a:gd name="connsiteX44" fmla="*/ 5967798 w 6836942"/>
              <a:gd name="connsiteY44" fmla="*/ 6679943 h 6857999"/>
              <a:gd name="connsiteX45" fmla="*/ 6027361 w 6836942"/>
              <a:gd name="connsiteY45" fmla="*/ 6718935 h 6857999"/>
              <a:gd name="connsiteX46" fmla="*/ 6089072 w 6836942"/>
              <a:gd name="connsiteY46" fmla="*/ 6662136 h 6857999"/>
              <a:gd name="connsiteX47" fmla="*/ 6088765 w 6836942"/>
              <a:gd name="connsiteY47" fmla="*/ 6597047 h 6857999"/>
              <a:gd name="connsiteX48" fmla="*/ 6090300 w 6836942"/>
              <a:gd name="connsiteY48" fmla="*/ 6538405 h 6857999"/>
              <a:gd name="connsiteX49" fmla="*/ 6088151 w 6836942"/>
              <a:gd name="connsiteY49" fmla="*/ 6536256 h 6857999"/>
              <a:gd name="connsiteX50" fmla="*/ 6061133 w 6836942"/>
              <a:gd name="connsiteY50" fmla="*/ 6536256 h 6857999"/>
              <a:gd name="connsiteX51" fmla="*/ 6058984 w 6836942"/>
              <a:gd name="connsiteY51" fmla="*/ 6538405 h 6857999"/>
              <a:gd name="connsiteX52" fmla="*/ 6059598 w 6836942"/>
              <a:gd name="connsiteY52" fmla="*/ 6553142 h 6857999"/>
              <a:gd name="connsiteX53" fmla="*/ 6019992 w 6836942"/>
              <a:gd name="connsiteY53" fmla="*/ 6534107 h 6857999"/>
              <a:gd name="connsiteX54" fmla="*/ 5746128 w 6836942"/>
              <a:gd name="connsiteY54" fmla="*/ 6533800 h 6857999"/>
              <a:gd name="connsiteX55" fmla="*/ 5689636 w 6836942"/>
              <a:gd name="connsiteY55" fmla="*/ 6602880 h 6857999"/>
              <a:gd name="connsiteX56" fmla="*/ 5745514 w 6836942"/>
              <a:gd name="connsiteY56" fmla="*/ 6671039 h 6857999"/>
              <a:gd name="connsiteX57" fmla="*/ 5786041 w 6836942"/>
              <a:gd name="connsiteY57" fmla="*/ 6650162 h 6857999"/>
              <a:gd name="connsiteX58" fmla="*/ 5785427 w 6836942"/>
              <a:gd name="connsiteY58" fmla="*/ 6666434 h 6857999"/>
              <a:gd name="connsiteX59" fmla="*/ 5787576 w 6836942"/>
              <a:gd name="connsiteY59" fmla="*/ 6668583 h 6857999"/>
              <a:gd name="connsiteX60" fmla="*/ 5787576 w 6836942"/>
              <a:gd name="connsiteY60" fmla="*/ 6668890 h 6857999"/>
              <a:gd name="connsiteX61" fmla="*/ 5814594 w 6836942"/>
              <a:gd name="connsiteY61" fmla="*/ 6668890 h 6857999"/>
              <a:gd name="connsiteX62" fmla="*/ 5816743 w 6836942"/>
              <a:gd name="connsiteY62" fmla="*/ 6666741 h 6857999"/>
              <a:gd name="connsiteX63" fmla="*/ 5815822 w 6836942"/>
              <a:gd name="connsiteY63" fmla="*/ 6602266 h 6857999"/>
              <a:gd name="connsiteX64" fmla="*/ 5816743 w 6836942"/>
              <a:gd name="connsiteY64" fmla="*/ 6538712 h 6857999"/>
              <a:gd name="connsiteX65" fmla="*/ 5814594 w 6836942"/>
              <a:gd name="connsiteY65" fmla="*/ 6536563 h 6857999"/>
              <a:gd name="connsiteX66" fmla="*/ 5787269 w 6836942"/>
              <a:gd name="connsiteY66" fmla="*/ 6536563 h 6857999"/>
              <a:gd name="connsiteX67" fmla="*/ 5785120 w 6836942"/>
              <a:gd name="connsiteY67" fmla="*/ 6538712 h 6857999"/>
              <a:gd name="connsiteX68" fmla="*/ 5786041 w 6836942"/>
              <a:gd name="connsiteY68" fmla="*/ 6553449 h 6857999"/>
              <a:gd name="connsiteX69" fmla="*/ 5746128 w 6836942"/>
              <a:gd name="connsiteY69" fmla="*/ 6533800 h 6857999"/>
              <a:gd name="connsiteX70" fmla="*/ 6166134 w 6836942"/>
              <a:gd name="connsiteY70" fmla="*/ 6533186 h 6857999"/>
              <a:gd name="connsiteX71" fmla="*/ 6100738 w 6836942"/>
              <a:gd name="connsiteY71" fmla="*/ 6602880 h 6857999"/>
              <a:gd name="connsiteX72" fmla="*/ 6166134 w 6836942"/>
              <a:gd name="connsiteY72" fmla="*/ 6671653 h 6857999"/>
              <a:gd name="connsiteX73" fmla="*/ 6230915 w 6836942"/>
              <a:gd name="connsiteY73" fmla="*/ 6601959 h 6857999"/>
              <a:gd name="connsiteX74" fmla="*/ 6166134 w 6836942"/>
              <a:gd name="connsiteY74" fmla="*/ 6533186 h 6857999"/>
              <a:gd name="connsiteX75" fmla="*/ 6315961 w 6836942"/>
              <a:gd name="connsiteY75" fmla="*/ 6532879 h 6857999"/>
              <a:gd name="connsiteX76" fmla="*/ 6272671 w 6836942"/>
              <a:gd name="connsiteY76" fmla="*/ 6555292 h 6857999"/>
              <a:gd name="connsiteX77" fmla="*/ 6273592 w 6836942"/>
              <a:gd name="connsiteY77" fmla="*/ 6538098 h 6857999"/>
              <a:gd name="connsiteX78" fmla="*/ 6271443 w 6836942"/>
              <a:gd name="connsiteY78" fmla="*/ 6535949 h 6857999"/>
              <a:gd name="connsiteX79" fmla="*/ 6245653 w 6836942"/>
              <a:gd name="connsiteY79" fmla="*/ 6535949 h 6857999"/>
              <a:gd name="connsiteX80" fmla="*/ 6243504 w 6836942"/>
              <a:gd name="connsiteY80" fmla="*/ 6538098 h 6857999"/>
              <a:gd name="connsiteX81" fmla="*/ 6243811 w 6836942"/>
              <a:gd name="connsiteY81" fmla="*/ 6606258 h 6857999"/>
              <a:gd name="connsiteX82" fmla="*/ 6242890 w 6836942"/>
              <a:gd name="connsiteY82" fmla="*/ 6666434 h 6857999"/>
              <a:gd name="connsiteX83" fmla="*/ 6245039 w 6836942"/>
              <a:gd name="connsiteY83" fmla="*/ 6668583 h 6857999"/>
              <a:gd name="connsiteX84" fmla="*/ 6245039 w 6836942"/>
              <a:gd name="connsiteY84" fmla="*/ 6668276 h 6857999"/>
              <a:gd name="connsiteX85" fmla="*/ 6272364 w 6836942"/>
              <a:gd name="connsiteY85" fmla="*/ 6668276 h 6857999"/>
              <a:gd name="connsiteX86" fmla="*/ 6274513 w 6836942"/>
              <a:gd name="connsiteY86" fmla="*/ 6666127 h 6857999"/>
              <a:gd name="connsiteX87" fmla="*/ 6273899 w 6836942"/>
              <a:gd name="connsiteY87" fmla="*/ 6612091 h 6857999"/>
              <a:gd name="connsiteX88" fmla="*/ 6273899 w 6836942"/>
              <a:gd name="connsiteY88" fmla="*/ 6597661 h 6857999"/>
              <a:gd name="connsiteX89" fmla="*/ 6306444 w 6836942"/>
              <a:gd name="connsiteY89" fmla="*/ 6557134 h 6857999"/>
              <a:gd name="connsiteX90" fmla="*/ 6330698 w 6836942"/>
              <a:gd name="connsiteY90" fmla="*/ 6585687 h 6857999"/>
              <a:gd name="connsiteX91" fmla="*/ 6330698 w 6836942"/>
              <a:gd name="connsiteY91" fmla="*/ 6612091 h 6857999"/>
              <a:gd name="connsiteX92" fmla="*/ 6330084 w 6836942"/>
              <a:gd name="connsiteY92" fmla="*/ 6666127 h 6857999"/>
              <a:gd name="connsiteX93" fmla="*/ 6332233 w 6836942"/>
              <a:gd name="connsiteY93" fmla="*/ 6668276 h 6857999"/>
              <a:gd name="connsiteX94" fmla="*/ 6359558 w 6836942"/>
              <a:gd name="connsiteY94" fmla="*/ 6668276 h 6857999"/>
              <a:gd name="connsiteX95" fmla="*/ 6361708 w 6836942"/>
              <a:gd name="connsiteY95" fmla="*/ 6666127 h 6857999"/>
              <a:gd name="connsiteX96" fmla="*/ 6361093 w 6836942"/>
              <a:gd name="connsiteY96" fmla="*/ 6612091 h 6857999"/>
              <a:gd name="connsiteX97" fmla="*/ 6361093 w 6836942"/>
              <a:gd name="connsiteY97" fmla="*/ 6584766 h 6857999"/>
              <a:gd name="connsiteX98" fmla="*/ 6315961 w 6836942"/>
              <a:gd name="connsiteY98" fmla="*/ 6532879 h 6857999"/>
              <a:gd name="connsiteX99" fmla="*/ 5891657 w 6836942"/>
              <a:gd name="connsiteY99" fmla="*/ 6532879 h 6857999"/>
              <a:gd name="connsiteX100" fmla="*/ 5827182 w 6836942"/>
              <a:gd name="connsiteY100" fmla="*/ 6602573 h 6857999"/>
              <a:gd name="connsiteX101" fmla="*/ 5892578 w 6836942"/>
              <a:gd name="connsiteY101" fmla="*/ 6671346 h 6857999"/>
              <a:gd name="connsiteX102" fmla="*/ 5952754 w 6836942"/>
              <a:gd name="connsiteY102" fmla="*/ 6628363 h 6857999"/>
              <a:gd name="connsiteX103" fmla="*/ 5950912 w 6836942"/>
              <a:gd name="connsiteY103" fmla="*/ 6626214 h 6857999"/>
              <a:gd name="connsiteX104" fmla="*/ 5925122 w 6836942"/>
              <a:gd name="connsiteY104" fmla="*/ 6626214 h 6857999"/>
              <a:gd name="connsiteX105" fmla="*/ 5922666 w 6836942"/>
              <a:gd name="connsiteY105" fmla="*/ 6628363 h 6857999"/>
              <a:gd name="connsiteX106" fmla="*/ 5893192 w 6836942"/>
              <a:gd name="connsiteY106" fmla="*/ 6649548 h 6857999"/>
              <a:gd name="connsiteX107" fmla="*/ 5857884 w 6836942"/>
              <a:gd name="connsiteY107" fmla="*/ 6608100 h 6857999"/>
              <a:gd name="connsiteX108" fmla="*/ 5954289 w 6836942"/>
              <a:gd name="connsiteY108" fmla="*/ 6608100 h 6857999"/>
              <a:gd name="connsiteX109" fmla="*/ 5956438 w 6836942"/>
              <a:gd name="connsiteY109" fmla="*/ 6605951 h 6857999"/>
              <a:gd name="connsiteX110" fmla="*/ 5891657 w 6836942"/>
              <a:gd name="connsiteY110" fmla="*/ 6532879 h 6857999"/>
              <a:gd name="connsiteX111" fmla="*/ 5468887 w 6836942"/>
              <a:gd name="connsiteY111" fmla="*/ 6517528 h 6857999"/>
              <a:gd name="connsiteX112" fmla="*/ 5505423 w 6836942"/>
              <a:gd name="connsiteY112" fmla="*/ 6517528 h 6857999"/>
              <a:gd name="connsiteX113" fmla="*/ 5505423 w 6836942"/>
              <a:gd name="connsiteY113" fmla="*/ 6690382 h 6857999"/>
              <a:gd name="connsiteX114" fmla="*/ 5468887 w 6836942"/>
              <a:gd name="connsiteY114" fmla="*/ 6690382 h 6857999"/>
              <a:gd name="connsiteX115" fmla="*/ 5550555 w 6836942"/>
              <a:gd name="connsiteY115" fmla="*/ 6467790 h 6857999"/>
              <a:gd name="connsiteX116" fmla="*/ 5350684 w 6836942"/>
              <a:gd name="connsiteY116" fmla="*/ 6540554 h 6857999"/>
              <a:gd name="connsiteX117" fmla="*/ 5423448 w 6836942"/>
              <a:gd name="connsiteY117" fmla="*/ 6740427 h 6857999"/>
              <a:gd name="connsiteX118" fmla="*/ 5623319 w 6836942"/>
              <a:gd name="connsiteY118" fmla="*/ 6667662 h 6857999"/>
              <a:gd name="connsiteX119" fmla="*/ 0 w 6836942"/>
              <a:gd name="connsiteY119" fmla="*/ 0 h 6857999"/>
              <a:gd name="connsiteX120" fmla="*/ 3318198 w 6836942"/>
              <a:gd name="connsiteY120" fmla="*/ 0 h 6857999"/>
              <a:gd name="connsiteX121" fmla="*/ 3412392 w 6836942"/>
              <a:gd name="connsiteY121" fmla="*/ 0 h 6857999"/>
              <a:gd name="connsiteX122" fmla="*/ 3424168 w 6836942"/>
              <a:gd name="connsiteY122" fmla="*/ 0 h 6857999"/>
              <a:gd name="connsiteX123" fmla="*/ 3518744 w 6836942"/>
              <a:gd name="connsiteY123" fmla="*/ 0 h 6857999"/>
              <a:gd name="connsiteX124" fmla="*/ 6836942 w 6836942"/>
              <a:gd name="connsiteY124" fmla="*/ 0 h 6857999"/>
              <a:gd name="connsiteX125" fmla="*/ 4902466 w 6836942"/>
              <a:gd name="connsiteY125" fmla="*/ 3428999 h 6857999"/>
              <a:gd name="connsiteX126" fmla="*/ 6836942 w 6836942"/>
              <a:gd name="connsiteY126" fmla="*/ 6857999 h 6857999"/>
              <a:gd name="connsiteX127" fmla="*/ 3518744 w 6836942"/>
              <a:gd name="connsiteY127" fmla="*/ 6857999 h 6857999"/>
              <a:gd name="connsiteX128" fmla="*/ 3424168 w 6836942"/>
              <a:gd name="connsiteY128" fmla="*/ 6857999 h 6857999"/>
              <a:gd name="connsiteX129" fmla="*/ 3412392 w 6836942"/>
              <a:gd name="connsiteY129" fmla="*/ 6857999 h 6857999"/>
              <a:gd name="connsiteX130" fmla="*/ 3318198 w 6836942"/>
              <a:gd name="connsiteY130" fmla="*/ 6857999 h 6857999"/>
              <a:gd name="connsiteX131" fmla="*/ 0 w 6836942"/>
              <a:gd name="connsiteY131" fmla="*/ 6857999 h 6857999"/>
              <a:gd name="connsiteX132" fmla="*/ 1934095 w 6836942"/>
              <a:gd name="connsiteY132" fmla="*/ 3428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836942" h="6857999">
                <a:moveTo>
                  <a:pt x="5550555" y="6594898"/>
                </a:moveTo>
                <a:lnTo>
                  <a:pt x="5568670" y="6594898"/>
                </a:lnTo>
                <a:lnTo>
                  <a:pt x="5568670" y="6667662"/>
                </a:lnTo>
                <a:lnTo>
                  <a:pt x="5550555" y="6667662"/>
                </a:lnTo>
                <a:close/>
                <a:moveTo>
                  <a:pt x="5432352" y="6558669"/>
                </a:moveTo>
                <a:lnTo>
                  <a:pt x="5459677" y="6558669"/>
                </a:lnTo>
                <a:lnTo>
                  <a:pt x="5459677" y="6667662"/>
                </a:lnTo>
                <a:lnTo>
                  <a:pt x="5432352" y="6667662"/>
                </a:lnTo>
                <a:close/>
                <a:moveTo>
                  <a:pt x="6027975" y="6555906"/>
                </a:moveTo>
                <a:cubicBezTo>
                  <a:pt x="6049159" y="6556213"/>
                  <a:pt x="6060519" y="6572792"/>
                  <a:pt x="6060212" y="6602880"/>
                </a:cubicBezTo>
                <a:cubicBezTo>
                  <a:pt x="6060212" y="6632047"/>
                  <a:pt x="6048238" y="6646478"/>
                  <a:pt x="6027975" y="6646478"/>
                </a:cubicBezTo>
                <a:cubicBezTo>
                  <a:pt x="6006176" y="6646785"/>
                  <a:pt x="5994509" y="6630512"/>
                  <a:pt x="5994509" y="6600424"/>
                </a:cubicBezTo>
                <a:cubicBezTo>
                  <a:pt x="5994509" y="6572178"/>
                  <a:pt x="6005869" y="6555292"/>
                  <a:pt x="6027975" y="6555906"/>
                </a:cubicBezTo>
                <a:close/>
                <a:moveTo>
                  <a:pt x="5754725" y="6555599"/>
                </a:moveTo>
                <a:cubicBezTo>
                  <a:pt x="5775295" y="6555599"/>
                  <a:pt x="5787269" y="6572792"/>
                  <a:pt x="5786962" y="6603187"/>
                </a:cubicBezTo>
                <a:cubicBezTo>
                  <a:pt x="5786655" y="6633890"/>
                  <a:pt x="5774681" y="6649241"/>
                  <a:pt x="5753804" y="6649241"/>
                </a:cubicBezTo>
                <a:cubicBezTo>
                  <a:pt x="5732312" y="6649241"/>
                  <a:pt x="5720952" y="6631433"/>
                  <a:pt x="5720952" y="6600731"/>
                </a:cubicBezTo>
                <a:cubicBezTo>
                  <a:pt x="5720952" y="6572485"/>
                  <a:pt x="5732005" y="6555292"/>
                  <a:pt x="5754725" y="6555599"/>
                </a:cubicBezTo>
                <a:close/>
                <a:moveTo>
                  <a:pt x="6165827" y="6555292"/>
                </a:moveTo>
                <a:cubicBezTo>
                  <a:pt x="6188239" y="6555292"/>
                  <a:pt x="6199292" y="6571564"/>
                  <a:pt x="6199292" y="6602880"/>
                </a:cubicBezTo>
                <a:cubicBezTo>
                  <a:pt x="6199292" y="6634504"/>
                  <a:pt x="6188546" y="6649855"/>
                  <a:pt x="6166134" y="6649855"/>
                </a:cubicBezTo>
                <a:cubicBezTo>
                  <a:pt x="6143414" y="6649855"/>
                  <a:pt x="6132361" y="6634197"/>
                  <a:pt x="6132054" y="6603187"/>
                </a:cubicBezTo>
                <a:cubicBezTo>
                  <a:pt x="6132054" y="6571871"/>
                  <a:pt x="6143107" y="6555599"/>
                  <a:pt x="6165827" y="6555292"/>
                </a:cubicBezTo>
                <a:close/>
                <a:moveTo>
                  <a:pt x="5891657" y="6554678"/>
                </a:moveTo>
                <a:cubicBezTo>
                  <a:pt x="5911920" y="6554678"/>
                  <a:pt x="5921745" y="6570029"/>
                  <a:pt x="5922973" y="6587222"/>
                </a:cubicBezTo>
                <a:lnTo>
                  <a:pt x="5858805" y="6587222"/>
                </a:lnTo>
                <a:cubicBezTo>
                  <a:pt x="5862182" y="6566038"/>
                  <a:pt x="5873235" y="6554678"/>
                  <a:pt x="5891657" y="6554678"/>
                </a:cubicBezTo>
                <a:close/>
                <a:moveTo>
                  <a:pt x="5514327" y="6540554"/>
                </a:moveTo>
                <a:lnTo>
                  <a:pt x="5541652" y="6540554"/>
                </a:lnTo>
                <a:lnTo>
                  <a:pt x="5541652" y="6649548"/>
                </a:lnTo>
                <a:lnTo>
                  <a:pt x="5514327" y="6649548"/>
                </a:lnTo>
                <a:close/>
                <a:moveTo>
                  <a:pt x="5405027" y="6540247"/>
                </a:moveTo>
                <a:lnTo>
                  <a:pt x="5423141" y="6540247"/>
                </a:lnTo>
                <a:lnTo>
                  <a:pt x="5423141" y="6613012"/>
                </a:lnTo>
                <a:lnTo>
                  <a:pt x="5405027" y="6613012"/>
                </a:lnTo>
                <a:close/>
                <a:moveTo>
                  <a:pt x="6019992" y="6534107"/>
                </a:moveTo>
                <a:cubicBezTo>
                  <a:pt x="5984377" y="6534107"/>
                  <a:pt x="5963193" y="6564502"/>
                  <a:pt x="5963193" y="6601652"/>
                </a:cubicBezTo>
                <a:cubicBezTo>
                  <a:pt x="5963193" y="6639109"/>
                  <a:pt x="5982842" y="6667662"/>
                  <a:pt x="6021220" y="6667662"/>
                </a:cubicBezTo>
                <a:cubicBezTo>
                  <a:pt x="6038720" y="6667662"/>
                  <a:pt x="6051922" y="6659987"/>
                  <a:pt x="6060826" y="6646785"/>
                </a:cubicBezTo>
                <a:lnTo>
                  <a:pt x="6060826" y="6661829"/>
                </a:lnTo>
                <a:cubicBezTo>
                  <a:pt x="6060826" y="6686698"/>
                  <a:pt x="6047624" y="6697443"/>
                  <a:pt x="6028589" y="6697443"/>
                </a:cubicBezTo>
                <a:cubicBezTo>
                  <a:pt x="6012624" y="6697443"/>
                  <a:pt x="6002185" y="6691610"/>
                  <a:pt x="5999115" y="6679943"/>
                </a:cubicBezTo>
                <a:cubicBezTo>
                  <a:pt x="5998808" y="6678715"/>
                  <a:pt x="5997887" y="6677794"/>
                  <a:pt x="5996658" y="6677794"/>
                </a:cubicBezTo>
                <a:lnTo>
                  <a:pt x="5969948" y="6677794"/>
                </a:lnTo>
                <a:cubicBezTo>
                  <a:pt x="5969026" y="6677794"/>
                  <a:pt x="5967798" y="6678715"/>
                  <a:pt x="5967798" y="6679943"/>
                </a:cubicBezTo>
                <a:cubicBezTo>
                  <a:pt x="5971483" y="6706654"/>
                  <a:pt x="5995737" y="6719549"/>
                  <a:pt x="6027361" y="6718935"/>
                </a:cubicBezTo>
                <a:cubicBezTo>
                  <a:pt x="6067887" y="6718935"/>
                  <a:pt x="6089379" y="6697750"/>
                  <a:pt x="6089072" y="6662136"/>
                </a:cubicBezTo>
                <a:lnTo>
                  <a:pt x="6088765" y="6597047"/>
                </a:lnTo>
                <a:lnTo>
                  <a:pt x="6090300" y="6538405"/>
                </a:lnTo>
                <a:cubicBezTo>
                  <a:pt x="6090300" y="6537484"/>
                  <a:pt x="6089379" y="6536256"/>
                  <a:pt x="6088151" y="6536256"/>
                </a:cubicBezTo>
                <a:lnTo>
                  <a:pt x="6061133" y="6536256"/>
                </a:lnTo>
                <a:cubicBezTo>
                  <a:pt x="6060212" y="6536256"/>
                  <a:pt x="6058984" y="6537177"/>
                  <a:pt x="6058984" y="6538405"/>
                </a:cubicBezTo>
                <a:lnTo>
                  <a:pt x="6059598" y="6553142"/>
                </a:lnTo>
                <a:cubicBezTo>
                  <a:pt x="6051001" y="6540862"/>
                  <a:pt x="6037492" y="6534107"/>
                  <a:pt x="6019992" y="6534107"/>
                </a:cubicBezTo>
                <a:close/>
                <a:moveTo>
                  <a:pt x="5746128" y="6533800"/>
                </a:moveTo>
                <a:cubicBezTo>
                  <a:pt x="5710820" y="6533800"/>
                  <a:pt x="5689636" y="6564502"/>
                  <a:pt x="5689636" y="6602880"/>
                </a:cubicBezTo>
                <a:cubicBezTo>
                  <a:pt x="5689636" y="6641258"/>
                  <a:pt x="5708671" y="6671039"/>
                  <a:pt x="5745514" y="6671039"/>
                </a:cubicBezTo>
                <a:cubicBezTo>
                  <a:pt x="5763321" y="6671039"/>
                  <a:pt x="5777137" y="6663364"/>
                  <a:pt x="5786041" y="6650162"/>
                </a:cubicBezTo>
                <a:lnTo>
                  <a:pt x="5785427" y="6666434"/>
                </a:lnTo>
                <a:cubicBezTo>
                  <a:pt x="5785427" y="6667662"/>
                  <a:pt x="5786655" y="6668583"/>
                  <a:pt x="5787576" y="6668583"/>
                </a:cubicBezTo>
                <a:lnTo>
                  <a:pt x="5787576" y="6668890"/>
                </a:lnTo>
                <a:lnTo>
                  <a:pt x="5814594" y="6668890"/>
                </a:lnTo>
                <a:cubicBezTo>
                  <a:pt x="5815822" y="6668890"/>
                  <a:pt x="5816743" y="6667662"/>
                  <a:pt x="5816743" y="6666741"/>
                </a:cubicBezTo>
                <a:lnTo>
                  <a:pt x="5815822" y="6602266"/>
                </a:lnTo>
                <a:lnTo>
                  <a:pt x="5816743" y="6538712"/>
                </a:lnTo>
                <a:cubicBezTo>
                  <a:pt x="5816743" y="6537484"/>
                  <a:pt x="5815515" y="6536563"/>
                  <a:pt x="5814594" y="6536563"/>
                </a:cubicBezTo>
                <a:lnTo>
                  <a:pt x="5787269" y="6536563"/>
                </a:lnTo>
                <a:cubicBezTo>
                  <a:pt x="5786041" y="6536563"/>
                  <a:pt x="5785120" y="6537791"/>
                  <a:pt x="5785120" y="6538712"/>
                </a:cubicBezTo>
                <a:lnTo>
                  <a:pt x="5786041" y="6553449"/>
                </a:lnTo>
                <a:cubicBezTo>
                  <a:pt x="5777137" y="6540555"/>
                  <a:pt x="5763628" y="6533800"/>
                  <a:pt x="5746128" y="6533800"/>
                </a:cubicBezTo>
                <a:close/>
                <a:moveTo>
                  <a:pt x="6166134" y="6533186"/>
                </a:moveTo>
                <a:cubicBezTo>
                  <a:pt x="6124379" y="6533186"/>
                  <a:pt x="6100738" y="6561125"/>
                  <a:pt x="6100738" y="6602880"/>
                </a:cubicBezTo>
                <a:cubicBezTo>
                  <a:pt x="6100738" y="6644635"/>
                  <a:pt x="6124379" y="6671653"/>
                  <a:pt x="6166134" y="6671653"/>
                </a:cubicBezTo>
                <a:cubicBezTo>
                  <a:pt x="6207582" y="6671653"/>
                  <a:pt x="6231222" y="6644021"/>
                  <a:pt x="6230915" y="6601959"/>
                </a:cubicBezTo>
                <a:cubicBezTo>
                  <a:pt x="6230915" y="6560204"/>
                  <a:pt x="6207582" y="6533186"/>
                  <a:pt x="6166134" y="6533186"/>
                </a:cubicBezTo>
                <a:close/>
                <a:moveTo>
                  <a:pt x="6315961" y="6532879"/>
                </a:moveTo>
                <a:cubicBezTo>
                  <a:pt x="6296312" y="6532879"/>
                  <a:pt x="6281268" y="6543011"/>
                  <a:pt x="6272671" y="6555292"/>
                </a:cubicBezTo>
                <a:lnTo>
                  <a:pt x="6273592" y="6538098"/>
                </a:lnTo>
                <a:cubicBezTo>
                  <a:pt x="6273592" y="6536870"/>
                  <a:pt x="6272364" y="6535949"/>
                  <a:pt x="6271443" y="6535949"/>
                </a:cubicBezTo>
                <a:lnTo>
                  <a:pt x="6245653" y="6535949"/>
                </a:lnTo>
                <a:cubicBezTo>
                  <a:pt x="6244425" y="6535949"/>
                  <a:pt x="6243504" y="6537177"/>
                  <a:pt x="6243504" y="6538098"/>
                </a:cubicBezTo>
                <a:lnTo>
                  <a:pt x="6243811" y="6606258"/>
                </a:lnTo>
                <a:lnTo>
                  <a:pt x="6242890" y="6666434"/>
                </a:lnTo>
                <a:cubicBezTo>
                  <a:pt x="6242890" y="6667662"/>
                  <a:pt x="6244118" y="6668583"/>
                  <a:pt x="6245039" y="6668583"/>
                </a:cubicBezTo>
                <a:lnTo>
                  <a:pt x="6245039" y="6668276"/>
                </a:lnTo>
                <a:lnTo>
                  <a:pt x="6272364" y="6668276"/>
                </a:lnTo>
                <a:cubicBezTo>
                  <a:pt x="6273592" y="6668276"/>
                  <a:pt x="6274513" y="6667048"/>
                  <a:pt x="6274513" y="6666127"/>
                </a:cubicBezTo>
                <a:lnTo>
                  <a:pt x="6273899" y="6612091"/>
                </a:lnTo>
                <a:lnTo>
                  <a:pt x="6273899" y="6597661"/>
                </a:lnTo>
                <a:cubicBezTo>
                  <a:pt x="6276355" y="6570336"/>
                  <a:pt x="6291092" y="6557134"/>
                  <a:pt x="6306444" y="6557134"/>
                </a:cubicBezTo>
                <a:cubicBezTo>
                  <a:pt x="6320567" y="6557134"/>
                  <a:pt x="6330698" y="6566959"/>
                  <a:pt x="6330698" y="6585687"/>
                </a:cubicBezTo>
                <a:lnTo>
                  <a:pt x="6330698" y="6612091"/>
                </a:lnTo>
                <a:lnTo>
                  <a:pt x="6330084" y="6666127"/>
                </a:lnTo>
                <a:cubicBezTo>
                  <a:pt x="6330084" y="6667355"/>
                  <a:pt x="6331312" y="6668276"/>
                  <a:pt x="6332233" y="6668276"/>
                </a:cubicBezTo>
                <a:lnTo>
                  <a:pt x="6359558" y="6668276"/>
                </a:lnTo>
                <a:cubicBezTo>
                  <a:pt x="6360786" y="6668276"/>
                  <a:pt x="6361708" y="6667048"/>
                  <a:pt x="6361708" y="6666127"/>
                </a:cubicBezTo>
                <a:lnTo>
                  <a:pt x="6361093" y="6612091"/>
                </a:lnTo>
                <a:lnTo>
                  <a:pt x="6361093" y="6584766"/>
                </a:lnTo>
                <a:cubicBezTo>
                  <a:pt x="6361093" y="6551300"/>
                  <a:pt x="6343286" y="6532879"/>
                  <a:pt x="6315961" y="6532879"/>
                </a:cubicBezTo>
                <a:close/>
                <a:moveTo>
                  <a:pt x="5891657" y="6532879"/>
                </a:moveTo>
                <a:cubicBezTo>
                  <a:pt x="5851437" y="6532879"/>
                  <a:pt x="5827182" y="6560818"/>
                  <a:pt x="5827182" y="6602573"/>
                </a:cubicBezTo>
                <a:cubicBezTo>
                  <a:pt x="5827182" y="6642793"/>
                  <a:pt x="5849902" y="6671346"/>
                  <a:pt x="5892578" y="6671346"/>
                </a:cubicBezTo>
                <a:cubicBezTo>
                  <a:pt x="5926350" y="6671346"/>
                  <a:pt x="5947842" y="6652311"/>
                  <a:pt x="5952754" y="6628363"/>
                </a:cubicBezTo>
                <a:cubicBezTo>
                  <a:pt x="5953061" y="6627135"/>
                  <a:pt x="5951833" y="6626214"/>
                  <a:pt x="5950912" y="6626214"/>
                </a:cubicBezTo>
                <a:lnTo>
                  <a:pt x="5925122" y="6626214"/>
                </a:lnTo>
                <a:cubicBezTo>
                  <a:pt x="5924201" y="6626214"/>
                  <a:pt x="5922973" y="6627135"/>
                  <a:pt x="5922666" y="6628363"/>
                </a:cubicBezTo>
                <a:cubicBezTo>
                  <a:pt x="5918367" y="6642486"/>
                  <a:pt x="5908236" y="6649548"/>
                  <a:pt x="5893192" y="6649548"/>
                </a:cubicBezTo>
                <a:cubicBezTo>
                  <a:pt x="5870779" y="6649548"/>
                  <a:pt x="5859112" y="6636346"/>
                  <a:pt x="5857884" y="6608100"/>
                </a:cubicBezTo>
                <a:lnTo>
                  <a:pt x="5954289" y="6608100"/>
                </a:lnTo>
                <a:cubicBezTo>
                  <a:pt x="5955517" y="6608100"/>
                  <a:pt x="5956438" y="6606872"/>
                  <a:pt x="5956438" y="6605951"/>
                </a:cubicBezTo>
                <a:cubicBezTo>
                  <a:pt x="5955824" y="6560818"/>
                  <a:pt x="5932490" y="6533186"/>
                  <a:pt x="5891657" y="6532879"/>
                </a:cubicBezTo>
                <a:close/>
                <a:moveTo>
                  <a:pt x="5468887" y="6517528"/>
                </a:moveTo>
                <a:lnTo>
                  <a:pt x="5505423" y="6517528"/>
                </a:lnTo>
                <a:lnTo>
                  <a:pt x="5505423" y="6690382"/>
                </a:lnTo>
                <a:lnTo>
                  <a:pt x="5468887" y="6690382"/>
                </a:lnTo>
                <a:close/>
                <a:moveTo>
                  <a:pt x="5550555" y="6467790"/>
                </a:moveTo>
                <a:lnTo>
                  <a:pt x="5350684" y="6540554"/>
                </a:lnTo>
                <a:lnTo>
                  <a:pt x="5423448" y="6740427"/>
                </a:lnTo>
                <a:lnTo>
                  <a:pt x="5623319" y="6667662"/>
                </a:lnTo>
                <a:close/>
                <a:moveTo>
                  <a:pt x="0" y="0"/>
                </a:moveTo>
                <a:lnTo>
                  <a:pt x="3318198" y="0"/>
                </a:lnTo>
                <a:lnTo>
                  <a:pt x="3412392" y="0"/>
                </a:lnTo>
                <a:lnTo>
                  <a:pt x="3424168" y="0"/>
                </a:lnTo>
                <a:lnTo>
                  <a:pt x="3518744" y="0"/>
                </a:lnTo>
                <a:lnTo>
                  <a:pt x="6836942" y="0"/>
                </a:lnTo>
                <a:lnTo>
                  <a:pt x="4902466" y="3428999"/>
                </a:lnTo>
                <a:lnTo>
                  <a:pt x="6836942" y="6857999"/>
                </a:lnTo>
                <a:lnTo>
                  <a:pt x="3518744" y="6857999"/>
                </a:lnTo>
                <a:lnTo>
                  <a:pt x="3424168" y="6857999"/>
                </a:lnTo>
                <a:lnTo>
                  <a:pt x="3412392" y="6857999"/>
                </a:lnTo>
                <a:lnTo>
                  <a:pt x="3318198" y="6857999"/>
                </a:lnTo>
                <a:lnTo>
                  <a:pt x="0" y="6857999"/>
                </a:lnTo>
                <a:lnTo>
                  <a:pt x="1934095" y="3428999"/>
                </a:lnTo>
                <a:close/>
              </a:path>
            </a:pathLst>
          </a:custGeom>
          <a:noFill/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998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1BEB0-59C8-105F-446A-77A9CBFC44F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296E28-E645-4E1A-BCA6-1BB1B757563A}" type="datetime3">
              <a:rPr lang="en-US" smtClean="0"/>
              <a:t>30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6E6C0-9859-78F0-3B8F-18262328F0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61915A2D-D10D-DCCD-DE86-18B549DC035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DA703C5-5FF7-23E5-6C65-60112CFE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8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704460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and Image 2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7A7D106-0063-3BE6-87C6-899E68606F48}"/>
              </a:ext>
            </a:extLst>
          </p:cNvPr>
          <p:cNvSpPr txBox="1">
            <a:spLocks/>
          </p:cNvSpPr>
          <p:nvPr userDrawn="1"/>
        </p:nvSpPr>
        <p:spPr>
          <a:xfrm>
            <a:off x="5371529" y="0"/>
            <a:ext cx="6804000" cy="68580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1600" tIns="201600" rIns="201600" bIns="201600" rtlCol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3D2B5-4C7C-8E22-B079-42809E23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5058" y="0"/>
            <a:ext cx="6836942" cy="6857999"/>
          </a:xfrm>
          <a:custGeom>
            <a:avLst/>
            <a:gdLst>
              <a:gd name="connsiteX0" fmla="*/ 5550555 w 6836942"/>
              <a:gd name="connsiteY0" fmla="*/ 6594898 h 6857999"/>
              <a:gd name="connsiteX1" fmla="*/ 5568670 w 6836942"/>
              <a:gd name="connsiteY1" fmla="*/ 6594898 h 6857999"/>
              <a:gd name="connsiteX2" fmla="*/ 5568670 w 6836942"/>
              <a:gd name="connsiteY2" fmla="*/ 6667662 h 6857999"/>
              <a:gd name="connsiteX3" fmla="*/ 5550555 w 6836942"/>
              <a:gd name="connsiteY3" fmla="*/ 6667662 h 6857999"/>
              <a:gd name="connsiteX4" fmla="*/ 5432352 w 6836942"/>
              <a:gd name="connsiteY4" fmla="*/ 6558669 h 6857999"/>
              <a:gd name="connsiteX5" fmla="*/ 5459677 w 6836942"/>
              <a:gd name="connsiteY5" fmla="*/ 6558669 h 6857999"/>
              <a:gd name="connsiteX6" fmla="*/ 5459677 w 6836942"/>
              <a:gd name="connsiteY6" fmla="*/ 6667662 h 6857999"/>
              <a:gd name="connsiteX7" fmla="*/ 5432352 w 6836942"/>
              <a:gd name="connsiteY7" fmla="*/ 6667662 h 6857999"/>
              <a:gd name="connsiteX8" fmla="*/ 6027975 w 6836942"/>
              <a:gd name="connsiteY8" fmla="*/ 6555906 h 6857999"/>
              <a:gd name="connsiteX9" fmla="*/ 6060212 w 6836942"/>
              <a:gd name="connsiteY9" fmla="*/ 6602880 h 6857999"/>
              <a:gd name="connsiteX10" fmla="*/ 6027975 w 6836942"/>
              <a:gd name="connsiteY10" fmla="*/ 6646478 h 6857999"/>
              <a:gd name="connsiteX11" fmla="*/ 5994509 w 6836942"/>
              <a:gd name="connsiteY11" fmla="*/ 6600424 h 6857999"/>
              <a:gd name="connsiteX12" fmla="*/ 6027975 w 6836942"/>
              <a:gd name="connsiteY12" fmla="*/ 6555906 h 6857999"/>
              <a:gd name="connsiteX13" fmla="*/ 5754725 w 6836942"/>
              <a:gd name="connsiteY13" fmla="*/ 6555599 h 6857999"/>
              <a:gd name="connsiteX14" fmla="*/ 5786962 w 6836942"/>
              <a:gd name="connsiteY14" fmla="*/ 6603187 h 6857999"/>
              <a:gd name="connsiteX15" fmla="*/ 5753804 w 6836942"/>
              <a:gd name="connsiteY15" fmla="*/ 6649241 h 6857999"/>
              <a:gd name="connsiteX16" fmla="*/ 5720952 w 6836942"/>
              <a:gd name="connsiteY16" fmla="*/ 6600731 h 6857999"/>
              <a:gd name="connsiteX17" fmla="*/ 5754725 w 6836942"/>
              <a:gd name="connsiteY17" fmla="*/ 6555599 h 6857999"/>
              <a:gd name="connsiteX18" fmla="*/ 6165827 w 6836942"/>
              <a:gd name="connsiteY18" fmla="*/ 6555292 h 6857999"/>
              <a:gd name="connsiteX19" fmla="*/ 6199292 w 6836942"/>
              <a:gd name="connsiteY19" fmla="*/ 6602880 h 6857999"/>
              <a:gd name="connsiteX20" fmla="*/ 6166134 w 6836942"/>
              <a:gd name="connsiteY20" fmla="*/ 6649855 h 6857999"/>
              <a:gd name="connsiteX21" fmla="*/ 6132054 w 6836942"/>
              <a:gd name="connsiteY21" fmla="*/ 6603187 h 6857999"/>
              <a:gd name="connsiteX22" fmla="*/ 6165827 w 6836942"/>
              <a:gd name="connsiteY22" fmla="*/ 6555292 h 6857999"/>
              <a:gd name="connsiteX23" fmla="*/ 5891657 w 6836942"/>
              <a:gd name="connsiteY23" fmla="*/ 6554678 h 6857999"/>
              <a:gd name="connsiteX24" fmla="*/ 5922973 w 6836942"/>
              <a:gd name="connsiteY24" fmla="*/ 6587222 h 6857999"/>
              <a:gd name="connsiteX25" fmla="*/ 5858805 w 6836942"/>
              <a:gd name="connsiteY25" fmla="*/ 6587222 h 6857999"/>
              <a:gd name="connsiteX26" fmla="*/ 5891657 w 6836942"/>
              <a:gd name="connsiteY26" fmla="*/ 6554678 h 6857999"/>
              <a:gd name="connsiteX27" fmla="*/ 5514327 w 6836942"/>
              <a:gd name="connsiteY27" fmla="*/ 6540554 h 6857999"/>
              <a:gd name="connsiteX28" fmla="*/ 5541652 w 6836942"/>
              <a:gd name="connsiteY28" fmla="*/ 6540554 h 6857999"/>
              <a:gd name="connsiteX29" fmla="*/ 5541652 w 6836942"/>
              <a:gd name="connsiteY29" fmla="*/ 6649548 h 6857999"/>
              <a:gd name="connsiteX30" fmla="*/ 5514327 w 6836942"/>
              <a:gd name="connsiteY30" fmla="*/ 6649548 h 6857999"/>
              <a:gd name="connsiteX31" fmla="*/ 5405027 w 6836942"/>
              <a:gd name="connsiteY31" fmla="*/ 6540247 h 6857999"/>
              <a:gd name="connsiteX32" fmla="*/ 5423141 w 6836942"/>
              <a:gd name="connsiteY32" fmla="*/ 6540247 h 6857999"/>
              <a:gd name="connsiteX33" fmla="*/ 5423141 w 6836942"/>
              <a:gd name="connsiteY33" fmla="*/ 6613012 h 6857999"/>
              <a:gd name="connsiteX34" fmla="*/ 5405027 w 6836942"/>
              <a:gd name="connsiteY34" fmla="*/ 6613012 h 6857999"/>
              <a:gd name="connsiteX35" fmla="*/ 6019992 w 6836942"/>
              <a:gd name="connsiteY35" fmla="*/ 6534107 h 6857999"/>
              <a:gd name="connsiteX36" fmla="*/ 5963193 w 6836942"/>
              <a:gd name="connsiteY36" fmla="*/ 6601652 h 6857999"/>
              <a:gd name="connsiteX37" fmla="*/ 6021220 w 6836942"/>
              <a:gd name="connsiteY37" fmla="*/ 6667662 h 6857999"/>
              <a:gd name="connsiteX38" fmla="*/ 6060826 w 6836942"/>
              <a:gd name="connsiteY38" fmla="*/ 6646785 h 6857999"/>
              <a:gd name="connsiteX39" fmla="*/ 6060826 w 6836942"/>
              <a:gd name="connsiteY39" fmla="*/ 6661829 h 6857999"/>
              <a:gd name="connsiteX40" fmla="*/ 6028589 w 6836942"/>
              <a:gd name="connsiteY40" fmla="*/ 6697443 h 6857999"/>
              <a:gd name="connsiteX41" fmla="*/ 5999115 w 6836942"/>
              <a:gd name="connsiteY41" fmla="*/ 6679943 h 6857999"/>
              <a:gd name="connsiteX42" fmla="*/ 5996658 w 6836942"/>
              <a:gd name="connsiteY42" fmla="*/ 6677794 h 6857999"/>
              <a:gd name="connsiteX43" fmla="*/ 5969948 w 6836942"/>
              <a:gd name="connsiteY43" fmla="*/ 6677794 h 6857999"/>
              <a:gd name="connsiteX44" fmla="*/ 5967798 w 6836942"/>
              <a:gd name="connsiteY44" fmla="*/ 6679943 h 6857999"/>
              <a:gd name="connsiteX45" fmla="*/ 6027361 w 6836942"/>
              <a:gd name="connsiteY45" fmla="*/ 6718935 h 6857999"/>
              <a:gd name="connsiteX46" fmla="*/ 6089072 w 6836942"/>
              <a:gd name="connsiteY46" fmla="*/ 6662136 h 6857999"/>
              <a:gd name="connsiteX47" fmla="*/ 6088765 w 6836942"/>
              <a:gd name="connsiteY47" fmla="*/ 6597047 h 6857999"/>
              <a:gd name="connsiteX48" fmla="*/ 6090300 w 6836942"/>
              <a:gd name="connsiteY48" fmla="*/ 6538405 h 6857999"/>
              <a:gd name="connsiteX49" fmla="*/ 6088151 w 6836942"/>
              <a:gd name="connsiteY49" fmla="*/ 6536256 h 6857999"/>
              <a:gd name="connsiteX50" fmla="*/ 6061133 w 6836942"/>
              <a:gd name="connsiteY50" fmla="*/ 6536256 h 6857999"/>
              <a:gd name="connsiteX51" fmla="*/ 6058984 w 6836942"/>
              <a:gd name="connsiteY51" fmla="*/ 6538405 h 6857999"/>
              <a:gd name="connsiteX52" fmla="*/ 6059598 w 6836942"/>
              <a:gd name="connsiteY52" fmla="*/ 6553142 h 6857999"/>
              <a:gd name="connsiteX53" fmla="*/ 6019992 w 6836942"/>
              <a:gd name="connsiteY53" fmla="*/ 6534107 h 6857999"/>
              <a:gd name="connsiteX54" fmla="*/ 5746128 w 6836942"/>
              <a:gd name="connsiteY54" fmla="*/ 6533800 h 6857999"/>
              <a:gd name="connsiteX55" fmla="*/ 5689636 w 6836942"/>
              <a:gd name="connsiteY55" fmla="*/ 6602880 h 6857999"/>
              <a:gd name="connsiteX56" fmla="*/ 5745514 w 6836942"/>
              <a:gd name="connsiteY56" fmla="*/ 6671039 h 6857999"/>
              <a:gd name="connsiteX57" fmla="*/ 5786041 w 6836942"/>
              <a:gd name="connsiteY57" fmla="*/ 6650162 h 6857999"/>
              <a:gd name="connsiteX58" fmla="*/ 5785427 w 6836942"/>
              <a:gd name="connsiteY58" fmla="*/ 6666434 h 6857999"/>
              <a:gd name="connsiteX59" fmla="*/ 5787576 w 6836942"/>
              <a:gd name="connsiteY59" fmla="*/ 6668583 h 6857999"/>
              <a:gd name="connsiteX60" fmla="*/ 5787576 w 6836942"/>
              <a:gd name="connsiteY60" fmla="*/ 6668890 h 6857999"/>
              <a:gd name="connsiteX61" fmla="*/ 5814594 w 6836942"/>
              <a:gd name="connsiteY61" fmla="*/ 6668890 h 6857999"/>
              <a:gd name="connsiteX62" fmla="*/ 5816743 w 6836942"/>
              <a:gd name="connsiteY62" fmla="*/ 6666741 h 6857999"/>
              <a:gd name="connsiteX63" fmla="*/ 5815822 w 6836942"/>
              <a:gd name="connsiteY63" fmla="*/ 6602266 h 6857999"/>
              <a:gd name="connsiteX64" fmla="*/ 5816743 w 6836942"/>
              <a:gd name="connsiteY64" fmla="*/ 6538712 h 6857999"/>
              <a:gd name="connsiteX65" fmla="*/ 5814594 w 6836942"/>
              <a:gd name="connsiteY65" fmla="*/ 6536563 h 6857999"/>
              <a:gd name="connsiteX66" fmla="*/ 5787269 w 6836942"/>
              <a:gd name="connsiteY66" fmla="*/ 6536563 h 6857999"/>
              <a:gd name="connsiteX67" fmla="*/ 5785120 w 6836942"/>
              <a:gd name="connsiteY67" fmla="*/ 6538712 h 6857999"/>
              <a:gd name="connsiteX68" fmla="*/ 5786041 w 6836942"/>
              <a:gd name="connsiteY68" fmla="*/ 6553449 h 6857999"/>
              <a:gd name="connsiteX69" fmla="*/ 5746128 w 6836942"/>
              <a:gd name="connsiteY69" fmla="*/ 6533800 h 6857999"/>
              <a:gd name="connsiteX70" fmla="*/ 6166134 w 6836942"/>
              <a:gd name="connsiteY70" fmla="*/ 6533186 h 6857999"/>
              <a:gd name="connsiteX71" fmla="*/ 6100738 w 6836942"/>
              <a:gd name="connsiteY71" fmla="*/ 6602880 h 6857999"/>
              <a:gd name="connsiteX72" fmla="*/ 6166134 w 6836942"/>
              <a:gd name="connsiteY72" fmla="*/ 6671653 h 6857999"/>
              <a:gd name="connsiteX73" fmla="*/ 6230915 w 6836942"/>
              <a:gd name="connsiteY73" fmla="*/ 6601959 h 6857999"/>
              <a:gd name="connsiteX74" fmla="*/ 6166134 w 6836942"/>
              <a:gd name="connsiteY74" fmla="*/ 6533186 h 6857999"/>
              <a:gd name="connsiteX75" fmla="*/ 6315961 w 6836942"/>
              <a:gd name="connsiteY75" fmla="*/ 6532879 h 6857999"/>
              <a:gd name="connsiteX76" fmla="*/ 6272671 w 6836942"/>
              <a:gd name="connsiteY76" fmla="*/ 6555292 h 6857999"/>
              <a:gd name="connsiteX77" fmla="*/ 6273592 w 6836942"/>
              <a:gd name="connsiteY77" fmla="*/ 6538098 h 6857999"/>
              <a:gd name="connsiteX78" fmla="*/ 6271443 w 6836942"/>
              <a:gd name="connsiteY78" fmla="*/ 6535949 h 6857999"/>
              <a:gd name="connsiteX79" fmla="*/ 6245653 w 6836942"/>
              <a:gd name="connsiteY79" fmla="*/ 6535949 h 6857999"/>
              <a:gd name="connsiteX80" fmla="*/ 6243504 w 6836942"/>
              <a:gd name="connsiteY80" fmla="*/ 6538098 h 6857999"/>
              <a:gd name="connsiteX81" fmla="*/ 6243811 w 6836942"/>
              <a:gd name="connsiteY81" fmla="*/ 6606258 h 6857999"/>
              <a:gd name="connsiteX82" fmla="*/ 6242890 w 6836942"/>
              <a:gd name="connsiteY82" fmla="*/ 6666434 h 6857999"/>
              <a:gd name="connsiteX83" fmla="*/ 6245039 w 6836942"/>
              <a:gd name="connsiteY83" fmla="*/ 6668583 h 6857999"/>
              <a:gd name="connsiteX84" fmla="*/ 6245039 w 6836942"/>
              <a:gd name="connsiteY84" fmla="*/ 6668276 h 6857999"/>
              <a:gd name="connsiteX85" fmla="*/ 6272364 w 6836942"/>
              <a:gd name="connsiteY85" fmla="*/ 6668276 h 6857999"/>
              <a:gd name="connsiteX86" fmla="*/ 6274513 w 6836942"/>
              <a:gd name="connsiteY86" fmla="*/ 6666127 h 6857999"/>
              <a:gd name="connsiteX87" fmla="*/ 6273899 w 6836942"/>
              <a:gd name="connsiteY87" fmla="*/ 6612091 h 6857999"/>
              <a:gd name="connsiteX88" fmla="*/ 6273899 w 6836942"/>
              <a:gd name="connsiteY88" fmla="*/ 6597661 h 6857999"/>
              <a:gd name="connsiteX89" fmla="*/ 6306444 w 6836942"/>
              <a:gd name="connsiteY89" fmla="*/ 6557134 h 6857999"/>
              <a:gd name="connsiteX90" fmla="*/ 6330698 w 6836942"/>
              <a:gd name="connsiteY90" fmla="*/ 6585687 h 6857999"/>
              <a:gd name="connsiteX91" fmla="*/ 6330698 w 6836942"/>
              <a:gd name="connsiteY91" fmla="*/ 6612091 h 6857999"/>
              <a:gd name="connsiteX92" fmla="*/ 6330084 w 6836942"/>
              <a:gd name="connsiteY92" fmla="*/ 6666127 h 6857999"/>
              <a:gd name="connsiteX93" fmla="*/ 6332233 w 6836942"/>
              <a:gd name="connsiteY93" fmla="*/ 6668276 h 6857999"/>
              <a:gd name="connsiteX94" fmla="*/ 6359558 w 6836942"/>
              <a:gd name="connsiteY94" fmla="*/ 6668276 h 6857999"/>
              <a:gd name="connsiteX95" fmla="*/ 6361708 w 6836942"/>
              <a:gd name="connsiteY95" fmla="*/ 6666127 h 6857999"/>
              <a:gd name="connsiteX96" fmla="*/ 6361093 w 6836942"/>
              <a:gd name="connsiteY96" fmla="*/ 6612091 h 6857999"/>
              <a:gd name="connsiteX97" fmla="*/ 6361093 w 6836942"/>
              <a:gd name="connsiteY97" fmla="*/ 6584766 h 6857999"/>
              <a:gd name="connsiteX98" fmla="*/ 6315961 w 6836942"/>
              <a:gd name="connsiteY98" fmla="*/ 6532879 h 6857999"/>
              <a:gd name="connsiteX99" fmla="*/ 5891657 w 6836942"/>
              <a:gd name="connsiteY99" fmla="*/ 6532879 h 6857999"/>
              <a:gd name="connsiteX100" fmla="*/ 5827182 w 6836942"/>
              <a:gd name="connsiteY100" fmla="*/ 6602573 h 6857999"/>
              <a:gd name="connsiteX101" fmla="*/ 5892578 w 6836942"/>
              <a:gd name="connsiteY101" fmla="*/ 6671346 h 6857999"/>
              <a:gd name="connsiteX102" fmla="*/ 5952754 w 6836942"/>
              <a:gd name="connsiteY102" fmla="*/ 6628363 h 6857999"/>
              <a:gd name="connsiteX103" fmla="*/ 5950912 w 6836942"/>
              <a:gd name="connsiteY103" fmla="*/ 6626214 h 6857999"/>
              <a:gd name="connsiteX104" fmla="*/ 5925122 w 6836942"/>
              <a:gd name="connsiteY104" fmla="*/ 6626214 h 6857999"/>
              <a:gd name="connsiteX105" fmla="*/ 5922666 w 6836942"/>
              <a:gd name="connsiteY105" fmla="*/ 6628363 h 6857999"/>
              <a:gd name="connsiteX106" fmla="*/ 5893192 w 6836942"/>
              <a:gd name="connsiteY106" fmla="*/ 6649548 h 6857999"/>
              <a:gd name="connsiteX107" fmla="*/ 5857884 w 6836942"/>
              <a:gd name="connsiteY107" fmla="*/ 6608100 h 6857999"/>
              <a:gd name="connsiteX108" fmla="*/ 5954289 w 6836942"/>
              <a:gd name="connsiteY108" fmla="*/ 6608100 h 6857999"/>
              <a:gd name="connsiteX109" fmla="*/ 5956438 w 6836942"/>
              <a:gd name="connsiteY109" fmla="*/ 6605951 h 6857999"/>
              <a:gd name="connsiteX110" fmla="*/ 5891657 w 6836942"/>
              <a:gd name="connsiteY110" fmla="*/ 6532879 h 6857999"/>
              <a:gd name="connsiteX111" fmla="*/ 5468887 w 6836942"/>
              <a:gd name="connsiteY111" fmla="*/ 6517528 h 6857999"/>
              <a:gd name="connsiteX112" fmla="*/ 5505423 w 6836942"/>
              <a:gd name="connsiteY112" fmla="*/ 6517528 h 6857999"/>
              <a:gd name="connsiteX113" fmla="*/ 5505423 w 6836942"/>
              <a:gd name="connsiteY113" fmla="*/ 6690382 h 6857999"/>
              <a:gd name="connsiteX114" fmla="*/ 5468887 w 6836942"/>
              <a:gd name="connsiteY114" fmla="*/ 6690382 h 6857999"/>
              <a:gd name="connsiteX115" fmla="*/ 5550555 w 6836942"/>
              <a:gd name="connsiteY115" fmla="*/ 6467790 h 6857999"/>
              <a:gd name="connsiteX116" fmla="*/ 5350684 w 6836942"/>
              <a:gd name="connsiteY116" fmla="*/ 6540554 h 6857999"/>
              <a:gd name="connsiteX117" fmla="*/ 5423448 w 6836942"/>
              <a:gd name="connsiteY117" fmla="*/ 6740427 h 6857999"/>
              <a:gd name="connsiteX118" fmla="*/ 5623319 w 6836942"/>
              <a:gd name="connsiteY118" fmla="*/ 6667662 h 6857999"/>
              <a:gd name="connsiteX119" fmla="*/ 0 w 6836942"/>
              <a:gd name="connsiteY119" fmla="*/ 0 h 6857999"/>
              <a:gd name="connsiteX120" fmla="*/ 3318198 w 6836942"/>
              <a:gd name="connsiteY120" fmla="*/ 0 h 6857999"/>
              <a:gd name="connsiteX121" fmla="*/ 3412392 w 6836942"/>
              <a:gd name="connsiteY121" fmla="*/ 0 h 6857999"/>
              <a:gd name="connsiteX122" fmla="*/ 3424168 w 6836942"/>
              <a:gd name="connsiteY122" fmla="*/ 0 h 6857999"/>
              <a:gd name="connsiteX123" fmla="*/ 3518744 w 6836942"/>
              <a:gd name="connsiteY123" fmla="*/ 0 h 6857999"/>
              <a:gd name="connsiteX124" fmla="*/ 6836942 w 6836942"/>
              <a:gd name="connsiteY124" fmla="*/ 0 h 6857999"/>
              <a:gd name="connsiteX125" fmla="*/ 4902466 w 6836942"/>
              <a:gd name="connsiteY125" fmla="*/ 3428999 h 6857999"/>
              <a:gd name="connsiteX126" fmla="*/ 6836942 w 6836942"/>
              <a:gd name="connsiteY126" fmla="*/ 6857999 h 6857999"/>
              <a:gd name="connsiteX127" fmla="*/ 3518744 w 6836942"/>
              <a:gd name="connsiteY127" fmla="*/ 6857999 h 6857999"/>
              <a:gd name="connsiteX128" fmla="*/ 3424168 w 6836942"/>
              <a:gd name="connsiteY128" fmla="*/ 6857999 h 6857999"/>
              <a:gd name="connsiteX129" fmla="*/ 3412392 w 6836942"/>
              <a:gd name="connsiteY129" fmla="*/ 6857999 h 6857999"/>
              <a:gd name="connsiteX130" fmla="*/ 3318198 w 6836942"/>
              <a:gd name="connsiteY130" fmla="*/ 6857999 h 6857999"/>
              <a:gd name="connsiteX131" fmla="*/ 0 w 6836942"/>
              <a:gd name="connsiteY131" fmla="*/ 6857999 h 6857999"/>
              <a:gd name="connsiteX132" fmla="*/ 1934095 w 6836942"/>
              <a:gd name="connsiteY132" fmla="*/ 3428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836942" h="6857999">
                <a:moveTo>
                  <a:pt x="5550555" y="6594898"/>
                </a:moveTo>
                <a:lnTo>
                  <a:pt x="5568670" y="6594898"/>
                </a:lnTo>
                <a:lnTo>
                  <a:pt x="5568670" y="6667662"/>
                </a:lnTo>
                <a:lnTo>
                  <a:pt x="5550555" y="6667662"/>
                </a:lnTo>
                <a:close/>
                <a:moveTo>
                  <a:pt x="5432352" y="6558669"/>
                </a:moveTo>
                <a:lnTo>
                  <a:pt x="5459677" y="6558669"/>
                </a:lnTo>
                <a:lnTo>
                  <a:pt x="5459677" y="6667662"/>
                </a:lnTo>
                <a:lnTo>
                  <a:pt x="5432352" y="6667662"/>
                </a:lnTo>
                <a:close/>
                <a:moveTo>
                  <a:pt x="6027975" y="6555906"/>
                </a:moveTo>
                <a:cubicBezTo>
                  <a:pt x="6049159" y="6556213"/>
                  <a:pt x="6060519" y="6572792"/>
                  <a:pt x="6060212" y="6602880"/>
                </a:cubicBezTo>
                <a:cubicBezTo>
                  <a:pt x="6060212" y="6632047"/>
                  <a:pt x="6048238" y="6646478"/>
                  <a:pt x="6027975" y="6646478"/>
                </a:cubicBezTo>
                <a:cubicBezTo>
                  <a:pt x="6006176" y="6646785"/>
                  <a:pt x="5994509" y="6630512"/>
                  <a:pt x="5994509" y="6600424"/>
                </a:cubicBezTo>
                <a:cubicBezTo>
                  <a:pt x="5994509" y="6572178"/>
                  <a:pt x="6005869" y="6555292"/>
                  <a:pt x="6027975" y="6555906"/>
                </a:cubicBezTo>
                <a:close/>
                <a:moveTo>
                  <a:pt x="5754725" y="6555599"/>
                </a:moveTo>
                <a:cubicBezTo>
                  <a:pt x="5775295" y="6555599"/>
                  <a:pt x="5787269" y="6572792"/>
                  <a:pt x="5786962" y="6603187"/>
                </a:cubicBezTo>
                <a:cubicBezTo>
                  <a:pt x="5786655" y="6633890"/>
                  <a:pt x="5774681" y="6649241"/>
                  <a:pt x="5753804" y="6649241"/>
                </a:cubicBezTo>
                <a:cubicBezTo>
                  <a:pt x="5732312" y="6649241"/>
                  <a:pt x="5720952" y="6631433"/>
                  <a:pt x="5720952" y="6600731"/>
                </a:cubicBezTo>
                <a:cubicBezTo>
                  <a:pt x="5720952" y="6572485"/>
                  <a:pt x="5732005" y="6555292"/>
                  <a:pt x="5754725" y="6555599"/>
                </a:cubicBezTo>
                <a:close/>
                <a:moveTo>
                  <a:pt x="6165827" y="6555292"/>
                </a:moveTo>
                <a:cubicBezTo>
                  <a:pt x="6188239" y="6555292"/>
                  <a:pt x="6199292" y="6571564"/>
                  <a:pt x="6199292" y="6602880"/>
                </a:cubicBezTo>
                <a:cubicBezTo>
                  <a:pt x="6199292" y="6634504"/>
                  <a:pt x="6188546" y="6649855"/>
                  <a:pt x="6166134" y="6649855"/>
                </a:cubicBezTo>
                <a:cubicBezTo>
                  <a:pt x="6143414" y="6649855"/>
                  <a:pt x="6132361" y="6634197"/>
                  <a:pt x="6132054" y="6603187"/>
                </a:cubicBezTo>
                <a:cubicBezTo>
                  <a:pt x="6132054" y="6571871"/>
                  <a:pt x="6143107" y="6555599"/>
                  <a:pt x="6165827" y="6555292"/>
                </a:cubicBezTo>
                <a:close/>
                <a:moveTo>
                  <a:pt x="5891657" y="6554678"/>
                </a:moveTo>
                <a:cubicBezTo>
                  <a:pt x="5911920" y="6554678"/>
                  <a:pt x="5921745" y="6570029"/>
                  <a:pt x="5922973" y="6587222"/>
                </a:cubicBezTo>
                <a:lnTo>
                  <a:pt x="5858805" y="6587222"/>
                </a:lnTo>
                <a:cubicBezTo>
                  <a:pt x="5862182" y="6566038"/>
                  <a:pt x="5873235" y="6554678"/>
                  <a:pt x="5891657" y="6554678"/>
                </a:cubicBezTo>
                <a:close/>
                <a:moveTo>
                  <a:pt x="5514327" y="6540554"/>
                </a:moveTo>
                <a:lnTo>
                  <a:pt x="5541652" y="6540554"/>
                </a:lnTo>
                <a:lnTo>
                  <a:pt x="5541652" y="6649548"/>
                </a:lnTo>
                <a:lnTo>
                  <a:pt x="5514327" y="6649548"/>
                </a:lnTo>
                <a:close/>
                <a:moveTo>
                  <a:pt x="5405027" y="6540247"/>
                </a:moveTo>
                <a:lnTo>
                  <a:pt x="5423141" y="6540247"/>
                </a:lnTo>
                <a:lnTo>
                  <a:pt x="5423141" y="6613012"/>
                </a:lnTo>
                <a:lnTo>
                  <a:pt x="5405027" y="6613012"/>
                </a:lnTo>
                <a:close/>
                <a:moveTo>
                  <a:pt x="6019992" y="6534107"/>
                </a:moveTo>
                <a:cubicBezTo>
                  <a:pt x="5984377" y="6534107"/>
                  <a:pt x="5963193" y="6564502"/>
                  <a:pt x="5963193" y="6601652"/>
                </a:cubicBezTo>
                <a:cubicBezTo>
                  <a:pt x="5963193" y="6639109"/>
                  <a:pt x="5982842" y="6667662"/>
                  <a:pt x="6021220" y="6667662"/>
                </a:cubicBezTo>
                <a:cubicBezTo>
                  <a:pt x="6038720" y="6667662"/>
                  <a:pt x="6051922" y="6659987"/>
                  <a:pt x="6060826" y="6646785"/>
                </a:cubicBezTo>
                <a:lnTo>
                  <a:pt x="6060826" y="6661829"/>
                </a:lnTo>
                <a:cubicBezTo>
                  <a:pt x="6060826" y="6686698"/>
                  <a:pt x="6047624" y="6697443"/>
                  <a:pt x="6028589" y="6697443"/>
                </a:cubicBezTo>
                <a:cubicBezTo>
                  <a:pt x="6012624" y="6697443"/>
                  <a:pt x="6002185" y="6691610"/>
                  <a:pt x="5999115" y="6679943"/>
                </a:cubicBezTo>
                <a:cubicBezTo>
                  <a:pt x="5998808" y="6678715"/>
                  <a:pt x="5997887" y="6677794"/>
                  <a:pt x="5996658" y="6677794"/>
                </a:cubicBezTo>
                <a:lnTo>
                  <a:pt x="5969948" y="6677794"/>
                </a:lnTo>
                <a:cubicBezTo>
                  <a:pt x="5969026" y="6677794"/>
                  <a:pt x="5967798" y="6678715"/>
                  <a:pt x="5967798" y="6679943"/>
                </a:cubicBezTo>
                <a:cubicBezTo>
                  <a:pt x="5971483" y="6706654"/>
                  <a:pt x="5995737" y="6719549"/>
                  <a:pt x="6027361" y="6718935"/>
                </a:cubicBezTo>
                <a:cubicBezTo>
                  <a:pt x="6067887" y="6718935"/>
                  <a:pt x="6089379" y="6697750"/>
                  <a:pt x="6089072" y="6662136"/>
                </a:cubicBezTo>
                <a:lnTo>
                  <a:pt x="6088765" y="6597047"/>
                </a:lnTo>
                <a:lnTo>
                  <a:pt x="6090300" y="6538405"/>
                </a:lnTo>
                <a:cubicBezTo>
                  <a:pt x="6090300" y="6537484"/>
                  <a:pt x="6089379" y="6536256"/>
                  <a:pt x="6088151" y="6536256"/>
                </a:cubicBezTo>
                <a:lnTo>
                  <a:pt x="6061133" y="6536256"/>
                </a:lnTo>
                <a:cubicBezTo>
                  <a:pt x="6060212" y="6536256"/>
                  <a:pt x="6058984" y="6537177"/>
                  <a:pt x="6058984" y="6538405"/>
                </a:cubicBezTo>
                <a:lnTo>
                  <a:pt x="6059598" y="6553142"/>
                </a:lnTo>
                <a:cubicBezTo>
                  <a:pt x="6051001" y="6540862"/>
                  <a:pt x="6037492" y="6534107"/>
                  <a:pt x="6019992" y="6534107"/>
                </a:cubicBezTo>
                <a:close/>
                <a:moveTo>
                  <a:pt x="5746128" y="6533800"/>
                </a:moveTo>
                <a:cubicBezTo>
                  <a:pt x="5710820" y="6533800"/>
                  <a:pt x="5689636" y="6564502"/>
                  <a:pt x="5689636" y="6602880"/>
                </a:cubicBezTo>
                <a:cubicBezTo>
                  <a:pt x="5689636" y="6641258"/>
                  <a:pt x="5708671" y="6671039"/>
                  <a:pt x="5745514" y="6671039"/>
                </a:cubicBezTo>
                <a:cubicBezTo>
                  <a:pt x="5763321" y="6671039"/>
                  <a:pt x="5777137" y="6663364"/>
                  <a:pt x="5786041" y="6650162"/>
                </a:cubicBezTo>
                <a:lnTo>
                  <a:pt x="5785427" y="6666434"/>
                </a:lnTo>
                <a:cubicBezTo>
                  <a:pt x="5785427" y="6667662"/>
                  <a:pt x="5786655" y="6668583"/>
                  <a:pt x="5787576" y="6668583"/>
                </a:cubicBezTo>
                <a:lnTo>
                  <a:pt x="5787576" y="6668890"/>
                </a:lnTo>
                <a:lnTo>
                  <a:pt x="5814594" y="6668890"/>
                </a:lnTo>
                <a:cubicBezTo>
                  <a:pt x="5815822" y="6668890"/>
                  <a:pt x="5816743" y="6667662"/>
                  <a:pt x="5816743" y="6666741"/>
                </a:cubicBezTo>
                <a:lnTo>
                  <a:pt x="5815822" y="6602266"/>
                </a:lnTo>
                <a:lnTo>
                  <a:pt x="5816743" y="6538712"/>
                </a:lnTo>
                <a:cubicBezTo>
                  <a:pt x="5816743" y="6537484"/>
                  <a:pt x="5815515" y="6536563"/>
                  <a:pt x="5814594" y="6536563"/>
                </a:cubicBezTo>
                <a:lnTo>
                  <a:pt x="5787269" y="6536563"/>
                </a:lnTo>
                <a:cubicBezTo>
                  <a:pt x="5786041" y="6536563"/>
                  <a:pt x="5785120" y="6537791"/>
                  <a:pt x="5785120" y="6538712"/>
                </a:cubicBezTo>
                <a:lnTo>
                  <a:pt x="5786041" y="6553449"/>
                </a:lnTo>
                <a:cubicBezTo>
                  <a:pt x="5777137" y="6540555"/>
                  <a:pt x="5763628" y="6533800"/>
                  <a:pt x="5746128" y="6533800"/>
                </a:cubicBezTo>
                <a:close/>
                <a:moveTo>
                  <a:pt x="6166134" y="6533186"/>
                </a:moveTo>
                <a:cubicBezTo>
                  <a:pt x="6124379" y="6533186"/>
                  <a:pt x="6100738" y="6561125"/>
                  <a:pt x="6100738" y="6602880"/>
                </a:cubicBezTo>
                <a:cubicBezTo>
                  <a:pt x="6100738" y="6644635"/>
                  <a:pt x="6124379" y="6671653"/>
                  <a:pt x="6166134" y="6671653"/>
                </a:cubicBezTo>
                <a:cubicBezTo>
                  <a:pt x="6207582" y="6671653"/>
                  <a:pt x="6231222" y="6644021"/>
                  <a:pt x="6230915" y="6601959"/>
                </a:cubicBezTo>
                <a:cubicBezTo>
                  <a:pt x="6230915" y="6560204"/>
                  <a:pt x="6207582" y="6533186"/>
                  <a:pt x="6166134" y="6533186"/>
                </a:cubicBezTo>
                <a:close/>
                <a:moveTo>
                  <a:pt x="6315961" y="6532879"/>
                </a:moveTo>
                <a:cubicBezTo>
                  <a:pt x="6296312" y="6532879"/>
                  <a:pt x="6281268" y="6543011"/>
                  <a:pt x="6272671" y="6555292"/>
                </a:cubicBezTo>
                <a:lnTo>
                  <a:pt x="6273592" y="6538098"/>
                </a:lnTo>
                <a:cubicBezTo>
                  <a:pt x="6273592" y="6536870"/>
                  <a:pt x="6272364" y="6535949"/>
                  <a:pt x="6271443" y="6535949"/>
                </a:cubicBezTo>
                <a:lnTo>
                  <a:pt x="6245653" y="6535949"/>
                </a:lnTo>
                <a:cubicBezTo>
                  <a:pt x="6244425" y="6535949"/>
                  <a:pt x="6243504" y="6537177"/>
                  <a:pt x="6243504" y="6538098"/>
                </a:cubicBezTo>
                <a:lnTo>
                  <a:pt x="6243811" y="6606258"/>
                </a:lnTo>
                <a:lnTo>
                  <a:pt x="6242890" y="6666434"/>
                </a:lnTo>
                <a:cubicBezTo>
                  <a:pt x="6242890" y="6667662"/>
                  <a:pt x="6244118" y="6668583"/>
                  <a:pt x="6245039" y="6668583"/>
                </a:cubicBezTo>
                <a:lnTo>
                  <a:pt x="6245039" y="6668276"/>
                </a:lnTo>
                <a:lnTo>
                  <a:pt x="6272364" y="6668276"/>
                </a:lnTo>
                <a:cubicBezTo>
                  <a:pt x="6273592" y="6668276"/>
                  <a:pt x="6274513" y="6667048"/>
                  <a:pt x="6274513" y="6666127"/>
                </a:cubicBezTo>
                <a:lnTo>
                  <a:pt x="6273899" y="6612091"/>
                </a:lnTo>
                <a:lnTo>
                  <a:pt x="6273899" y="6597661"/>
                </a:lnTo>
                <a:cubicBezTo>
                  <a:pt x="6276355" y="6570336"/>
                  <a:pt x="6291092" y="6557134"/>
                  <a:pt x="6306444" y="6557134"/>
                </a:cubicBezTo>
                <a:cubicBezTo>
                  <a:pt x="6320567" y="6557134"/>
                  <a:pt x="6330698" y="6566959"/>
                  <a:pt x="6330698" y="6585687"/>
                </a:cubicBezTo>
                <a:lnTo>
                  <a:pt x="6330698" y="6612091"/>
                </a:lnTo>
                <a:lnTo>
                  <a:pt x="6330084" y="6666127"/>
                </a:lnTo>
                <a:cubicBezTo>
                  <a:pt x="6330084" y="6667355"/>
                  <a:pt x="6331312" y="6668276"/>
                  <a:pt x="6332233" y="6668276"/>
                </a:cubicBezTo>
                <a:lnTo>
                  <a:pt x="6359558" y="6668276"/>
                </a:lnTo>
                <a:cubicBezTo>
                  <a:pt x="6360786" y="6668276"/>
                  <a:pt x="6361708" y="6667048"/>
                  <a:pt x="6361708" y="6666127"/>
                </a:cubicBezTo>
                <a:lnTo>
                  <a:pt x="6361093" y="6612091"/>
                </a:lnTo>
                <a:lnTo>
                  <a:pt x="6361093" y="6584766"/>
                </a:lnTo>
                <a:cubicBezTo>
                  <a:pt x="6361093" y="6551300"/>
                  <a:pt x="6343286" y="6532879"/>
                  <a:pt x="6315961" y="6532879"/>
                </a:cubicBezTo>
                <a:close/>
                <a:moveTo>
                  <a:pt x="5891657" y="6532879"/>
                </a:moveTo>
                <a:cubicBezTo>
                  <a:pt x="5851437" y="6532879"/>
                  <a:pt x="5827182" y="6560818"/>
                  <a:pt x="5827182" y="6602573"/>
                </a:cubicBezTo>
                <a:cubicBezTo>
                  <a:pt x="5827182" y="6642793"/>
                  <a:pt x="5849902" y="6671346"/>
                  <a:pt x="5892578" y="6671346"/>
                </a:cubicBezTo>
                <a:cubicBezTo>
                  <a:pt x="5926350" y="6671346"/>
                  <a:pt x="5947842" y="6652311"/>
                  <a:pt x="5952754" y="6628363"/>
                </a:cubicBezTo>
                <a:cubicBezTo>
                  <a:pt x="5953061" y="6627135"/>
                  <a:pt x="5951833" y="6626214"/>
                  <a:pt x="5950912" y="6626214"/>
                </a:cubicBezTo>
                <a:lnTo>
                  <a:pt x="5925122" y="6626214"/>
                </a:lnTo>
                <a:cubicBezTo>
                  <a:pt x="5924201" y="6626214"/>
                  <a:pt x="5922973" y="6627135"/>
                  <a:pt x="5922666" y="6628363"/>
                </a:cubicBezTo>
                <a:cubicBezTo>
                  <a:pt x="5918367" y="6642486"/>
                  <a:pt x="5908236" y="6649548"/>
                  <a:pt x="5893192" y="6649548"/>
                </a:cubicBezTo>
                <a:cubicBezTo>
                  <a:pt x="5870779" y="6649548"/>
                  <a:pt x="5859112" y="6636346"/>
                  <a:pt x="5857884" y="6608100"/>
                </a:cubicBezTo>
                <a:lnTo>
                  <a:pt x="5954289" y="6608100"/>
                </a:lnTo>
                <a:cubicBezTo>
                  <a:pt x="5955517" y="6608100"/>
                  <a:pt x="5956438" y="6606872"/>
                  <a:pt x="5956438" y="6605951"/>
                </a:cubicBezTo>
                <a:cubicBezTo>
                  <a:pt x="5955824" y="6560818"/>
                  <a:pt x="5932490" y="6533186"/>
                  <a:pt x="5891657" y="6532879"/>
                </a:cubicBezTo>
                <a:close/>
                <a:moveTo>
                  <a:pt x="5468887" y="6517528"/>
                </a:moveTo>
                <a:lnTo>
                  <a:pt x="5505423" y="6517528"/>
                </a:lnTo>
                <a:lnTo>
                  <a:pt x="5505423" y="6690382"/>
                </a:lnTo>
                <a:lnTo>
                  <a:pt x="5468887" y="6690382"/>
                </a:lnTo>
                <a:close/>
                <a:moveTo>
                  <a:pt x="5550555" y="6467790"/>
                </a:moveTo>
                <a:lnTo>
                  <a:pt x="5350684" y="6540554"/>
                </a:lnTo>
                <a:lnTo>
                  <a:pt x="5423448" y="6740427"/>
                </a:lnTo>
                <a:lnTo>
                  <a:pt x="5623319" y="6667662"/>
                </a:lnTo>
                <a:close/>
                <a:moveTo>
                  <a:pt x="0" y="0"/>
                </a:moveTo>
                <a:lnTo>
                  <a:pt x="3318198" y="0"/>
                </a:lnTo>
                <a:lnTo>
                  <a:pt x="3412392" y="0"/>
                </a:lnTo>
                <a:lnTo>
                  <a:pt x="3424168" y="0"/>
                </a:lnTo>
                <a:lnTo>
                  <a:pt x="3518744" y="0"/>
                </a:lnTo>
                <a:lnTo>
                  <a:pt x="6836942" y="0"/>
                </a:lnTo>
                <a:lnTo>
                  <a:pt x="4902466" y="3428999"/>
                </a:lnTo>
                <a:lnTo>
                  <a:pt x="6836942" y="6857999"/>
                </a:lnTo>
                <a:lnTo>
                  <a:pt x="3518744" y="6857999"/>
                </a:lnTo>
                <a:lnTo>
                  <a:pt x="3424168" y="6857999"/>
                </a:lnTo>
                <a:lnTo>
                  <a:pt x="3412392" y="6857999"/>
                </a:lnTo>
                <a:lnTo>
                  <a:pt x="3318198" y="6857999"/>
                </a:lnTo>
                <a:lnTo>
                  <a:pt x="0" y="6857999"/>
                </a:lnTo>
                <a:lnTo>
                  <a:pt x="1934095" y="3428999"/>
                </a:lnTo>
                <a:close/>
              </a:path>
            </a:pathLst>
          </a:custGeom>
          <a:noFill/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998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1BEB0-59C8-105F-446A-77A9CBFC44F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F296E28-E645-4E1A-BCA6-1BB1B757563A}" type="datetime3">
              <a:rPr lang="en-US" smtClean="0"/>
              <a:t>30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6E6C0-9859-78F0-3B8F-18262328F0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61915A2D-D10D-DCCD-DE86-18B549DC035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DA703C5-5FF7-23E5-6C65-60112CFE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8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3375127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7A7D106-0063-3BE6-87C6-899E68606F48}"/>
              </a:ext>
            </a:extLst>
          </p:cNvPr>
          <p:cNvSpPr txBox="1">
            <a:spLocks/>
          </p:cNvSpPr>
          <p:nvPr userDrawn="1"/>
        </p:nvSpPr>
        <p:spPr>
          <a:xfrm>
            <a:off x="5371529" y="0"/>
            <a:ext cx="6804000" cy="68580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1600" tIns="201600" rIns="201600" bIns="201600" rtlCol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3D2B5-4C7C-8E22-B079-42809E23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5058" y="0"/>
            <a:ext cx="6836942" cy="6857999"/>
          </a:xfrm>
          <a:custGeom>
            <a:avLst/>
            <a:gdLst>
              <a:gd name="connsiteX0" fmla="*/ 5550555 w 6836942"/>
              <a:gd name="connsiteY0" fmla="*/ 6594898 h 6857999"/>
              <a:gd name="connsiteX1" fmla="*/ 5568670 w 6836942"/>
              <a:gd name="connsiteY1" fmla="*/ 6594898 h 6857999"/>
              <a:gd name="connsiteX2" fmla="*/ 5568670 w 6836942"/>
              <a:gd name="connsiteY2" fmla="*/ 6667662 h 6857999"/>
              <a:gd name="connsiteX3" fmla="*/ 5550555 w 6836942"/>
              <a:gd name="connsiteY3" fmla="*/ 6667662 h 6857999"/>
              <a:gd name="connsiteX4" fmla="*/ 5432352 w 6836942"/>
              <a:gd name="connsiteY4" fmla="*/ 6558669 h 6857999"/>
              <a:gd name="connsiteX5" fmla="*/ 5459677 w 6836942"/>
              <a:gd name="connsiteY5" fmla="*/ 6558669 h 6857999"/>
              <a:gd name="connsiteX6" fmla="*/ 5459677 w 6836942"/>
              <a:gd name="connsiteY6" fmla="*/ 6667662 h 6857999"/>
              <a:gd name="connsiteX7" fmla="*/ 5432352 w 6836942"/>
              <a:gd name="connsiteY7" fmla="*/ 6667662 h 6857999"/>
              <a:gd name="connsiteX8" fmla="*/ 6027975 w 6836942"/>
              <a:gd name="connsiteY8" fmla="*/ 6555906 h 6857999"/>
              <a:gd name="connsiteX9" fmla="*/ 6060212 w 6836942"/>
              <a:gd name="connsiteY9" fmla="*/ 6602880 h 6857999"/>
              <a:gd name="connsiteX10" fmla="*/ 6027975 w 6836942"/>
              <a:gd name="connsiteY10" fmla="*/ 6646478 h 6857999"/>
              <a:gd name="connsiteX11" fmla="*/ 5994509 w 6836942"/>
              <a:gd name="connsiteY11" fmla="*/ 6600424 h 6857999"/>
              <a:gd name="connsiteX12" fmla="*/ 6027975 w 6836942"/>
              <a:gd name="connsiteY12" fmla="*/ 6555906 h 6857999"/>
              <a:gd name="connsiteX13" fmla="*/ 5754725 w 6836942"/>
              <a:gd name="connsiteY13" fmla="*/ 6555599 h 6857999"/>
              <a:gd name="connsiteX14" fmla="*/ 5786962 w 6836942"/>
              <a:gd name="connsiteY14" fmla="*/ 6603187 h 6857999"/>
              <a:gd name="connsiteX15" fmla="*/ 5753804 w 6836942"/>
              <a:gd name="connsiteY15" fmla="*/ 6649241 h 6857999"/>
              <a:gd name="connsiteX16" fmla="*/ 5720952 w 6836942"/>
              <a:gd name="connsiteY16" fmla="*/ 6600731 h 6857999"/>
              <a:gd name="connsiteX17" fmla="*/ 5754725 w 6836942"/>
              <a:gd name="connsiteY17" fmla="*/ 6555599 h 6857999"/>
              <a:gd name="connsiteX18" fmla="*/ 6165827 w 6836942"/>
              <a:gd name="connsiteY18" fmla="*/ 6555292 h 6857999"/>
              <a:gd name="connsiteX19" fmla="*/ 6199292 w 6836942"/>
              <a:gd name="connsiteY19" fmla="*/ 6602880 h 6857999"/>
              <a:gd name="connsiteX20" fmla="*/ 6166134 w 6836942"/>
              <a:gd name="connsiteY20" fmla="*/ 6649855 h 6857999"/>
              <a:gd name="connsiteX21" fmla="*/ 6132054 w 6836942"/>
              <a:gd name="connsiteY21" fmla="*/ 6603187 h 6857999"/>
              <a:gd name="connsiteX22" fmla="*/ 6165827 w 6836942"/>
              <a:gd name="connsiteY22" fmla="*/ 6555292 h 6857999"/>
              <a:gd name="connsiteX23" fmla="*/ 5891657 w 6836942"/>
              <a:gd name="connsiteY23" fmla="*/ 6554678 h 6857999"/>
              <a:gd name="connsiteX24" fmla="*/ 5922973 w 6836942"/>
              <a:gd name="connsiteY24" fmla="*/ 6587222 h 6857999"/>
              <a:gd name="connsiteX25" fmla="*/ 5858805 w 6836942"/>
              <a:gd name="connsiteY25" fmla="*/ 6587222 h 6857999"/>
              <a:gd name="connsiteX26" fmla="*/ 5891657 w 6836942"/>
              <a:gd name="connsiteY26" fmla="*/ 6554678 h 6857999"/>
              <a:gd name="connsiteX27" fmla="*/ 5514327 w 6836942"/>
              <a:gd name="connsiteY27" fmla="*/ 6540554 h 6857999"/>
              <a:gd name="connsiteX28" fmla="*/ 5541652 w 6836942"/>
              <a:gd name="connsiteY28" fmla="*/ 6540554 h 6857999"/>
              <a:gd name="connsiteX29" fmla="*/ 5541652 w 6836942"/>
              <a:gd name="connsiteY29" fmla="*/ 6649548 h 6857999"/>
              <a:gd name="connsiteX30" fmla="*/ 5514327 w 6836942"/>
              <a:gd name="connsiteY30" fmla="*/ 6649548 h 6857999"/>
              <a:gd name="connsiteX31" fmla="*/ 5405027 w 6836942"/>
              <a:gd name="connsiteY31" fmla="*/ 6540247 h 6857999"/>
              <a:gd name="connsiteX32" fmla="*/ 5423141 w 6836942"/>
              <a:gd name="connsiteY32" fmla="*/ 6540247 h 6857999"/>
              <a:gd name="connsiteX33" fmla="*/ 5423141 w 6836942"/>
              <a:gd name="connsiteY33" fmla="*/ 6613012 h 6857999"/>
              <a:gd name="connsiteX34" fmla="*/ 5405027 w 6836942"/>
              <a:gd name="connsiteY34" fmla="*/ 6613012 h 6857999"/>
              <a:gd name="connsiteX35" fmla="*/ 6019992 w 6836942"/>
              <a:gd name="connsiteY35" fmla="*/ 6534107 h 6857999"/>
              <a:gd name="connsiteX36" fmla="*/ 5963193 w 6836942"/>
              <a:gd name="connsiteY36" fmla="*/ 6601652 h 6857999"/>
              <a:gd name="connsiteX37" fmla="*/ 6021220 w 6836942"/>
              <a:gd name="connsiteY37" fmla="*/ 6667662 h 6857999"/>
              <a:gd name="connsiteX38" fmla="*/ 6060826 w 6836942"/>
              <a:gd name="connsiteY38" fmla="*/ 6646785 h 6857999"/>
              <a:gd name="connsiteX39" fmla="*/ 6060826 w 6836942"/>
              <a:gd name="connsiteY39" fmla="*/ 6661829 h 6857999"/>
              <a:gd name="connsiteX40" fmla="*/ 6028589 w 6836942"/>
              <a:gd name="connsiteY40" fmla="*/ 6697443 h 6857999"/>
              <a:gd name="connsiteX41" fmla="*/ 5999115 w 6836942"/>
              <a:gd name="connsiteY41" fmla="*/ 6679943 h 6857999"/>
              <a:gd name="connsiteX42" fmla="*/ 5996658 w 6836942"/>
              <a:gd name="connsiteY42" fmla="*/ 6677794 h 6857999"/>
              <a:gd name="connsiteX43" fmla="*/ 5969948 w 6836942"/>
              <a:gd name="connsiteY43" fmla="*/ 6677794 h 6857999"/>
              <a:gd name="connsiteX44" fmla="*/ 5967798 w 6836942"/>
              <a:gd name="connsiteY44" fmla="*/ 6679943 h 6857999"/>
              <a:gd name="connsiteX45" fmla="*/ 6027361 w 6836942"/>
              <a:gd name="connsiteY45" fmla="*/ 6718935 h 6857999"/>
              <a:gd name="connsiteX46" fmla="*/ 6089072 w 6836942"/>
              <a:gd name="connsiteY46" fmla="*/ 6662136 h 6857999"/>
              <a:gd name="connsiteX47" fmla="*/ 6088765 w 6836942"/>
              <a:gd name="connsiteY47" fmla="*/ 6597047 h 6857999"/>
              <a:gd name="connsiteX48" fmla="*/ 6090300 w 6836942"/>
              <a:gd name="connsiteY48" fmla="*/ 6538405 h 6857999"/>
              <a:gd name="connsiteX49" fmla="*/ 6088151 w 6836942"/>
              <a:gd name="connsiteY49" fmla="*/ 6536256 h 6857999"/>
              <a:gd name="connsiteX50" fmla="*/ 6061133 w 6836942"/>
              <a:gd name="connsiteY50" fmla="*/ 6536256 h 6857999"/>
              <a:gd name="connsiteX51" fmla="*/ 6058984 w 6836942"/>
              <a:gd name="connsiteY51" fmla="*/ 6538405 h 6857999"/>
              <a:gd name="connsiteX52" fmla="*/ 6059598 w 6836942"/>
              <a:gd name="connsiteY52" fmla="*/ 6553142 h 6857999"/>
              <a:gd name="connsiteX53" fmla="*/ 6019992 w 6836942"/>
              <a:gd name="connsiteY53" fmla="*/ 6534107 h 6857999"/>
              <a:gd name="connsiteX54" fmla="*/ 5746128 w 6836942"/>
              <a:gd name="connsiteY54" fmla="*/ 6533800 h 6857999"/>
              <a:gd name="connsiteX55" fmla="*/ 5689636 w 6836942"/>
              <a:gd name="connsiteY55" fmla="*/ 6602880 h 6857999"/>
              <a:gd name="connsiteX56" fmla="*/ 5745514 w 6836942"/>
              <a:gd name="connsiteY56" fmla="*/ 6671039 h 6857999"/>
              <a:gd name="connsiteX57" fmla="*/ 5786041 w 6836942"/>
              <a:gd name="connsiteY57" fmla="*/ 6650162 h 6857999"/>
              <a:gd name="connsiteX58" fmla="*/ 5785427 w 6836942"/>
              <a:gd name="connsiteY58" fmla="*/ 6666434 h 6857999"/>
              <a:gd name="connsiteX59" fmla="*/ 5787576 w 6836942"/>
              <a:gd name="connsiteY59" fmla="*/ 6668583 h 6857999"/>
              <a:gd name="connsiteX60" fmla="*/ 5787576 w 6836942"/>
              <a:gd name="connsiteY60" fmla="*/ 6668890 h 6857999"/>
              <a:gd name="connsiteX61" fmla="*/ 5814594 w 6836942"/>
              <a:gd name="connsiteY61" fmla="*/ 6668890 h 6857999"/>
              <a:gd name="connsiteX62" fmla="*/ 5816743 w 6836942"/>
              <a:gd name="connsiteY62" fmla="*/ 6666741 h 6857999"/>
              <a:gd name="connsiteX63" fmla="*/ 5815822 w 6836942"/>
              <a:gd name="connsiteY63" fmla="*/ 6602266 h 6857999"/>
              <a:gd name="connsiteX64" fmla="*/ 5816743 w 6836942"/>
              <a:gd name="connsiteY64" fmla="*/ 6538712 h 6857999"/>
              <a:gd name="connsiteX65" fmla="*/ 5814594 w 6836942"/>
              <a:gd name="connsiteY65" fmla="*/ 6536563 h 6857999"/>
              <a:gd name="connsiteX66" fmla="*/ 5787269 w 6836942"/>
              <a:gd name="connsiteY66" fmla="*/ 6536563 h 6857999"/>
              <a:gd name="connsiteX67" fmla="*/ 5785120 w 6836942"/>
              <a:gd name="connsiteY67" fmla="*/ 6538712 h 6857999"/>
              <a:gd name="connsiteX68" fmla="*/ 5786041 w 6836942"/>
              <a:gd name="connsiteY68" fmla="*/ 6553449 h 6857999"/>
              <a:gd name="connsiteX69" fmla="*/ 5746128 w 6836942"/>
              <a:gd name="connsiteY69" fmla="*/ 6533800 h 6857999"/>
              <a:gd name="connsiteX70" fmla="*/ 6166134 w 6836942"/>
              <a:gd name="connsiteY70" fmla="*/ 6533186 h 6857999"/>
              <a:gd name="connsiteX71" fmla="*/ 6100738 w 6836942"/>
              <a:gd name="connsiteY71" fmla="*/ 6602880 h 6857999"/>
              <a:gd name="connsiteX72" fmla="*/ 6166134 w 6836942"/>
              <a:gd name="connsiteY72" fmla="*/ 6671653 h 6857999"/>
              <a:gd name="connsiteX73" fmla="*/ 6230915 w 6836942"/>
              <a:gd name="connsiteY73" fmla="*/ 6601959 h 6857999"/>
              <a:gd name="connsiteX74" fmla="*/ 6166134 w 6836942"/>
              <a:gd name="connsiteY74" fmla="*/ 6533186 h 6857999"/>
              <a:gd name="connsiteX75" fmla="*/ 6315961 w 6836942"/>
              <a:gd name="connsiteY75" fmla="*/ 6532879 h 6857999"/>
              <a:gd name="connsiteX76" fmla="*/ 6272671 w 6836942"/>
              <a:gd name="connsiteY76" fmla="*/ 6555292 h 6857999"/>
              <a:gd name="connsiteX77" fmla="*/ 6273592 w 6836942"/>
              <a:gd name="connsiteY77" fmla="*/ 6538098 h 6857999"/>
              <a:gd name="connsiteX78" fmla="*/ 6271443 w 6836942"/>
              <a:gd name="connsiteY78" fmla="*/ 6535949 h 6857999"/>
              <a:gd name="connsiteX79" fmla="*/ 6245653 w 6836942"/>
              <a:gd name="connsiteY79" fmla="*/ 6535949 h 6857999"/>
              <a:gd name="connsiteX80" fmla="*/ 6243504 w 6836942"/>
              <a:gd name="connsiteY80" fmla="*/ 6538098 h 6857999"/>
              <a:gd name="connsiteX81" fmla="*/ 6243811 w 6836942"/>
              <a:gd name="connsiteY81" fmla="*/ 6606258 h 6857999"/>
              <a:gd name="connsiteX82" fmla="*/ 6242890 w 6836942"/>
              <a:gd name="connsiteY82" fmla="*/ 6666434 h 6857999"/>
              <a:gd name="connsiteX83" fmla="*/ 6245039 w 6836942"/>
              <a:gd name="connsiteY83" fmla="*/ 6668583 h 6857999"/>
              <a:gd name="connsiteX84" fmla="*/ 6245039 w 6836942"/>
              <a:gd name="connsiteY84" fmla="*/ 6668276 h 6857999"/>
              <a:gd name="connsiteX85" fmla="*/ 6272364 w 6836942"/>
              <a:gd name="connsiteY85" fmla="*/ 6668276 h 6857999"/>
              <a:gd name="connsiteX86" fmla="*/ 6274513 w 6836942"/>
              <a:gd name="connsiteY86" fmla="*/ 6666127 h 6857999"/>
              <a:gd name="connsiteX87" fmla="*/ 6273899 w 6836942"/>
              <a:gd name="connsiteY87" fmla="*/ 6612091 h 6857999"/>
              <a:gd name="connsiteX88" fmla="*/ 6273899 w 6836942"/>
              <a:gd name="connsiteY88" fmla="*/ 6597661 h 6857999"/>
              <a:gd name="connsiteX89" fmla="*/ 6306444 w 6836942"/>
              <a:gd name="connsiteY89" fmla="*/ 6557134 h 6857999"/>
              <a:gd name="connsiteX90" fmla="*/ 6330698 w 6836942"/>
              <a:gd name="connsiteY90" fmla="*/ 6585687 h 6857999"/>
              <a:gd name="connsiteX91" fmla="*/ 6330698 w 6836942"/>
              <a:gd name="connsiteY91" fmla="*/ 6612091 h 6857999"/>
              <a:gd name="connsiteX92" fmla="*/ 6330084 w 6836942"/>
              <a:gd name="connsiteY92" fmla="*/ 6666127 h 6857999"/>
              <a:gd name="connsiteX93" fmla="*/ 6332233 w 6836942"/>
              <a:gd name="connsiteY93" fmla="*/ 6668276 h 6857999"/>
              <a:gd name="connsiteX94" fmla="*/ 6359558 w 6836942"/>
              <a:gd name="connsiteY94" fmla="*/ 6668276 h 6857999"/>
              <a:gd name="connsiteX95" fmla="*/ 6361708 w 6836942"/>
              <a:gd name="connsiteY95" fmla="*/ 6666127 h 6857999"/>
              <a:gd name="connsiteX96" fmla="*/ 6361093 w 6836942"/>
              <a:gd name="connsiteY96" fmla="*/ 6612091 h 6857999"/>
              <a:gd name="connsiteX97" fmla="*/ 6361093 w 6836942"/>
              <a:gd name="connsiteY97" fmla="*/ 6584766 h 6857999"/>
              <a:gd name="connsiteX98" fmla="*/ 6315961 w 6836942"/>
              <a:gd name="connsiteY98" fmla="*/ 6532879 h 6857999"/>
              <a:gd name="connsiteX99" fmla="*/ 5891657 w 6836942"/>
              <a:gd name="connsiteY99" fmla="*/ 6532879 h 6857999"/>
              <a:gd name="connsiteX100" fmla="*/ 5827182 w 6836942"/>
              <a:gd name="connsiteY100" fmla="*/ 6602573 h 6857999"/>
              <a:gd name="connsiteX101" fmla="*/ 5892578 w 6836942"/>
              <a:gd name="connsiteY101" fmla="*/ 6671346 h 6857999"/>
              <a:gd name="connsiteX102" fmla="*/ 5952754 w 6836942"/>
              <a:gd name="connsiteY102" fmla="*/ 6628363 h 6857999"/>
              <a:gd name="connsiteX103" fmla="*/ 5950912 w 6836942"/>
              <a:gd name="connsiteY103" fmla="*/ 6626214 h 6857999"/>
              <a:gd name="connsiteX104" fmla="*/ 5925122 w 6836942"/>
              <a:gd name="connsiteY104" fmla="*/ 6626214 h 6857999"/>
              <a:gd name="connsiteX105" fmla="*/ 5922666 w 6836942"/>
              <a:gd name="connsiteY105" fmla="*/ 6628363 h 6857999"/>
              <a:gd name="connsiteX106" fmla="*/ 5893192 w 6836942"/>
              <a:gd name="connsiteY106" fmla="*/ 6649548 h 6857999"/>
              <a:gd name="connsiteX107" fmla="*/ 5857884 w 6836942"/>
              <a:gd name="connsiteY107" fmla="*/ 6608100 h 6857999"/>
              <a:gd name="connsiteX108" fmla="*/ 5954289 w 6836942"/>
              <a:gd name="connsiteY108" fmla="*/ 6608100 h 6857999"/>
              <a:gd name="connsiteX109" fmla="*/ 5956438 w 6836942"/>
              <a:gd name="connsiteY109" fmla="*/ 6605951 h 6857999"/>
              <a:gd name="connsiteX110" fmla="*/ 5891657 w 6836942"/>
              <a:gd name="connsiteY110" fmla="*/ 6532879 h 6857999"/>
              <a:gd name="connsiteX111" fmla="*/ 5468887 w 6836942"/>
              <a:gd name="connsiteY111" fmla="*/ 6517528 h 6857999"/>
              <a:gd name="connsiteX112" fmla="*/ 5505423 w 6836942"/>
              <a:gd name="connsiteY112" fmla="*/ 6517528 h 6857999"/>
              <a:gd name="connsiteX113" fmla="*/ 5505423 w 6836942"/>
              <a:gd name="connsiteY113" fmla="*/ 6690382 h 6857999"/>
              <a:gd name="connsiteX114" fmla="*/ 5468887 w 6836942"/>
              <a:gd name="connsiteY114" fmla="*/ 6690382 h 6857999"/>
              <a:gd name="connsiteX115" fmla="*/ 5550555 w 6836942"/>
              <a:gd name="connsiteY115" fmla="*/ 6467790 h 6857999"/>
              <a:gd name="connsiteX116" fmla="*/ 5350684 w 6836942"/>
              <a:gd name="connsiteY116" fmla="*/ 6540554 h 6857999"/>
              <a:gd name="connsiteX117" fmla="*/ 5423448 w 6836942"/>
              <a:gd name="connsiteY117" fmla="*/ 6740427 h 6857999"/>
              <a:gd name="connsiteX118" fmla="*/ 5623319 w 6836942"/>
              <a:gd name="connsiteY118" fmla="*/ 6667662 h 6857999"/>
              <a:gd name="connsiteX119" fmla="*/ 0 w 6836942"/>
              <a:gd name="connsiteY119" fmla="*/ 0 h 6857999"/>
              <a:gd name="connsiteX120" fmla="*/ 3318198 w 6836942"/>
              <a:gd name="connsiteY120" fmla="*/ 0 h 6857999"/>
              <a:gd name="connsiteX121" fmla="*/ 3412392 w 6836942"/>
              <a:gd name="connsiteY121" fmla="*/ 0 h 6857999"/>
              <a:gd name="connsiteX122" fmla="*/ 3424168 w 6836942"/>
              <a:gd name="connsiteY122" fmla="*/ 0 h 6857999"/>
              <a:gd name="connsiteX123" fmla="*/ 3518744 w 6836942"/>
              <a:gd name="connsiteY123" fmla="*/ 0 h 6857999"/>
              <a:gd name="connsiteX124" fmla="*/ 6836942 w 6836942"/>
              <a:gd name="connsiteY124" fmla="*/ 0 h 6857999"/>
              <a:gd name="connsiteX125" fmla="*/ 4902466 w 6836942"/>
              <a:gd name="connsiteY125" fmla="*/ 3428999 h 6857999"/>
              <a:gd name="connsiteX126" fmla="*/ 6836942 w 6836942"/>
              <a:gd name="connsiteY126" fmla="*/ 6857999 h 6857999"/>
              <a:gd name="connsiteX127" fmla="*/ 3518744 w 6836942"/>
              <a:gd name="connsiteY127" fmla="*/ 6857999 h 6857999"/>
              <a:gd name="connsiteX128" fmla="*/ 3424168 w 6836942"/>
              <a:gd name="connsiteY128" fmla="*/ 6857999 h 6857999"/>
              <a:gd name="connsiteX129" fmla="*/ 3412392 w 6836942"/>
              <a:gd name="connsiteY129" fmla="*/ 6857999 h 6857999"/>
              <a:gd name="connsiteX130" fmla="*/ 3318198 w 6836942"/>
              <a:gd name="connsiteY130" fmla="*/ 6857999 h 6857999"/>
              <a:gd name="connsiteX131" fmla="*/ 0 w 6836942"/>
              <a:gd name="connsiteY131" fmla="*/ 6857999 h 6857999"/>
              <a:gd name="connsiteX132" fmla="*/ 1934095 w 6836942"/>
              <a:gd name="connsiteY132" fmla="*/ 3428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836942" h="6857999">
                <a:moveTo>
                  <a:pt x="5550555" y="6594898"/>
                </a:moveTo>
                <a:lnTo>
                  <a:pt x="5568670" y="6594898"/>
                </a:lnTo>
                <a:lnTo>
                  <a:pt x="5568670" y="6667662"/>
                </a:lnTo>
                <a:lnTo>
                  <a:pt x="5550555" y="6667662"/>
                </a:lnTo>
                <a:close/>
                <a:moveTo>
                  <a:pt x="5432352" y="6558669"/>
                </a:moveTo>
                <a:lnTo>
                  <a:pt x="5459677" y="6558669"/>
                </a:lnTo>
                <a:lnTo>
                  <a:pt x="5459677" y="6667662"/>
                </a:lnTo>
                <a:lnTo>
                  <a:pt x="5432352" y="6667662"/>
                </a:lnTo>
                <a:close/>
                <a:moveTo>
                  <a:pt x="6027975" y="6555906"/>
                </a:moveTo>
                <a:cubicBezTo>
                  <a:pt x="6049159" y="6556213"/>
                  <a:pt x="6060519" y="6572792"/>
                  <a:pt x="6060212" y="6602880"/>
                </a:cubicBezTo>
                <a:cubicBezTo>
                  <a:pt x="6060212" y="6632047"/>
                  <a:pt x="6048238" y="6646478"/>
                  <a:pt x="6027975" y="6646478"/>
                </a:cubicBezTo>
                <a:cubicBezTo>
                  <a:pt x="6006176" y="6646785"/>
                  <a:pt x="5994509" y="6630512"/>
                  <a:pt x="5994509" y="6600424"/>
                </a:cubicBezTo>
                <a:cubicBezTo>
                  <a:pt x="5994509" y="6572178"/>
                  <a:pt x="6005869" y="6555292"/>
                  <a:pt x="6027975" y="6555906"/>
                </a:cubicBezTo>
                <a:close/>
                <a:moveTo>
                  <a:pt x="5754725" y="6555599"/>
                </a:moveTo>
                <a:cubicBezTo>
                  <a:pt x="5775295" y="6555599"/>
                  <a:pt x="5787269" y="6572792"/>
                  <a:pt x="5786962" y="6603187"/>
                </a:cubicBezTo>
                <a:cubicBezTo>
                  <a:pt x="5786655" y="6633890"/>
                  <a:pt x="5774681" y="6649241"/>
                  <a:pt x="5753804" y="6649241"/>
                </a:cubicBezTo>
                <a:cubicBezTo>
                  <a:pt x="5732312" y="6649241"/>
                  <a:pt x="5720952" y="6631433"/>
                  <a:pt x="5720952" y="6600731"/>
                </a:cubicBezTo>
                <a:cubicBezTo>
                  <a:pt x="5720952" y="6572485"/>
                  <a:pt x="5732005" y="6555292"/>
                  <a:pt x="5754725" y="6555599"/>
                </a:cubicBezTo>
                <a:close/>
                <a:moveTo>
                  <a:pt x="6165827" y="6555292"/>
                </a:moveTo>
                <a:cubicBezTo>
                  <a:pt x="6188239" y="6555292"/>
                  <a:pt x="6199292" y="6571564"/>
                  <a:pt x="6199292" y="6602880"/>
                </a:cubicBezTo>
                <a:cubicBezTo>
                  <a:pt x="6199292" y="6634504"/>
                  <a:pt x="6188546" y="6649855"/>
                  <a:pt x="6166134" y="6649855"/>
                </a:cubicBezTo>
                <a:cubicBezTo>
                  <a:pt x="6143414" y="6649855"/>
                  <a:pt x="6132361" y="6634197"/>
                  <a:pt x="6132054" y="6603187"/>
                </a:cubicBezTo>
                <a:cubicBezTo>
                  <a:pt x="6132054" y="6571871"/>
                  <a:pt x="6143107" y="6555599"/>
                  <a:pt x="6165827" y="6555292"/>
                </a:cubicBezTo>
                <a:close/>
                <a:moveTo>
                  <a:pt x="5891657" y="6554678"/>
                </a:moveTo>
                <a:cubicBezTo>
                  <a:pt x="5911920" y="6554678"/>
                  <a:pt x="5921745" y="6570029"/>
                  <a:pt x="5922973" y="6587222"/>
                </a:cubicBezTo>
                <a:lnTo>
                  <a:pt x="5858805" y="6587222"/>
                </a:lnTo>
                <a:cubicBezTo>
                  <a:pt x="5862182" y="6566038"/>
                  <a:pt x="5873235" y="6554678"/>
                  <a:pt x="5891657" y="6554678"/>
                </a:cubicBezTo>
                <a:close/>
                <a:moveTo>
                  <a:pt x="5514327" y="6540554"/>
                </a:moveTo>
                <a:lnTo>
                  <a:pt x="5541652" y="6540554"/>
                </a:lnTo>
                <a:lnTo>
                  <a:pt x="5541652" y="6649548"/>
                </a:lnTo>
                <a:lnTo>
                  <a:pt x="5514327" y="6649548"/>
                </a:lnTo>
                <a:close/>
                <a:moveTo>
                  <a:pt x="5405027" y="6540247"/>
                </a:moveTo>
                <a:lnTo>
                  <a:pt x="5423141" y="6540247"/>
                </a:lnTo>
                <a:lnTo>
                  <a:pt x="5423141" y="6613012"/>
                </a:lnTo>
                <a:lnTo>
                  <a:pt x="5405027" y="6613012"/>
                </a:lnTo>
                <a:close/>
                <a:moveTo>
                  <a:pt x="6019992" y="6534107"/>
                </a:moveTo>
                <a:cubicBezTo>
                  <a:pt x="5984377" y="6534107"/>
                  <a:pt x="5963193" y="6564502"/>
                  <a:pt x="5963193" y="6601652"/>
                </a:cubicBezTo>
                <a:cubicBezTo>
                  <a:pt x="5963193" y="6639109"/>
                  <a:pt x="5982842" y="6667662"/>
                  <a:pt x="6021220" y="6667662"/>
                </a:cubicBezTo>
                <a:cubicBezTo>
                  <a:pt x="6038720" y="6667662"/>
                  <a:pt x="6051922" y="6659987"/>
                  <a:pt x="6060826" y="6646785"/>
                </a:cubicBezTo>
                <a:lnTo>
                  <a:pt x="6060826" y="6661829"/>
                </a:lnTo>
                <a:cubicBezTo>
                  <a:pt x="6060826" y="6686698"/>
                  <a:pt x="6047624" y="6697443"/>
                  <a:pt x="6028589" y="6697443"/>
                </a:cubicBezTo>
                <a:cubicBezTo>
                  <a:pt x="6012624" y="6697443"/>
                  <a:pt x="6002185" y="6691610"/>
                  <a:pt x="5999115" y="6679943"/>
                </a:cubicBezTo>
                <a:cubicBezTo>
                  <a:pt x="5998808" y="6678715"/>
                  <a:pt x="5997887" y="6677794"/>
                  <a:pt x="5996658" y="6677794"/>
                </a:cubicBezTo>
                <a:lnTo>
                  <a:pt x="5969948" y="6677794"/>
                </a:lnTo>
                <a:cubicBezTo>
                  <a:pt x="5969026" y="6677794"/>
                  <a:pt x="5967798" y="6678715"/>
                  <a:pt x="5967798" y="6679943"/>
                </a:cubicBezTo>
                <a:cubicBezTo>
                  <a:pt x="5971483" y="6706654"/>
                  <a:pt x="5995737" y="6719549"/>
                  <a:pt x="6027361" y="6718935"/>
                </a:cubicBezTo>
                <a:cubicBezTo>
                  <a:pt x="6067887" y="6718935"/>
                  <a:pt x="6089379" y="6697750"/>
                  <a:pt x="6089072" y="6662136"/>
                </a:cubicBezTo>
                <a:lnTo>
                  <a:pt x="6088765" y="6597047"/>
                </a:lnTo>
                <a:lnTo>
                  <a:pt x="6090300" y="6538405"/>
                </a:lnTo>
                <a:cubicBezTo>
                  <a:pt x="6090300" y="6537484"/>
                  <a:pt x="6089379" y="6536256"/>
                  <a:pt x="6088151" y="6536256"/>
                </a:cubicBezTo>
                <a:lnTo>
                  <a:pt x="6061133" y="6536256"/>
                </a:lnTo>
                <a:cubicBezTo>
                  <a:pt x="6060212" y="6536256"/>
                  <a:pt x="6058984" y="6537177"/>
                  <a:pt x="6058984" y="6538405"/>
                </a:cubicBezTo>
                <a:lnTo>
                  <a:pt x="6059598" y="6553142"/>
                </a:lnTo>
                <a:cubicBezTo>
                  <a:pt x="6051001" y="6540862"/>
                  <a:pt x="6037492" y="6534107"/>
                  <a:pt x="6019992" y="6534107"/>
                </a:cubicBezTo>
                <a:close/>
                <a:moveTo>
                  <a:pt x="5746128" y="6533800"/>
                </a:moveTo>
                <a:cubicBezTo>
                  <a:pt x="5710820" y="6533800"/>
                  <a:pt x="5689636" y="6564502"/>
                  <a:pt x="5689636" y="6602880"/>
                </a:cubicBezTo>
                <a:cubicBezTo>
                  <a:pt x="5689636" y="6641258"/>
                  <a:pt x="5708671" y="6671039"/>
                  <a:pt x="5745514" y="6671039"/>
                </a:cubicBezTo>
                <a:cubicBezTo>
                  <a:pt x="5763321" y="6671039"/>
                  <a:pt x="5777137" y="6663364"/>
                  <a:pt x="5786041" y="6650162"/>
                </a:cubicBezTo>
                <a:lnTo>
                  <a:pt x="5785427" y="6666434"/>
                </a:lnTo>
                <a:cubicBezTo>
                  <a:pt x="5785427" y="6667662"/>
                  <a:pt x="5786655" y="6668583"/>
                  <a:pt x="5787576" y="6668583"/>
                </a:cubicBezTo>
                <a:lnTo>
                  <a:pt x="5787576" y="6668890"/>
                </a:lnTo>
                <a:lnTo>
                  <a:pt x="5814594" y="6668890"/>
                </a:lnTo>
                <a:cubicBezTo>
                  <a:pt x="5815822" y="6668890"/>
                  <a:pt x="5816743" y="6667662"/>
                  <a:pt x="5816743" y="6666741"/>
                </a:cubicBezTo>
                <a:lnTo>
                  <a:pt x="5815822" y="6602266"/>
                </a:lnTo>
                <a:lnTo>
                  <a:pt x="5816743" y="6538712"/>
                </a:lnTo>
                <a:cubicBezTo>
                  <a:pt x="5816743" y="6537484"/>
                  <a:pt x="5815515" y="6536563"/>
                  <a:pt x="5814594" y="6536563"/>
                </a:cubicBezTo>
                <a:lnTo>
                  <a:pt x="5787269" y="6536563"/>
                </a:lnTo>
                <a:cubicBezTo>
                  <a:pt x="5786041" y="6536563"/>
                  <a:pt x="5785120" y="6537791"/>
                  <a:pt x="5785120" y="6538712"/>
                </a:cubicBezTo>
                <a:lnTo>
                  <a:pt x="5786041" y="6553449"/>
                </a:lnTo>
                <a:cubicBezTo>
                  <a:pt x="5777137" y="6540555"/>
                  <a:pt x="5763628" y="6533800"/>
                  <a:pt x="5746128" y="6533800"/>
                </a:cubicBezTo>
                <a:close/>
                <a:moveTo>
                  <a:pt x="6166134" y="6533186"/>
                </a:moveTo>
                <a:cubicBezTo>
                  <a:pt x="6124379" y="6533186"/>
                  <a:pt x="6100738" y="6561125"/>
                  <a:pt x="6100738" y="6602880"/>
                </a:cubicBezTo>
                <a:cubicBezTo>
                  <a:pt x="6100738" y="6644635"/>
                  <a:pt x="6124379" y="6671653"/>
                  <a:pt x="6166134" y="6671653"/>
                </a:cubicBezTo>
                <a:cubicBezTo>
                  <a:pt x="6207582" y="6671653"/>
                  <a:pt x="6231222" y="6644021"/>
                  <a:pt x="6230915" y="6601959"/>
                </a:cubicBezTo>
                <a:cubicBezTo>
                  <a:pt x="6230915" y="6560204"/>
                  <a:pt x="6207582" y="6533186"/>
                  <a:pt x="6166134" y="6533186"/>
                </a:cubicBezTo>
                <a:close/>
                <a:moveTo>
                  <a:pt x="6315961" y="6532879"/>
                </a:moveTo>
                <a:cubicBezTo>
                  <a:pt x="6296312" y="6532879"/>
                  <a:pt x="6281268" y="6543011"/>
                  <a:pt x="6272671" y="6555292"/>
                </a:cubicBezTo>
                <a:lnTo>
                  <a:pt x="6273592" y="6538098"/>
                </a:lnTo>
                <a:cubicBezTo>
                  <a:pt x="6273592" y="6536870"/>
                  <a:pt x="6272364" y="6535949"/>
                  <a:pt x="6271443" y="6535949"/>
                </a:cubicBezTo>
                <a:lnTo>
                  <a:pt x="6245653" y="6535949"/>
                </a:lnTo>
                <a:cubicBezTo>
                  <a:pt x="6244425" y="6535949"/>
                  <a:pt x="6243504" y="6537177"/>
                  <a:pt x="6243504" y="6538098"/>
                </a:cubicBezTo>
                <a:lnTo>
                  <a:pt x="6243811" y="6606258"/>
                </a:lnTo>
                <a:lnTo>
                  <a:pt x="6242890" y="6666434"/>
                </a:lnTo>
                <a:cubicBezTo>
                  <a:pt x="6242890" y="6667662"/>
                  <a:pt x="6244118" y="6668583"/>
                  <a:pt x="6245039" y="6668583"/>
                </a:cubicBezTo>
                <a:lnTo>
                  <a:pt x="6245039" y="6668276"/>
                </a:lnTo>
                <a:lnTo>
                  <a:pt x="6272364" y="6668276"/>
                </a:lnTo>
                <a:cubicBezTo>
                  <a:pt x="6273592" y="6668276"/>
                  <a:pt x="6274513" y="6667048"/>
                  <a:pt x="6274513" y="6666127"/>
                </a:cubicBezTo>
                <a:lnTo>
                  <a:pt x="6273899" y="6612091"/>
                </a:lnTo>
                <a:lnTo>
                  <a:pt x="6273899" y="6597661"/>
                </a:lnTo>
                <a:cubicBezTo>
                  <a:pt x="6276355" y="6570336"/>
                  <a:pt x="6291092" y="6557134"/>
                  <a:pt x="6306444" y="6557134"/>
                </a:cubicBezTo>
                <a:cubicBezTo>
                  <a:pt x="6320567" y="6557134"/>
                  <a:pt x="6330698" y="6566959"/>
                  <a:pt x="6330698" y="6585687"/>
                </a:cubicBezTo>
                <a:lnTo>
                  <a:pt x="6330698" y="6612091"/>
                </a:lnTo>
                <a:lnTo>
                  <a:pt x="6330084" y="6666127"/>
                </a:lnTo>
                <a:cubicBezTo>
                  <a:pt x="6330084" y="6667355"/>
                  <a:pt x="6331312" y="6668276"/>
                  <a:pt x="6332233" y="6668276"/>
                </a:cubicBezTo>
                <a:lnTo>
                  <a:pt x="6359558" y="6668276"/>
                </a:lnTo>
                <a:cubicBezTo>
                  <a:pt x="6360786" y="6668276"/>
                  <a:pt x="6361708" y="6667048"/>
                  <a:pt x="6361708" y="6666127"/>
                </a:cubicBezTo>
                <a:lnTo>
                  <a:pt x="6361093" y="6612091"/>
                </a:lnTo>
                <a:lnTo>
                  <a:pt x="6361093" y="6584766"/>
                </a:lnTo>
                <a:cubicBezTo>
                  <a:pt x="6361093" y="6551300"/>
                  <a:pt x="6343286" y="6532879"/>
                  <a:pt x="6315961" y="6532879"/>
                </a:cubicBezTo>
                <a:close/>
                <a:moveTo>
                  <a:pt x="5891657" y="6532879"/>
                </a:moveTo>
                <a:cubicBezTo>
                  <a:pt x="5851437" y="6532879"/>
                  <a:pt x="5827182" y="6560818"/>
                  <a:pt x="5827182" y="6602573"/>
                </a:cubicBezTo>
                <a:cubicBezTo>
                  <a:pt x="5827182" y="6642793"/>
                  <a:pt x="5849902" y="6671346"/>
                  <a:pt x="5892578" y="6671346"/>
                </a:cubicBezTo>
                <a:cubicBezTo>
                  <a:pt x="5926350" y="6671346"/>
                  <a:pt x="5947842" y="6652311"/>
                  <a:pt x="5952754" y="6628363"/>
                </a:cubicBezTo>
                <a:cubicBezTo>
                  <a:pt x="5953061" y="6627135"/>
                  <a:pt x="5951833" y="6626214"/>
                  <a:pt x="5950912" y="6626214"/>
                </a:cubicBezTo>
                <a:lnTo>
                  <a:pt x="5925122" y="6626214"/>
                </a:lnTo>
                <a:cubicBezTo>
                  <a:pt x="5924201" y="6626214"/>
                  <a:pt x="5922973" y="6627135"/>
                  <a:pt x="5922666" y="6628363"/>
                </a:cubicBezTo>
                <a:cubicBezTo>
                  <a:pt x="5918367" y="6642486"/>
                  <a:pt x="5908236" y="6649548"/>
                  <a:pt x="5893192" y="6649548"/>
                </a:cubicBezTo>
                <a:cubicBezTo>
                  <a:pt x="5870779" y="6649548"/>
                  <a:pt x="5859112" y="6636346"/>
                  <a:pt x="5857884" y="6608100"/>
                </a:cubicBezTo>
                <a:lnTo>
                  <a:pt x="5954289" y="6608100"/>
                </a:lnTo>
                <a:cubicBezTo>
                  <a:pt x="5955517" y="6608100"/>
                  <a:pt x="5956438" y="6606872"/>
                  <a:pt x="5956438" y="6605951"/>
                </a:cubicBezTo>
                <a:cubicBezTo>
                  <a:pt x="5955824" y="6560818"/>
                  <a:pt x="5932490" y="6533186"/>
                  <a:pt x="5891657" y="6532879"/>
                </a:cubicBezTo>
                <a:close/>
                <a:moveTo>
                  <a:pt x="5468887" y="6517528"/>
                </a:moveTo>
                <a:lnTo>
                  <a:pt x="5505423" y="6517528"/>
                </a:lnTo>
                <a:lnTo>
                  <a:pt x="5505423" y="6690382"/>
                </a:lnTo>
                <a:lnTo>
                  <a:pt x="5468887" y="6690382"/>
                </a:lnTo>
                <a:close/>
                <a:moveTo>
                  <a:pt x="5550555" y="6467790"/>
                </a:moveTo>
                <a:lnTo>
                  <a:pt x="5350684" y="6540554"/>
                </a:lnTo>
                <a:lnTo>
                  <a:pt x="5423448" y="6740427"/>
                </a:lnTo>
                <a:lnTo>
                  <a:pt x="5623319" y="6667662"/>
                </a:lnTo>
                <a:close/>
                <a:moveTo>
                  <a:pt x="0" y="0"/>
                </a:moveTo>
                <a:lnTo>
                  <a:pt x="3318198" y="0"/>
                </a:lnTo>
                <a:lnTo>
                  <a:pt x="3412392" y="0"/>
                </a:lnTo>
                <a:lnTo>
                  <a:pt x="3424168" y="0"/>
                </a:lnTo>
                <a:lnTo>
                  <a:pt x="3518744" y="0"/>
                </a:lnTo>
                <a:lnTo>
                  <a:pt x="6836942" y="0"/>
                </a:lnTo>
                <a:lnTo>
                  <a:pt x="4902466" y="3428999"/>
                </a:lnTo>
                <a:lnTo>
                  <a:pt x="6836942" y="6857999"/>
                </a:lnTo>
                <a:lnTo>
                  <a:pt x="3518744" y="6857999"/>
                </a:lnTo>
                <a:lnTo>
                  <a:pt x="3424168" y="6857999"/>
                </a:lnTo>
                <a:lnTo>
                  <a:pt x="3412392" y="6857999"/>
                </a:lnTo>
                <a:lnTo>
                  <a:pt x="3318198" y="6857999"/>
                </a:lnTo>
                <a:lnTo>
                  <a:pt x="0" y="6857999"/>
                </a:lnTo>
                <a:lnTo>
                  <a:pt x="1934095" y="3428999"/>
                </a:lnTo>
                <a:close/>
              </a:path>
            </a:pathLst>
          </a:custGeom>
          <a:noFill/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998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1BEB0-59C8-105F-446A-77A9CBFC44F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268F952-6EF5-4978-A16E-4A84E087FBF4}" type="datetime3">
              <a:rPr lang="en-US" smtClean="0"/>
              <a:t>30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6E6C0-9859-78F0-3B8F-18262328F0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61915A2D-D10D-DCCD-DE86-18B549DC035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DA703C5-5FF7-23E5-6C65-60112CFE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8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801016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and Image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7A7D106-0063-3BE6-87C6-899E68606F48}"/>
              </a:ext>
            </a:extLst>
          </p:cNvPr>
          <p:cNvSpPr txBox="1">
            <a:spLocks/>
          </p:cNvSpPr>
          <p:nvPr userDrawn="1"/>
        </p:nvSpPr>
        <p:spPr>
          <a:xfrm>
            <a:off x="5371529" y="0"/>
            <a:ext cx="6804000" cy="68580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1600" tIns="201600" rIns="201600" bIns="201600" rtlCol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3D2B5-4C7C-8E22-B079-42809E23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5058" y="0"/>
            <a:ext cx="6836942" cy="6857999"/>
          </a:xfrm>
          <a:custGeom>
            <a:avLst/>
            <a:gdLst>
              <a:gd name="connsiteX0" fmla="*/ 5550555 w 6836942"/>
              <a:gd name="connsiteY0" fmla="*/ 6594898 h 6857999"/>
              <a:gd name="connsiteX1" fmla="*/ 5568670 w 6836942"/>
              <a:gd name="connsiteY1" fmla="*/ 6594898 h 6857999"/>
              <a:gd name="connsiteX2" fmla="*/ 5568670 w 6836942"/>
              <a:gd name="connsiteY2" fmla="*/ 6667662 h 6857999"/>
              <a:gd name="connsiteX3" fmla="*/ 5550555 w 6836942"/>
              <a:gd name="connsiteY3" fmla="*/ 6667662 h 6857999"/>
              <a:gd name="connsiteX4" fmla="*/ 5432352 w 6836942"/>
              <a:gd name="connsiteY4" fmla="*/ 6558669 h 6857999"/>
              <a:gd name="connsiteX5" fmla="*/ 5459677 w 6836942"/>
              <a:gd name="connsiteY5" fmla="*/ 6558669 h 6857999"/>
              <a:gd name="connsiteX6" fmla="*/ 5459677 w 6836942"/>
              <a:gd name="connsiteY6" fmla="*/ 6667662 h 6857999"/>
              <a:gd name="connsiteX7" fmla="*/ 5432352 w 6836942"/>
              <a:gd name="connsiteY7" fmla="*/ 6667662 h 6857999"/>
              <a:gd name="connsiteX8" fmla="*/ 6027975 w 6836942"/>
              <a:gd name="connsiteY8" fmla="*/ 6555906 h 6857999"/>
              <a:gd name="connsiteX9" fmla="*/ 6060212 w 6836942"/>
              <a:gd name="connsiteY9" fmla="*/ 6602880 h 6857999"/>
              <a:gd name="connsiteX10" fmla="*/ 6027975 w 6836942"/>
              <a:gd name="connsiteY10" fmla="*/ 6646478 h 6857999"/>
              <a:gd name="connsiteX11" fmla="*/ 5994509 w 6836942"/>
              <a:gd name="connsiteY11" fmla="*/ 6600424 h 6857999"/>
              <a:gd name="connsiteX12" fmla="*/ 6027975 w 6836942"/>
              <a:gd name="connsiteY12" fmla="*/ 6555906 h 6857999"/>
              <a:gd name="connsiteX13" fmla="*/ 5754725 w 6836942"/>
              <a:gd name="connsiteY13" fmla="*/ 6555599 h 6857999"/>
              <a:gd name="connsiteX14" fmla="*/ 5786962 w 6836942"/>
              <a:gd name="connsiteY14" fmla="*/ 6603187 h 6857999"/>
              <a:gd name="connsiteX15" fmla="*/ 5753804 w 6836942"/>
              <a:gd name="connsiteY15" fmla="*/ 6649241 h 6857999"/>
              <a:gd name="connsiteX16" fmla="*/ 5720952 w 6836942"/>
              <a:gd name="connsiteY16" fmla="*/ 6600731 h 6857999"/>
              <a:gd name="connsiteX17" fmla="*/ 5754725 w 6836942"/>
              <a:gd name="connsiteY17" fmla="*/ 6555599 h 6857999"/>
              <a:gd name="connsiteX18" fmla="*/ 6165827 w 6836942"/>
              <a:gd name="connsiteY18" fmla="*/ 6555292 h 6857999"/>
              <a:gd name="connsiteX19" fmla="*/ 6199292 w 6836942"/>
              <a:gd name="connsiteY19" fmla="*/ 6602880 h 6857999"/>
              <a:gd name="connsiteX20" fmla="*/ 6166134 w 6836942"/>
              <a:gd name="connsiteY20" fmla="*/ 6649855 h 6857999"/>
              <a:gd name="connsiteX21" fmla="*/ 6132054 w 6836942"/>
              <a:gd name="connsiteY21" fmla="*/ 6603187 h 6857999"/>
              <a:gd name="connsiteX22" fmla="*/ 6165827 w 6836942"/>
              <a:gd name="connsiteY22" fmla="*/ 6555292 h 6857999"/>
              <a:gd name="connsiteX23" fmla="*/ 5891657 w 6836942"/>
              <a:gd name="connsiteY23" fmla="*/ 6554678 h 6857999"/>
              <a:gd name="connsiteX24" fmla="*/ 5922973 w 6836942"/>
              <a:gd name="connsiteY24" fmla="*/ 6587222 h 6857999"/>
              <a:gd name="connsiteX25" fmla="*/ 5858805 w 6836942"/>
              <a:gd name="connsiteY25" fmla="*/ 6587222 h 6857999"/>
              <a:gd name="connsiteX26" fmla="*/ 5891657 w 6836942"/>
              <a:gd name="connsiteY26" fmla="*/ 6554678 h 6857999"/>
              <a:gd name="connsiteX27" fmla="*/ 5514327 w 6836942"/>
              <a:gd name="connsiteY27" fmla="*/ 6540554 h 6857999"/>
              <a:gd name="connsiteX28" fmla="*/ 5541652 w 6836942"/>
              <a:gd name="connsiteY28" fmla="*/ 6540554 h 6857999"/>
              <a:gd name="connsiteX29" fmla="*/ 5541652 w 6836942"/>
              <a:gd name="connsiteY29" fmla="*/ 6649548 h 6857999"/>
              <a:gd name="connsiteX30" fmla="*/ 5514327 w 6836942"/>
              <a:gd name="connsiteY30" fmla="*/ 6649548 h 6857999"/>
              <a:gd name="connsiteX31" fmla="*/ 5405027 w 6836942"/>
              <a:gd name="connsiteY31" fmla="*/ 6540247 h 6857999"/>
              <a:gd name="connsiteX32" fmla="*/ 5423141 w 6836942"/>
              <a:gd name="connsiteY32" fmla="*/ 6540247 h 6857999"/>
              <a:gd name="connsiteX33" fmla="*/ 5423141 w 6836942"/>
              <a:gd name="connsiteY33" fmla="*/ 6613012 h 6857999"/>
              <a:gd name="connsiteX34" fmla="*/ 5405027 w 6836942"/>
              <a:gd name="connsiteY34" fmla="*/ 6613012 h 6857999"/>
              <a:gd name="connsiteX35" fmla="*/ 6019992 w 6836942"/>
              <a:gd name="connsiteY35" fmla="*/ 6534107 h 6857999"/>
              <a:gd name="connsiteX36" fmla="*/ 5963193 w 6836942"/>
              <a:gd name="connsiteY36" fmla="*/ 6601652 h 6857999"/>
              <a:gd name="connsiteX37" fmla="*/ 6021220 w 6836942"/>
              <a:gd name="connsiteY37" fmla="*/ 6667662 h 6857999"/>
              <a:gd name="connsiteX38" fmla="*/ 6060826 w 6836942"/>
              <a:gd name="connsiteY38" fmla="*/ 6646785 h 6857999"/>
              <a:gd name="connsiteX39" fmla="*/ 6060826 w 6836942"/>
              <a:gd name="connsiteY39" fmla="*/ 6661829 h 6857999"/>
              <a:gd name="connsiteX40" fmla="*/ 6028589 w 6836942"/>
              <a:gd name="connsiteY40" fmla="*/ 6697443 h 6857999"/>
              <a:gd name="connsiteX41" fmla="*/ 5999115 w 6836942"/>
              <a:gd name="connsiteY41" fmla="*/ 6679943 h 6857999"/>
              <a:gd name="connsiteX42" fmla="*/ 5996658 w 6836942"/>
              <a:gd name="connsiteY42" fmla="*/ 6677794 h 6857999"/>
              <a:gd name="connsiteX43" fmla="*/ 5969948 w 6836942"/>
              <a:gd name="connsiteY43" fmla="*/ 6677794 h 6857999"/>
              <a:gd name="connsiteX44" fmla="*/ 5967798 w 6836942"/>
              <a:gd name="connsiteY44" fmla="*/ 6679943 h 6857999"/>
              <a:gd name="connsiteX45" fmla="*/ 6027361 w 6836942"/>
              <a:gd name="connsiteY45" fmla="*/ 6718935 h 6857999"/>
              <a:gd name="connsiteX46" fmla="*/ 6089072 w 6836942"/>
              <a:gd name="connsiteY46" fmla="*/ 6662136 h 6857999"/>
              <a:gd name="connsiteX47" fmla="*/ 6088765 w 6836942"/>
              <a:gd name="connsiteY47" fmla="*/ 6597047 h 6857999"/>
              <a:gd name="connsiteX48" fmla="*/ 6090300 w 6836942"/>
              <a:gd name="connsiteY48" fmla="*/ 6538405 h 6857999"/>
              <a:gd name="connsiteX49" fmla="*/ 6088151 w 6836942"/>
              <a:gd name="connsiteY49" fmla="*/ 6536256 h 6857999"/>
              <a:gd name="connsiteX50" fmla="*/ 6061133 w 6836942"/>
              <a:gd name="connsiteY50" fmla="*/ 6536256 h 6857999"/>
              <a:gd name="connsiteX51" fmla="*/ 6058984 w 6836942"/>
              <a:gd name="connsiteY51" fmla="*/ 6538405 h 6857999"/>
              <a:gd name="connsiteX52" fmla="*/ 6059598 w 6836942"/>
              <a:gd name="connsiteY52" fmla="*/ 6553142 h 6857999"/>
              <a:gd name="connsiteX53" fmla="*/ 6019992 w 6836942"/>
              <a:gd name="connsiteY53" fmla="*/ 6534107 h 6857999"/>
              <a:gd name="connsiteX54" fmla="*/ 5746128 w 6836942"/>
              <a:gd name="connsiteY54" fmla="*/ 6533800 h 6857999"/>
              <a:gd name="connsiteX55" fmla="*/ 5689636 w 6836942"/>
              <a:gd name="connsiteY55" fmla="*/ 6602880 h 6857999"/>
              <a:gd name="connsiteX56" fmla="*/ 5745514 w 6836942"/>
              <a:gd name="connsiteY56" fmla="*/ 6671039 h 6857999"/>
              <a:gd name="connsiteX57" fmla="*/ 5786041 w 6836942"/>
              <a:gd name="connsiteY57" fmla="*/ 6650162 h 6857999"/>
              <a:gd name="connsiteX58" fmla="*/ 5785427 w 6836942"/>
              <a:gd name="connsiteY58" fmla="*/ 6666434 h 6857999"/>
              <a:gd name="connsiteX59" fmla="*/ 5787576 w 6836942"/>
              <a:gd name="connsiteY59" fmla="*/ 6668583 h 6857999"/>
              <a:gd name="connsiteX60" fmla="*/ 5787576 w 6836942"/>
              <a:gd name="connsiteY60" fmla="*/ 6668890 h 6857999"/>
              <a:gd name="connsiteX61" fmla="*/ 5814594 w 6836942"/>
              <a:gd name="connsiteY61" fmla="*/ 6668890 h 6857999"/>
              <a:gd name="connsiteX62" fmla="*/ 5816743 w 6836942"/>
              <a:gd name="connsiteY62" fmla="*/ 6666741 h 6857999"/>
              <a:gd name="connsiteX63" fmla="*/ 5815822 w 6836942"/>
              <a:gd name="connsiteY63" fmla="*/ 6602266 h 6857999"/>
              <a:gd name="connsiteX64" fmla="*/ 5816743 w 6836942"/>
              <a:gd name="connsiteY64" fmla="*/ 6538712 h 6857999"/>
              <a:gd name="connsiteX65" fmla="*/ 5814594 w 6836942"/>
              <a:gd name="connsiteY65" fmla="*/ 6536563 h 6857999"/>
              <a:gd name="connsiteX66" fmla="*/ 5787269 w 6836942"/>
              <a:gd name="connsiteY66" fmla="*/ 6536563 h 6857999"/>
              <a:gd name="connsiteX67" fmla="*/ 5785120 w 6836942"/>
              <a:gd name="connsiteY67" fmla="*/ 6538712 h 6857999"/>
              <a:gd name="connsiteX68" fmla="*/ 5786041 w 6836942"/>
              <a:gd name="connsiteY68" fmla="*/ 6553449 h 6857999"/>
              <a:gd name="connsiteX69" fmla="*/ 5746128 w 6836942"/>
              <a:gd name="connsiteY69" fmla="*/ 6533800 h 6857999"/>
              <a:gd name="connsiteX70" fmla="*/ 6166134 w 6836942"/>
              <a:gd name="connsiteY70" fmla="*/ 6533186 h 6857999"/>
              <a:gd name="connsiteX71" fmla="*/ 6100738 w 6836942"/>
              <a:gd name="connsiteY71" fmla="*/ 6602880 h 6857999"/>
              <a:gd name="connsiteX72" fmla="*/ 6166134 w 6836942"/>
              <a:gd name="connsiteY72" fmla="*/ 6671653 h 6857999"/>
              <a:gd name="connsiteX73" fmla="*/ 6230915 w 6836942"/>
              <a:gd name="connsiteY73" fmla="*/ 6601959 h 6857999"/>
              <a:gd name="connsiteX74" fmla="*/ 6166134 w 6836942"/>
              <a:gd name="connsiteY74" fmla="*/ 6533186 h 6857999"/>
              <a:gd name="connsiteX75" fmla="*/ 6315961 w 6836942"/>
              <a:gd name="connsiteY75" fmla="*/ 6532879 h 6857999"/>
              <a:gd name="connsiteX76" fmla="*/ 6272671 w 6836942"/>
              <a:gd name="connsiteY76" fmla="*/ 6555292 h 6857999"/>
              <a:gd name="connsiteX77" fmla="*/ 6273592 w 6836942"/>
              <a:gd name="connsiteY77" fmla="*/ 6538098 h 6857999"/>
              <a:gd name="connsiteX78" fmla="*/ 6271443 w 6836942"/>
              <a:gd name="connsiteY78" fmla="*/ 6535949 h 6857999"/>
              <a:gd name="connsiteX79" fmla="*/ 6245653 w 6836942"/>
              <a:gd name="connsiteY79" fmla="*/ 6535949 h 6857999"/>
              <a:gd name="connsiteX80" fmla="*/ 6243504 w 6836942"/>
              <a:gd name="connsiteY80" fmla="*/ 6538098 h 6857999"/>
              <a:gd name="connsiteX81" fmla="*/ 6243811 w 6836942"/>
              <a:gd name="connsiteY81" fmla="*/ 6606258 h 6857999"/>
              <a:gd name="connsiteX82" fmla="*/ 6242890 w 6836942"/>
              <a:gd name="connsiteY82" fmla="*/ 6666434 h 6857999"/>
              <a:gd name="connsiteX83" fmla="*/ 6245039 w 6836942"/>
              <a:gd name="connsiteY83" fmla="*/ 6668583 h 6857999"/>
              <a:gd name="connsiteX84" fmla="*/ 6245039 w 6836942"/>
              <a:gd name="connsiteY84" fmla="*/ 6668276 h 6857999"/>
              <a:gd name="connsiteX85" fmla="*/ 6272364 w 6836942"/>
              <a:gd name="connsiteY85" fmla="*/ 6668276 h 6857999"/>
              <a:gd name="connsiteX86" fmla="*/ 6274513 w 6836942"/>
              <a:gd name="connsiteY86" fmla="*/ 6666127 h 6857999"/>
              <a:gd name="connsiteX87" fmla="*/ 6273899 w 6836942"/>
              <a:gd name="connsiteY87" fmla="*/ 6612091 h 6857999"/>
              <a:gd name="connsiteX88" fmla="*/ 6273899 w 6836942"/>
              <a:gd name="connsiteY88" fmla="*/ 6597661 h 6857999"/>
              <a:gd name="connsiteX89" fmla="*/ 6306444 w 6836942"/>
              <a:gd name="connsiteY89" fmla="*/ 6557134 h 6857999"/>
              <a:gd name="connsiteX90" fmla="*/ 6330698 w 6836942"/>
              <a:gd name="connsiteY90" fmla="*/ 6585687 h 6857999"/>
              <a:gd name="connsiteX91" fmla="*/ 6330698 w 6836942"/>
              <a:gd name="connsiteY91" fmla="*/ 6612091 h 6857999"/>
              <a:gd name="connsiteX92" fmla="*/ 6330084 w 6836942"/>
              <a:gd name="connsiteY92" fmla="*/ 6666127 h 6857999"/>
              <a:gd name="connsiteX93" fmla="*/ 6332233 w 6836942"/>
              <a:gd name="connsiteY93" fmla="*/ 6668276 h 6857999"/>
              <a:gd name="connsiteX94" fmla="*/ 6359558 w 6836942"/>
              <a:gd name="connsiteY94" fmla="*/ 6668276 h 6857999"/>
              <a:gd name="connsiteX95" fmla="*/ 6361708 w 6836942"/>
              <a:gd name="connsiteY95" fmla="*/ 6666127 h 6857999"/>
              <a:gd name="connsiteX96" fmla="*/ 6361093 w 6836942"/>
              <a:gd name="connsiteY96" fmla="*/ 6612091 h 6857999"/>
              <a:gd name="connsiteX97" fmla="*/ 6361093 w 6836942"/>
              <a:gd name="connsiteY97" fmla="*/ 6584766 h 6857999"/>
              <a:gd name="connsiteX98" fmla="*/ 6315961 w 6836942"/>
              <a:gd name="connsiteY98" fmla="*/ 6532879 h 6857999"/>
              <a:gd name="connsiteX99" fmla="*/ 5891657 w 6836942"/>
              <a:gd name="connsiteY99" fmla="*/ 6532879 h 6857999"/>
              <a:gd name="connsiteX100" fmla="*/ 5827182 w 6836942"/>
              <a:gd name="connsiteY100" fmla="*/ 6602573 h 6857999"/>
              <a:gd name="connsiteX101" fmla="*/ 5892578 w 6836942"/>
              <a:gd name="connsiteY101" fmla="*/ 6671346 h 6857999"/>
              <a:gd name="connsiteX102" fmla="*/ 5952754 w 6836942"/>
              <a:gd name="connsiteY102" fmla="*/ 6628363 h 6857999"/>
              <a:gd name="connsiteX103" fmla="*/ 5950912 w 6836942"/>
              <a:gd name="connsiteY103" fmla="*/ 6626214 h 6857999"/>
              <a:gd name="connsiteX104" fmla="*/ 5925122 w 6836942"/>
              <a:gd name="connsiteY104" fmla="*/ 6626214 h 6857999"/>
              <a:gd name="connsiteX105" fmla="*/ 5922666 w 6836942"/>
              <a:gd name="connsiteY105" fmla="*/ 6628363 h 6857999"/>
              <a:gd name="connsiteX106" fmla="*/ 5893192 w 6836942"/>
              <a:gd name="connsiteY106" fmla="*/ 6649548 h 6857999"/>
              <a:gd name="connsiteX107" fmla="*/ 5857884 w 6836942"/>
              <a:gd name="connsiteY107" fmla="*/ 6608100 h 6857999"/>
              <a:gd name="connsiteX108" fmla="*/ 5954289 w 6836942"/>
              <a:gd name="connsiteY108" fmla="*/ 6608100 h 6857999"/>
              <a:gd name="connsiteX109" fmla="*/ 5956438 w 6836942"/>
              <a:gd name="connsiteY109" fmla="*/ 6605951 h 6857999"/>
              <a:gd name="connsiteX110" fmla="*/ 5891657 w 6836942"/>
              <a:gd name="connsiteY110" fmla="*/ 6532879 h 6857999"/>
              <a:gd name="connsiteX111" fmla="*/ 5468887 w 6836942"/>
              <a:gd name="connsiteY111" fmla="*/ 6517528 h 6857999"/>
              <a:gd name="connsiteX112" fmla="*/ 5505423 w 6836942"/>
              <a:gd name="connsiteY112" fmla="*/ 6517528 h 6857999"/>
              <a:gd name="connsiteX113" fmla="*/ 5505423 w 6836942"/>
              <a:gd name="connsiteY113" fmla="*/ 6690382 h 6857999"/>
              <a:gd name="connsiteX114" fmla="*/ 5468887 w 6836942"/>
              <a:gd name="connsiteY114" fmla="*/ 6690382 h 6857999"/>
              <a:gd name="connsiteX115" fmla="*/ 5550555 w 6836942"/>
              <a:gd name="connsiteY115" fmla="*/ 6467790 h 6857999"/>
              <a:gd name="connsiteX116" fmla="*/ 5350684 w 6836942"/>
              <a:gd name="connsiteY116" fmla="*/ 6540554 h 6857999"/>
              <a:gd name="connsiteX117" fmla="*/ 5423448 w 6836942"/>
              <a:gd name="connsiteY117" fmla="*/ 6740427 h 6857999"/>
              <a:gd name="connsiteX118" fmla="*/ 5623319 w 6836942"/>
              <a:gd name="connsiteY118" fmla="*/ 6667662 h 6857999"/>
              <a:gd name="connsiteX119" fmla="*/ 0 w 6836942"/>
              <a:gd name="connsiteY119" fmla="*/ 0 h 6857999"/>
              <a:gd name="connsiteX120" fmla="*/ 3318198 w 6836942"/>
              <a:gd name="connsiteY120" fmla="*/ 0 h 6857999"/>
              <a:gd name="connsiteX121" fmla="*/ 3412392 w 6836942"/>
              <a:gd name="connsiteY121" fmla="*/ 0 h 6857999"/>
              <a:gd name="connsiteX122" fmla="*/ 3424168 w 6836942"/>
              <a:gd name="connsiteY122" fmla="*/ 0 h 6857999"/>
              <a:gd name="connsiteX123" fmla="*/ 3518744 w 6836942"/>
              <a:gd name="connsiteY123" fmla="*/ 0 h 6857999"/>
              <a:gd name="connsiteX124" fmla="*/ 6836942 w 6836942"/>
              <a:gd name="connsiteY124" fmla="*/ 0 h 6857999"/>
              <a:gd name="connsiteX125" fmla="*/ 4902466 w 6836942"/>
              <a:gd name="connsiteY125" fmla="*/ 3428999 h 6857999"/>
              <a:gd name="connsiteX126" fmla="*/ 6836942 w 6836942"/>
              <a:gd name="connsiteY126" fmla="*/ 6857999 h 6857999"/>
              <a:gd name="connsiteX127" fmla="*/ 3518744 w 6836942"/>
              <a:gd name="connsiteY127" fmla="*/ 6857999 h 6857999"/>
              <a:gd name="connsiteX128" fmla="*/ 3424168 w 6836942"/>
              <a:gd name="connsiteY128" fmla="*/ 6857999 h 6857999"/>
              <a:gd name="connsiteX129" fmla="*/ 3412392 w 6836942"/>
              <a:gd name="connsiteY129" fmla="*/ 6857999 h 6857999"/>
              <a:gd name="connsiteX130" fmla="*/ 3318198 w 6836942"/>
              <a:gd name="connsiteY130" fmla="*/ 6857999 h 6857999"/>
              <a:gd name="connsiteX131" fmla="*/ 0 w 6836942"/>
              <a:gd name="connsiteY131" fmla="*/ 6857999 h 6857999"/>
              <a:gd name="connsiteX132" fmla="*/ 1934095 w 6836942"/>
              <a:gd name="connsiteY132" fmla="*/ 3428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836942" h="6857999">
                <a:moveTo>
                  <a:pt x="5550555" y="6594898"/>
                </a:moveTo>
                <a:lnTo>
                  <a:pt x="5568670" y="6594898"/>
                </a:lnTo>
                <a:lnTo>
                  <a:pt x="5568670" y="6667662"/>
                </a:lnTo>
                <a:lnTo>
                  <a:pt x="5550555" y="6667662"/>
                </a:lnTo>
                <a:close/>
                <a:moveTo>
                  <a:pt x="5432352" y="6558669"/>
                </a:moveTo>
                <a:lnTo>
                  <a:pt x="5459677" y="6558669"/>
                </a:lnTo>
                <a:lnTo>
                  <a:pt x="5459677" y="6667662"/>
                </a:lnTo>
                <a:lnTo>
                  <a:pt x="5432352" y="6667662"/>
                </a:lnTo>
                <a:close/>
                <a:moveTo>
                  <a:pt x="6027975" y="6555906"/>
                </a:moveTo>
                <a:cubicBezTo>
                  <a:pt x="6049159" y="6556213"/>
                  <a:pt x="6060519" y="6572792"/>
                  <a:pt x="6060212" y="6602880"/>
                </a:cubicBezTo>
                <a:cubicBezTo>
                  <a:pt x="6060212" y="6632047"/>
                  <a:pt x="6048238" y="6646478"/>
                  <a:pt x="6027975" y="6646478"/>
                </a:cubicBezTo>
                <a:cubicBezTo>
                  <a:pt x="6006176" y="6646785"/>
                  <a:pt x="5994509" y="6630512"/>
                  <a:pt x="5994509" y="6600424"/>
                </a:cubicBezTo>
                <a:cubicBezTo>
                  <a:pt x="5994509" y="6572178"/>
                  <a:pt x="6005869" y="6555292"/>
                  <a:pt x="6027975" y="6555906"/>
                </a:cubicBezTo>
                <a:close/>
                <a:moveTo>
                  <a:pt x="5754725" y="6555599"/>
                </a:moveTo>
                <a:cubicBezTo>
                  <a:pt x="5775295" y="6555599"/>
                  <a:pt x="5787269" y="6572792"/>
                  <a:pt x="5786962" y="6603187"/>
                </a:cubicBezTo>
                <a:cubicBezTo>
                  <a:pt x="5786655" y="6633890"/>
                  <a:pt x="5774681" y="6649241"/>
                  <a:pt x="5753804" y="6649241"/>
                </a:cubicBezTo>
                <a:cubicBezTo>
                  <a:pt x="5732312" y="6649241"/>
                  <a:pt x="5720952" y="6631433"/>
                  <a:pt x="5720952" y="6600731"/>
                </a:cubicBezTo>
                <a:cubicBezTo>
                  <a:pt x="5720952" y="6572485"/>
                  <a:pt x="5732005" y="6555292"/>
                  <a:pt x="5754725" y="6555599"/>
                </a:cubicBezTo>
                <a:close/>
                <a:moveTo>
                  <a:pt x="6165827" y="6555292"/>
                </a:moveTo>
                <a:cubicBezTo>
                  <a:pt x="6188239" y="6555292"/>
                  <a:pt x="6199292" y="6571564"/>
                  <a:pt x="6199292" y="6602880"/>
                </a:cubicBezTo>
                <a:cubicBezTo>
                  <a:pt x="6199292" y="6634504"/>
                  <a:pt x="6188546" y="6649855"/>
                  <a:pt x="6166134" y="6649855"/>
                </a:cubicBezTo>
                <a:cubicBezTo>
                  <a:pt x="6143414" y="6649855"/>
                  <a:pt x="6132361" y="6634197"/>
                  <a:pt x="6132054" y="6603187"/>
                </a:cubicBezTo>
                <a:cubicBezTo>
                  <a:pt x="6132054" y="6571871"/>
                  <a:pt x="6143107" y="6555599"/>
                  <a:pt x="6165827" y="6555292"/>
                </a:cubicBezTo>
                <a:close/>
                <a:moveTo>
                  <a:pt x="5891657" y="6554678"/>
                </a:moveTo>
                <a:cubicBezTo>
                  <a:pt x="5911920" y="6554678"/>
                  <a:pt x="5921745" y="6570029"/>
                  <a:pt x="5922973" y="6587222"/>
                </a:cubicBezTo>
                <a:lnTo>
                  <a:pt x="5858805" y="6587222"/>
                </a:lnTo>
                <a:cubicBezTo>
                  <a:pt x="5862182" y="6566038"/>
                  <a:pt x="5873235" y="6554678"/>
                  <a:pt x="5891657" y="6554678"/>
                </a:cubicBezTo>
                <a:close/>
                <a:moveTo>
                  <a:pt x="5514327" y="6540554"/>
                </a:moveTo>
                <a:lnTo>
                  <a:pt x="5541652" y="6540554"/>
                </a:lnTo>
                <a:lnTo>
                  <a:pt x="5541652" y="6649548"/>
                </a:lnTo>
                <a:lnTo>
                  <a:pt x="5514327" y="6649548"/>
                </a:lnTo>
                <a:close/>
                <a:moveTo>
                  <a:pt x="5405027" y="6540247"/>
                </a:moveTo>
                <a:lnTo>
                  <a:pt x="5423141" y="6540247"/>
                </a:lnTo>
                <a:lnTo>
                  <a:pt x="5423141" y="6613012"/>
                </a:lnTo>
                <a:lnTo>
                  <a:pt x="5405027" y="6613012"/>
                </a:lnTo>
                <a:close/>
                <a:moveTo>
                  <a:pt x="6019992" y="6534107"/>
                </a:moveTo>
                <a:cubicBezTo>
                  <a:pt x="5984377" y="6534107"/>
                  <a:pt x="5963193" y="6564502"/>
                  <a:pt x="5963193" y="6601652"/>
                </a:cubicBezTo>
                <a:cubicBezTo>
                  <a:pt x="5963193" y="6639109"/>
                  <a:pt x="5982842" y="6667662"/>
                  <a:pt x="6021220" y="6667662"/>
                </a:cubicBezTo>
                <a:cubicBezTo>
                  <a:pt x="6038720" y="6667662"/>
                  <a:pt x="6051922" y="6659987"/>
                  <a:pt x="6060826" y="6646785"/>
                </a:cubicBezTo>
                <a:lnTo>
                  <a:pt x="6060826" y="6661829"/>
                </a:lnTo>
                <a:cubicBezTo>
                  <a:pt x="6060826" y="6686698"/>
                  <a:pt x="6047624" y="6697443"/>
                  <a:pt x="6028589" y="6697443"/>
                </a:cubicBezTo>
                <a:cubicBezTo>
                  <a:pt x="6012624" y="6697443"/>
                  <a:pt x="6002185" y="6691610"/>
                  <a:pt x="5999115" y="6679943"/>
                </a:cubicBezTo>
                <a:cubicBezTo>
                  <a:pt x="5998808" y="6678715"/>
                  <a:pt x="5997887" y="6677794"/>
                  <a:pt x="5996658" y="6677794"/>
                </a:cubicBezTo>
                <a:lnTo>
                  <a:pt x="5969948" y="6677794"/>
                </a:lnTo>
                <a:cubicBezTo>
                  <a:pt x="5969026" y="6677794"/>
                  <a:pt x="5967798" y="6678715"/>
                  <a:pt x="5967798" y="6679943"/>
                </a:cubicBezTo>
                <a:cubicBezTo>
                  <a:pt x="5971483" y="6706654"/>
                  <a:pt x="5995737" y="6719549"/>
                  <a:pt x="6027361" y="6718935"/>
                </a:cubicBezTo>
                <a:cubicBezTo>
                  <a:pt x="6067887" y="6718935"/>
                  <a:pt x="6089379" y="6697750"/>
                  <a:pt x="6089072" y="6662136"/>
                </a:cubicBezTo>
                <a:lnTo>
                  <a:pt x="6088765" y="6597047"/>
                </a:lnTo>
                <a:lnTo>
                  <a:pt x="6090300" y="6538405"/>
                </a:lnTo>
                <a:cubicBezTo>
                  <a:pt x="6090300" y="6537484"/>
                  <a:pt x="6089379" y="6536256"/>
                  <a:pt x="6088151" y="6536256"/>
                </a:cubicBezTo>
                <a:lnTo>
                  <a:pt x="6061133" y="6536256"/>
                </a:lnTo>
                <a:cubicBezTo>
                  <a:pt x="6060212" y="6536256"/>
                  <a:pt x="6058984" y="6537177"/>
                  <a:pt x="6058984" y="6538405"/>
                </a:cubicBezTo>
                <a:lnTo>
                  <a:pt x="6059598" y="6553142"/>
                </a:lnTo>
                <a:cubicBezTo>
                  <a:pt x="6051001" y="6540862"/>
                  <a:pt x="6037492" y="6534107"/>
                  <a:pt x="6019992" y="6534107"/>
                </a:cubicBezTo>
                <a:close/>
                <a:moveTo>
                  <a:pt x="5746128" y="6533800"/>
                </a:moveTo>
                <a:cubicBezTo>
                  <a:pt x="5710820" y="6533800"/>
                  <a:pt x="5689636" y="6564502"/>
                  <a:pt x="5689636" y="6602880"/>
                </a:cubicBezTo>
                <a:cubicBezTo>
                  <a:pt x="5689636" y="6641258"/>
                  <a:pt x="5708671" y="6671039"/>
                  <a:pt x="5745514" y="6671039"/>
                </a:cubicBezTo>
                <a:cubicBezTo>
                  <a:pt x="5763321" y="6671039"/>
                  <a:pt x="5777137" y="6663364"/>
                  <a:pt x="5786041" y="6650162"/>
                </a:cubicBezTo>
                <a:lnTo>
                  <a:pt x="5785427" y="6666434"/>
                </a:lnTo>
                <a:cubicBezTo>
                  <a:pt x="5785427" y="6667662"/>
                  <a:pt x="5786655" y="6668583"/>
                  <a:pt x="5787576" y="6668583"/>
                </a:cubicBezTo>
                <a:lnTo>
                  <a:pt x="5787576" y="6668890"/>
                </a:lnTo>
                <a:lnTo>
                  <a:pt x="5814594" y="6668890"/>
                </a:lnTo>
                <a:cubicBezTo>
                  <a:pt x="5815822" y="6668890"/>
                  <a:pt x="5816743" y="6667662"/>
                  <a:pt x="5816743" y="6666741"/>
                </a:cubicBezTo>
                <a:lnTo>
                  <a:pt x="5815822" y="6602266"/>
                </a:lnTo>
                <a:lnTo>
                  <a:pt x="5816743" y="6538712"/>
                </a:lnTo>
                <a:cubicBezTo>
                  <a:pt x="5816743" y="6537484"/>
                  <a:pt x="5815515" y="6536563"/>
                  <a:pt x="5814594" y="6536563"/>
                </a:cubicBezTo>
                <a:lnTo>
                  <a:pt x="5787269" y="6536563"/>
                </a:lnTo>
                <a:cubicBezTo>
                  <a:pt x="5786041" y="6536563"/>
                  <a:pt x="5785120" y="6537791"/>
                  <a:pt x="5785120" y="6538712"/>
                </a:cubicBezTo>
                <a:lnTo>
                  <a:pt x="5786041" y="6553449"/>
                </a:lnTo>
                <a:cubicBezTo>
                  <a:pt x="5777137" y="6540555"/>
                  <a:pt x="5763628" y="6533800"/>
                  <a:pt x="5746128" y="6533800"/>
                </a:cubicBezTo>
                <a:close/>
                <a:moveTo>
                  <a:pt x="6166134" y="6533186"/>
                </a:moveTo>
                <a:cubicBezTo>
                  <a:pt x="6124379" y="6533186"/>
                  <a:pt x="6100738" y="6561125"/>
                  <a:pt x="6100738" y="6602880"/>
                </a:cubicBezTo>
                <a:cubicBezTo>
                  <a:pt x="6100738" y="6644635"/>
                  <a:pt x="6124379" y="6671653"/>
                  <a:pt x="6166134" y="6671653"/>
                </a:cubicBezTo>
                <a:cubicBezTo>
                  <a:pt x="6207582" y="6671653"/>
                  <a:pt x="6231222" y="6644021"/>
                  <a:pt x="6230915" y="6601959"/>
                </a:cubicBezTo>
                <a:cubicBezTo>
                  <a:pt x="6230915" y="6560204"/>
                  <a:pt x="6207582" y="6533186"/>
                  <a:pt x="6166134" y="6533186"/>
                </a:cubicBezTo>
                <a:close/>
                <a:moveTo>
                  <a:pt x="6315961" y="6532879"/>
                </a:moveTo>
                <a:cubicBezTo>
                  <a:pt x="6296312" y="6532879"/>
                  <a:pt x="6281268" y="6543011"/>
                  <a:pt x="6272671" y="6555292"/>
                </a:cubicBezTo>
                <a:lnTo>
                  <a:pt x="6273592" y="6538098"/>
                </a:lnTo>
                <a:cubicBezTo>
                  <a:pt x="6273592" y="6536870"/>
                  <a:pt x="6272364" y="6535949"/>
                  <a:pt x="6271443" y="6535949"/>
                </a:cubicBezTo>
                <a:lnTo>
                  <a:pt x="6245653" y="6535949"/>
                </a:lnTo>
                <a:cubicBezTo>
                  <a:pt x="6244425" y="6535949"/>
                  <a:pt x="6243504" y="6537177"/>
                  <a:pt x="6243504" y="6538098"/>
                </a:cubicBezTo>
                <a:lnTo>
                  <a:pt x="6243811" y="6606258"/>
                </a:lnTo>
                <a:lnTo>
                  <a:pt x="6242890" y="6666434"/>
                </a:lnTo>
                <a:cubicBezTo>
                  <a:pt x="6242890" y="6667662"/>
                  <a:pt x="6244118" y="6668583"/>
                  <a:pt x="6245039" y="6668583"/>
                </a:cubicBezTo>
                <a:lnTo>
                  <a:pt x="6245039" y="6668276"/>
                </a:lnTo>
                <a:lnTo>
                  <a:pt x="6272364" y="6668276"/>
                </a:lnTo>
                <a:cubicBezTo>
                  <a:pt x="6273592" y="6668276"/>
                  <a:pt x="6274513" y="6667048"/>
                  <a:pt x="6274513" y="6666127"/>
                </a:cubicBezTo>
                <a:lnTo>
                  <a:pt x="6273899" y="6612091"/>
                </a:lnTo>
                <a:lnTo>
                  <a:pt x="6273899" y="6597661"/>
                </a:lnTo>
                <a:cubicBezTo>
                  <a:pt x="6276355" y="6570336"/>
                  <a:pt x="6291092" y="6557134"/>
                  <a:pt x="6306444" y="6557134"/>
                </a:cubicBezTo>
                <a:cubicBezTo>
                  <a:pt x="6320567" y="6557134"/>
                  <a:pt x="6330698" y="6566959"/>
                  <a:pt x="6330698" y="6585687"/>
                </a:cubicBezTo>
                <a:lnTo>
                  <a:pt x="6330698" y="6612091"/>
                </a:lnTo>
                <a:lnTo>
                  <a:pt x="6330084" y="6666127"/>
                </a:lnTo>
                <a:cubicBezTo>
                  <a:pt x="6330084" y="6667355"/>
                  <a:pt x="6331312" y="6668276"/>
                  <a:pt x="6332233" y="6668276"/>
                </a:cubicBezTo>
                <a:lnTo>
                  <a:pt x="6359558" y="6668276"/>
                </a:lnTo>
                <a:cubicBezTo>
                  <a:pt x="6360786" y="6668276"/>
                  <a:pt x="6361708" y="6667048"/>
                  <a:pt x="6361708" y="6666127"/>
                </a:cubicBezTo>
                <a:lnTo>
                  <a:pt x="6361093" y="6612091"/>
                </a:lnTo>
                <a:lnTo>
                  <a:pt x="6361093" y="6584766"/>
                </a:lnTo>
                <a:cubicBezTo>
                  <a:pt x="6361093" y="6551300"/>
                  <a:pt x="6343286" y="6532879"/>
                  <a:pt x="6315961" y="6532879"/>
                </a:cubicBezTo>
                <a:close/>
                <a:moveTo>
                  <a:pt x="5891657" y="6532879"/>
                </a:moveTo>
                <a:cubicBezTo>
                  <a:pt x="5851437" y="6532879"/>
                  <a:pt x="5827182" y="6560818"/>
                  <a:pt x="5827182" y="6602573"/>
                </a:cubicBezTo>
                <a:cubicBezTo>
                  <a:pt x="5827182" y="6642793"/>
                  <a:pt x="5849902" y="6671346"/>
                  <a:pt x="5892578" y="6671346"/>
                </a:cubicBezTo>
                <a:cubicBezTo>
                  <a:pt x="5926350" y="6671346"/>
                  <a:pt x="5947842" y="6652311"/>
                  <a:pt x="5952754" y="6628363"/>
                </a:cubicBezTo>
                <a:cubicBezTo>
                  <a:pt x="5953061" y="6627135"/>
                  <a:pt x="5951833" y="6626214"/>
                  <a:pt x="5950912" y="6626214"/>
                </a:cubicBezTo>
                <a:lnTo>
                  <a:pt x="5925122" y="6626214"/>
                </a:lnTo>
                <a:cubicBezTo>
                  <a:pt x="5924201" y="6626214"/>
                  <a:pt x="5922973" y="6627135"/>
                  <a:pt x="5922666" y="6628363"/>
                </a:cubicBezTo>
                <a:cubicBezTo>
                  <a:pt x="5918367" y="6642486"/>
                  <a:pt x="5908236" y="6649548"/>
                  <a:pt x="5893192" y="6649548"/>
                </a:cubicBezTo>
                <a:cubicBezTo>
                  <a:pt x="5870779" y="6649548"/>
                  <a:pt x="5859112" y="6636346"/>
                  <a:pt x="5857884" y="6608100"/>
                </a:cubicBezTo>
                <a:lnTo>
                  <a:pt x="5954289" y="6608100"/>
                </a:lnTo>
                <a:cubicBezTo>
                  <a:pt x="5955517" y="6608100"/>
                  <a:pt x="5956438" y="6606872"/>
                  <a:pt x="5956438" y="6605951"/>
                </a:cubicBezTo>
                <a:cubicBezTo>
                  <a:pt x="5955824" y="6560818"/>
                  <a:pt x="5932490" y="6533186"/>
                  <a:pt x="5891657" y="6532879"/>
                </a:cubicBezTo>
                <a:close/>
                <a:moveTo>
                  <a:pt x="5468887" y="6517528"/>
                </a:moveTo>
                <a:lnTo>
                  <a:pt x="5505423" y="6517528"/>
                </a:lnTo>
                <a:lnTo>
                  <a:pt x="5505423" y="6690382"/>
                </a:lnTo>
                <a:lnTo>
                  <a:pt x="5468887" y="6690382"/>
                </a:lnTo>
                <a:close/>
                <a:moveTo>
                  <a:pt x="5550555" y="6467790"/>
                </a:moveTo>
                <a:lnTo>
                  <a:pt x="5350684" y="6540554"/>
                </a:lnTo>
                <a:lnTo>
                  <a:pt x="5423448" y="6740427"/>
                </a:lnTo>
                <a:lnTo>
                  <a:pt x="5623319" y="6667662"/>
                </a:lnTo>
                <a:close/>
                <a:moveTo>
                  <a:pt x="0" y="0"/>
                </a:moveTo>
                <a:lnTo>
                  <a:pt x="3318198" y="0"/>
                </a:lnTo>
                <a:lnTo>
                  <a:pt x="3412392" y="0"/>
                </a:lnTo>
                <a:lnTo>
                  <a:pt x="3424168" y="0"/>
                </a:lnTo>
                <a:lnTo>
                  <a:pt x="3518744" y="0"/>
                </a:lnTo>
                <a:lnTo>
                  <a:pt x="6836942" y="0"/>
                </a:lnTo>
                <a:lnTo>
                  <a:pt x="4902466" y="3428999"/>
                </a:lnTo>
                <a:lnTo>
                  <a:pt x="6836942" y="6857999"/>
                </a:lnTo>
                <a:lnTo>
                  <a:pt x="3518744" y="6857999"/>
                </a:lnTo>
                <a:lnTo>
                  <a:pt x="3424168" y="6857999"/>
                </a:lnTo>
                <a:lnTo>
                  <a:pt x="3412392" y="6857999"/>
                </a:lnTo>
                <a:lnTo>
                  <a:pt x="3318198" y="6857999"/>
                </a:lnTo>
                <a:lnTo>
                  <a:pt x="0" y="6857999"/>
                </a:lnTo>
                <a:lnTo>
                  <a:pt x="1934095" y="3428999"/>
                </a:lnTo>
                <a:close/>
              </a:path>
            </a:pathLst>
          </a:custGeom>
          <a:noFill/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998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1BEB0-59C8-105F-446A-77A9CBFC44F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268F952-6EF5-4978-A16E-4A84E087FBF4}" type="datetime3">
              <a:rPr lang="en-US" smtClean="0"/>
              <a:t>30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6E6C0-9859-78F0-3B8F-18262328F0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61915A2D-D10D-DCCD-DE86-18B549DC035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DA703C5-5FF7-23E5-6C65-60112CFE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8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615090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and Image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">
            <a:extLst>
              <a:ext uri="{FF2B5EF4-FFF2-40B4-BE49-F238E27FC236}">
                <a16:creationId xmlns:a16="http://schemas.microsoft.com/office/drawing/2014/main" id="{17A7D106-0063-3BE6-87C6-899E68606F48}"/>
              </a:ext>
            </a:extLst>
          </p:cNvPr>
          <p:cNvSpPr txBox="1">
            <a:spLocks/>
          </p:cNvSpPr>
          <p:nvPr userDrawn="1"/>
        </p:nvSpPr>
        <p:spPr>
          <a:xfrm>
            <a:off x="5371529" y="0"/>
            <a:ext cx="6804000" cy="6858000"/>
          </a:xfrm>
          <a:custGeom>
            <a:avLst/>
            <a:gdLst>
              <a:gd name="connsiteX0" fmla="*/ 0 w 5994400"/>
              <a:gd name="connsiteY0" fmla="*/ 0 h 6451600"/>
              <a:gd name="connsiteX1" fmla="*/ 2909284 w 5994400"/>
              <a:gd name="connsiteY1" fmla="*/ 0 h 6451600"/>
              <a:gd name="connsiteX2" fmla="*/ 2991870 w 5994400"/>
              <a:gd name="connsiteY2" fmla="*/ 0 h 6451600"/>
              <a:gd name="connsiteX3" fmla="*/ 3002195 w 5994400"/>
              <a:gd name="connsiteY3" fmla="*/ 0 h 6451600"/>
              <a:gd name="connsiteX4" fmla="*/ 3085116 w 5994400"/>
              <a:gd name="connsiteY4" fmla="*/ 0 h 6451600"/>
              <a:gd name="connsiteX5" fmla="*/ 5994400 w 5994400"/>
              <a:gd name="connsiteY5" fmla="*/ 0 h 6451600"/>
              <a:gd name="connsiteX6" fmla="*/ 4298317 w 5994400"/>
              <a:gd name="connsiteY6" fmla="*/ 3225800 h 6451600"/>
              <a:gd name="connsiteX7" fmla="*/ 5994400 w 5994400"/>
              <a:gd name="connsiteY7" fmla="*/ 6451600 h 6451600"/>
              <a:gd name="connsiteX8" fmla="*/ 3085116 w 5994400"/>
              <a:gd name="connsiteY8" fmla="*/ 6451600 h 6451600"/>
              <a:gd name="connsiteX9" fmla="*/ 3002195 w 5994400"/>
              <a:gd name="connsiteY9" fmla="*/ 6451600 h 6451600"/>
              <a:gd name="connsiteX10" fmla="*/ 2991870 w 5994400"/>
              <a:gd name="connsiteY10" fmla="*/ 6451600 h 6451600"/>
              <a:gd name="connsiteX11" fmla="*/ 2909284 w 5994400"/>
              <a:gd name="connsiteY11" fmla="*/ 6451600 h 6451600"/>
              <a:gd name="connsiteX12" fmla="*/ 0 w 5994400"/>
              <a:gd name="connsiteY12" fmla="*/ 6451600 h 6451600"/>
              <a:gd name="connsiteX13" fmla="*/ 1695749 w 5994400"/>
              <a:gd name="connsiteY13" fmla="*/ 3225800 h 645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994400" h="6451600">
                <a:moveTo>
                  <a:pt x="0" y="0"/>
                </a:moveTo>
                <a:lnTo>
                  <a:pt x="2909284" y="0"/>
                </a:lnTo>
                <a:lnTo>
                  <a:pt x="2991870" y="0"/>
                </a:lnTo>
                <a:lnTo>
                  <a:pt x="3002195" y="0"/>
                </a:lnTo>
                <a:lnTo>
                  <a:pt x="3085116" y="0"/>
                </a:lnTo>
                <a:lnTo>
                  <a:pt x="5994400" y="0"/>
                </a:lnTo>
                <a:lnTo>
                  <a:pt x="4298317" y="3225800"/>
                </a:lnTo>
                <a:lnTo>
                  <a:pt x="5994400" y="6451600"/>
                </a:lnTo>
                <a:lnTo>
                  <a:pt x="3085116" y="6451600"/>
                </a:lnTo>
                <a:lnTo>
                  <a:pt x="3002195" y="6451600"/>
                </a:lnTo>
                <a:lnTo>
                  <a:pt x="2991870" y="6451600"/>
                </a:lnTo>
                <a:lnTo>
                  <a:pt x="2909284" y="6451600"/>
                </a:lnTo>
                <a:lnTo>
                  <a:pt x="0" y="6451600"/>
                </a:lnTo>
                <a:lnTo>
                  <a:pt x="1695749" y="322580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1600" tIns="201600" rIns="201600" bIns="201600" rtlCol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A93D2B5-4C7C-8E22-B079-42809E236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55058" y="0"/>
            <a:ext cx="6836942" cy="6857999"/>
          </a:xfrm>
          <a:custGeom>
            <a:avLst/>
            <a:gdLst>
              <a:gd name="connsiteX0" fmla="*/ 5550555 w 6836942"/>
              <a:gd name="connsiteY0" fmla="*/ 6594898 h 6857999"/>
              <a:gd name="connsiteX1" fmla="*/ 5568670 w 6836942"/>
              <a:gd name="connsiteY1" fmla="*/ 6594898 h 6857999"/>
              <a:gd name="connsiteX2" fmla="*/ 5568670 w 6836942"/>
              <a:gd name="connsiteY2" fmla="*/ 6667662 h 6857999"/>
              <a:gd name="connsiteX3" fmla="*/ 5550555 w 6836942"/>
              <a:gd name="connsiteY3" fmla="*/ 6667662 h 6857999"/>
              <a:gd name="connsiteX4" fmla="*/ 5432352 w 6836942"/>
              <a:gd name="connsiteY4" fmla="*/ 6558669 h 6857999"/>
              <a:gd name="connsiteX5" fmla="*/ 5459677 w 6836942"/>
              <a:gd name="connsiteY5" fmla="*/ 6558669 h 6857999"/>
              <a:gd name="connsiteX6" fmla="*/ 5459677 w 6836942"/>
              <a:gd name="connsiteY6" fmla="*/ 6667662 h 6857999"/>
              <a:gd name="connsiteX7" fmla="*/ 5432352 w 6836942"/>
              <a:gd name="connsiteY7" fmla="*/ 6667662 h 6857999"/>
              <a:gd name="connsiteX8" fmla="*/ 6027975 w 6836942"/>
              <a:gd name="connsiteY8" fmla="*/ 6555906 h 6857999"/>
              <a:gd name="connsiteX9" fmla="*/ 6060212 w 6836942"/>
              <a:gd name="connsiteY9" fmla="*/ 6602880 h 6857999"/>
              <a:gd name="connsiteX10" fmla="*/ 6027975 w 6836942"/>
              <a:gd name="connsiteY10" fmla="*/ 6646478 h 6857999"/>
              <a:gd name="connsiteX11" fmla="*/ 5994509 w 6836942"/>
              <a:gd name="connsiteY11" fmla="*/ 6600424 h 6857999"/>
              <a:gd name="connsiteX12" fmla="*/ 6027975 w 6836942"/>
              <a:gd name="connsiteY12" fmla="*/ 6555906 h 6857999"/>
              <a:gd name="connsiteX13" fmla="*/ 5754725 w 6836942"/>
              <a:gd name="connsiteY13" fmla="*/ 6555599 h 6857999"/>
              <a:gd name="connsiteX14" fmla="*/ 5786962 w 6836942"/>
              <a:gd name="connsiteY14" fmla="*/ 6603187 h 6857999"/>
              <a:gd name="connsiteX15" fmla="*/ 5753804 w 6836942"/>
              <a:gd name="connsiteY15" fmla="*/ 6649241 h 6857999"/>
              <a:gd name="connsiteX16" fmla="*/ 5720952 w 6836942"/>
              <a:gd name="connsiteY16" fmla="*/ 6600731 h 6857999"/>
              <a:gd name="connsiteX17" fmla="*/ 5754725 w 6836942"/>
              <a:gd name="connsiteY17" fmla="*/ 6555599 h 6857999"/>
              <a:gd name="connsiteX18" fmla="*/ 6165827 w 6836942"/>
              <a:gd name="connsiteY18" fmla="*/ 6555292 h 6857999"/>
              <a:gd name="connsiteX19" fmla="*/ 6199292 w 6836942"/>
              <a:gd name="connsiteY19" fmla="*/ 6602880 h 6857999"/>
              <a:gd name="connsiteX20" fmla="*/ 6166134 w 6836942"/>
              <a:gd name="connsiteY20" fmla="*/ 6649855 h 6857999"/>
              <a:gd name="connsiteX21" fmla="*/ 6132054 w 6836942"/>
              <a:gd name="connsiteY21" fmla="*/ 6603187 h 6857999"/>
              <a:gd name="connsiteX22" fmla="*/ 6165827 w 6836942"/>
              <a:gd name="connsiteY22" fmla="*/ 6555292 h 6857999"/>
              <a:gd name="connsiteX23" fmla="*/ 5891657 w 6836942"/>
              <a:gd name="connsiteY23" fmla="*/ 6554678 h 6857999"/>
              <a:gd name="connsiteX24" fmla="*/ 5922973 w 6836942"/>
              <a:gd name="connsiteY24" fmla="*/ 6587222 h 6857999"/>
              <a:gd name="connsiteX25" fmla="*/ 5858805 w 6836942"/>
              <a:gd name="connsiteY25" fmla="*/ 6587222 h 6857999"/>
              <a:gd name="connsiteX26" fmla="*/ 5891657 w 6836942"/>
              <a:gd name="connsiteY26" fmla="*/ 6554678 h 6857999"/>
              <a:gd name="connsiteX27" fmla="*/ 5514327 w 6836942"/>
              <a:gd name="connsiteY27" fmla="*/ 6540554 h 6857999"/>
              <a:gd name="connsiteX28" fmla="*/ 5541652 w 6836942"/>
              <a:gd name="connsiteY28" fmla="*/ 6540554 h 6857999"/>
              <a:gd name="connsiteX29" fmla="*/ 5541652 w 6836942"/>
              <a:gd name="connsiteY29" fmla="*/ 6649548 h 6857999"/>
              <a:gd name="connsiteX30" fmla="*/ 5514327 w 6836942"/>
              <a:gd name="connsiteY30" fmla="*/ 6649548 h 6857999"/>
              <a:gd name="connsiteX31" fmla="*/ 5405027 w 6836942"/>
              <a:gd name="connsiteY31" fmla="*/ 6540247 h 6857999"/>
              <a:gd name="connsiteX32" fmla="*/ 5423141 w 6836942"/>
              <a:gd name="connsiteY32" fmla="*/ 6540247 h 6857999"/>
              <a:gd name="connsiteX33" fmla="*/ 5423141 w 6836942"/>
              <a:gd name="connsiteY33" fmla="*/ 6613012 h 6857999"/>
              <a:gd name="connsiteX34" fmla="*/ 5405027 w 6836942"/>
              <a:gd name="connsiteY34" fmla="*/ 6613012 h 6857999"/>
              <a:gd name="connsiteX35" fmla="*/ 6019992 w 6836942"/>
              <a:gd name="connsiteY35" fmla="*/ 6534107 h 6857999"/>
              <a:gd name="connsiteX36" fmla="*/ 5963193 w 6836942"/>
              <a:gd name="connsiteY36" fmla="*/ 6601652 h 6857999"/>
              <a:gd name="connsiteX37" fmla="*/ 6021220 w 6836942"/>
              <a:gd name="connsiteY37" fmla="*/ 6667662 h 6857999"/>
              <a:gd name="connsiteX38" fmla="*/ 6060826 w 6836942"/>
              <a:gd name="connsiteY38" fmla="*/ 6646785 h 6857999"/>
              <a:gd name="connsiteX39" fmla="*/ 6060826 w 6836942"/>
              <a:gd name="connsiteY39" fmla="*/ 6661829 h 6857999"/>
              <a:gd name="connsiteX40" fmla="*/ 6028589 w 6836942"/>
              <a:gd name="connsiteY40" fmla="*/ 6697443 h 6857999"/>
              <a:gd name="connsiteX41" fmla="*/ 5999115 w 6836942"/>
              <a:gd name="connsiteY41" fmla="*/ 6679943 h 6857999"/>
              <a:gd name="connsiteX42" fmla="*/ 5996658 w 6836942"/>
              <a:gd name="connsiteY42" fmla="*/ 6677794 h 6857999"/>
              <a:gd name="connsiteX43" fmla="*/ 5969948 w 6836942"/>
              <a:gd name="connsiteY43" fmla="*/ 6677794 h 6857999"/>
              <a:gd name="connsiteX44" fmla="*/ 5967798 w 6836942"/>
              <a:gd name="connsiteY44" fmla="*/ 6679943 h 6857999"/>
              <a:gd name="connsiteX45" fmla="*/ 6027361 w 6836942"/>
              <a:gd name="connsiteY45" fmla="*/ 6718935 h 6857999"/>
              <a:gd name="connsiteX46" fmla="*/ 6089072 w 6836942"/>
              <a:gd name="connsiteY46" fmla="*/ 6662136 h 6857999"/>
              <a:gd name="connsiteX47" fmla="*/ 6088765 w 6836942"/>
              <a:gd name="connsiteY47" fmla="*/ 6597047 h 6857999"/>
              <a:gd name="connsiteX48" fmla="*/ 6090300 w 6836942"/>
              <a:gd name="connsiteY48" fmla="*/ 6538405 h 6857999"/>
              <a:gd name="connsiteX49" fmla="*/ 6088151 w 6836942"/>
              <a:gd name="connsiteY49" fmla="*/ 6536256 h 6857999"/>
              <a:gd name="connsiteX50" fmla="*/ 6061133 w 6836942"/>
              <a:gd name="connsiteY50" fmla="*/ 6536256 h 6857999"/>
              <a:gd name="connsiteX51" fmla="*/ 6058984 w 6836942"/>
              <a:gd name="connsiteY51" fmla="*/ 6538405 h 6857999"/>
              <a:gd name="connsiteX52" fmla="*/ 6059598 w 6836942"/>
              <a:gd name="connsiteY52" fmla="*/ 6553142 h 6857999"/>
              <a:gd name="connsiteX53" fmla="*/ 6019992 w 6836942"/>
              <a:gd name="connsiteY53" fmla="*/ 6534107 h 6857999"/>
              <a:gd name="connsiteX54" fmla="*/ 5746128 w 6836942"/>
              <a:gd name="connsiteY54" fmla="*/ 6533800 h 6857999"/>
              <a:gd name="connsiteX55" fmla="*/ 5689636 w 6836942"/>
              <a:gd name="connsiteY55" fmla="*/ 6602880 h 6857999"/>
              <a:gd name="connsiteX56" fmla="*/ 5745514 w 6836942"/>
              <a:gd name="connsiteY56" fmla="*/ 6671039 h 6857999"/>
              <a:gd name="connsiteX57" fmla="*/ 5786041 w 6836942"/>
              <a:gd name="connsiteY57" fmla="*/ 6650162 h 6857999"/>
              <a:gd name="connsiteX58" fmla="*/ 5785427 w 6836942"/>
              <a:gd name="connsiteY58" fmla="*/ 6666434 h 6857999"/>
              <a:gd name="connsiteX59" fmla="*/ 5787576 w 6836942"/>
              <a:gd name="connsiteY59" fmla="*/ 6668583 h 6857999"/>
              <a:gd name="connsiteX60" fmla="*/ 5787576 w 6836942"/>
              <a:gd name="connsiteY60" fmla="*/ 6668890 h 6857999"/>
              <a:gd name="connsiteX61" fmla="*/ 5814594 w 6836942"/>
              <a:gd name="connsiteY61" fmla="*/ 6668890 h 6857999"/>
              <a:gd name="connsiteX62" fmla="*/ 5816743 w 6836942"/>
              <a:gd name="connsiteY62" fmla="*/ 6666741 h 6857999"/>
              <a:gd name="connsiteX63" fmla="*/ 5815822 w 6836942"/>
              <a:gd name="connsiteY63" fmla="*/ 6602266 h 6857999"/>
              <a:gd name="connsiteX64" fmla="*/ 5816743 w 6836942"/>
              <a:gd name="connsiteY64" fmla="*/ 6538712 h 6857999"/>
              <a:gd name="connsiteX65" fmla="*/ 5814594 w 6836942"/>
              <a:gd name="connsiteY65" fmla="*/ 6536563 h 6857999"/>
              <a:gd name="connsiteX66" fmla="*/ 5787269 w 6836942"/>
              <a:gd name="connsiteY66" fmla="*/ 6536563 h 6857999"/>
              <a:gd name="connsiteX67" fmla="*/ 5785120 w 6836942"/>
              <a:gd name="connsiteY67" fmla="*/ 6538712 h 6857999"/>
              <a:gd name="connsiteX68" fmla="*/ 5786041 w 6836942"/>
              <a:gd name="connsiteY68" fmla="*/ 6553449 h 6857999"/>
              <a:gd name="connsiteX69" fmla="*/ 5746128 w 6836942"/>
              <a:gd name="connsiteY69" fmla="*/ 6533800 h 6857999"/>
              <a:gd name="connsiteX70" fmla="*/ 6166134 w 6836942"/>
              <a:gd name="connsiteY70" fmla="*/ 6533186 h 6857999"/>
              <a:gd name="connsiteX71" fmla="*/ 6100738 w 6836942"/>
              <a:gd name="connsiteY71" fmla="*/ 6602880 h 6857999"/>
              <a:gd name="connsiteX72" fmla="*/ 6166134 w 6836942"/>
              <a:gd name="connsiteY72" fmla="*/ 6671653 h 6857999"/>
              <a:gd name="connsiteX73" fmla="*/ 6230915 w 6836942"/>
              <a:gd name="connsiteY73" fmla="*/ 6601959 h 6857999"/>
              <a:gd name="connsiteX74" fmla="*/ 6166134 w 6836942"/>
              <a:gd name="connsiteY74" fmla="*/ 6533186 h 6857999"/>
              <a:gd name="connsiteX75" fmla="*/ 6315961 w 6836942"/>
              <a:gd name="connsiteY75" fmla="*/ 6532879 h 6857999"/>
              <a:gd name="connsiteX76" fmla="*/ 6272671 w 6836942"/>
              <a:gd name="connsiteY76" fmla="*/ 6555292 h 6857999"/>
              <a:gd name="connsiteX77" fmla="*/ 6273592 w 6836942"/>
              <a:gd name="connsiteY77" fmla="*/ 6538098 h 6857999"/>
              <a:gd name="connsiteX78" fmla="*/ 6271443 w 6836942"/>
              <a:gd name="connsiteY78" fmla="*/ 6535949 h 6857999"/>
              <a:gd name="connsiteX79" fmla="*/ 6245653 w 6836942"/>
              <a:gd name="connsiteY79" fmla="*/ 6535949 h 6857999"/>
              <a:gd name="connsiteX80" fmla="*/ 6243504 w 6836942"/>
              <a:gd name="connsiteY80" fmla="*/ 6538098 h 6857999"/>
              <a:gd name="connsiteX81" fmla="*/ 6243811 w 6836942"/>
              <a:gd name="connsiteY81" fmla="*/ 6606258 h 6857999"/>
              <a:gd name="connsiteX82" fmla="*/ 6242890 w 6836942"/>
              <a:gd name="connsiteY82" fmla="*/ 6666434 h 6857999"/>
              <a:gd name="connsiteX83" fmla="*/ 6245039 w 6836942"/>
              <a:gd name="connsiteY83" fmla="*/ 6668583 h 6857999"/>
              <a:gd name="connsiteX84" fmla="*/ 6245039 w 6836942"/>
              <a:gd name="connsiteY84" fmla="*/ 6668276 h 6857999"/>
              <a:gd name="connsiteX85" fmla="*/ 6272364 w 6836942"/>
              <a:gd name="connsiteY85" fmla="*/ 6668276 h 6857999"/>
              <a:gd name="connsiteX86" fmla="*/ 6274513 w 6836942"/>
              <a:gd name="connsiteY86" fmla="*/ 6666127 h 6857999"/>
              <a:gd name="connsiteX87" fmla="*/ 6273899 w 6836942"/>
              <a:gd name="connsiteY87" fmla="*/ 6612091 h 6857999"/>
              <a:gd name="connsiteX88" fmla="*/ 6273899 w 6836942"/>
              <a:gd name="connsiteY88" fmla="*/ 6597661 h 6857999"/>
              <a:gd name="connsiteX89" fmla="*/ 6306444 w 6836942"/>
              <a:gd name="connsiteY89" fmla="*/ 6557134 h 6857999"/>
              <a:gd name="connsiteX90" fmla="*/ 6330698 w 6836942"/>
              <a:gd name="connsiteY90" fmla="*/ 6585687 h 6857999"/>
              <a:gd name="connsiteX91" fmla="*/ 6330698 w 6836942"/>
              <a:gd name="connsiteY91" fmla="*/ 6612091 h 6857999"/>
              <a:gd name="connsiteX92" fmla="*/ 6330084 w 6836942"/>
              <a:gd name="connsiteY92" fmla="*/ 6666127 h 6857999"/>
              <a:gd name="connsiteX93" fmla="*/ 6332233 w 6836942"/>
              <a:gd name="connsiteY93" fmla="*/ 6668276 h 6857999"/>
              <a:gd name="connsiteX94" fmla="*/ 6359558 w 6836942"/>
              <a:gd name="connsiteY94" fmla="*/ 6668276 h 6857999"/>
              <a:gd name="connsiteX95" fmla="*/ 6361708 w 6836942"/>
              <a:gd name="connsiteY95" fmla="*/ 6666127 h 6857999"/>
              <a:gd name="connsiteX96" fmla="*/ 6361093 w 6836942"/>
              <a:gd name="connsiteY96" fmla="*/ 6612091 h 6857999"/>
              <a:gd name="connsiteX97" fmla="*/ 6361093 w 6836942"/>
              <a:gd name="connsiteY97" fmla="*/ 6584766 h 6857999"/>
              <a:gd name="connsiteX98" fmla="*/ 6315961 w 6836942"/>
              <a:gd name="connsiteY98" fmla="*/ 6532879 h 6857999"/>
              <a:gd name="connsiteX99" fmla="*/ 5891657 w 6836942"/>
              <a:gd name="connsiteY99" fmla="*/ 6532879 h 6857999"/>
              <a:gd name="connsiteX100" fmla="*/ 5827182 w 6836942"/>
              <a:gd name="connsiteY100" fmla="*/ 6602573 h 6857999"/>
              <a:gd name="connsiteX101" fmla="*/ 5892578 w 6836942"/>
              <a:gd name="connsiteY101" fmla="*/ 6671346 h 6857999"/>
              <a:gd name="connsiteX102" fmla="*/ 5952754 w 6836942"/>
              <a:gd name="connsiteY102" fmla="*/ 6628363 h 6857999"/>
              <a:gd name="connsiteX103" fmla="*/ 5950912 w 6836942"/>
              <a:gd name="connsiteY103" fmla="*/ 6626214 h 6857999"/>
              <a:gd name="connsiteX104" fmla="*/ 5925122 w 6836942"/>
              <a:gd name="connsiteY104" fmla="*/ 6626214 h 6857999"/>
              <a:gd name="connsiteX105" fmla="*/ 5922666 w 6836942"/>
              <a:gd name="connsiteY105" fmla="*/ 6628363 h 6857999"/>
              <a:gd name="connsiteX106" fmla="*/ 5893192 w 6836942"/>
              <a:gd name="connsiteY106" fmla="*/ 6649548 h 6857999"/>
              <a:gd name="connsiteX107" fmla="*/ 5857884 w 6836942"/>
              <a:gd name="connsiteY107" fmla="*/ 6608100 h 6857999"/>
              <a:gd name="connsiteX108" fmla="*/ 5954289 w 6836942"/>
              <a:gd name="connsiteY108" fmla="*/ 6608100 h 6857999"/>
              <a:gd name="connsiteX109" fmla="*/ 5956438 w 6836942"/>
              <a:gd name="connsiteY109" fmla="*/ 6605951 h 6857999"/>
              <a:gd name="connsiteX110" fmla="*/ 5891657 w 6836942"/>
              <a:gd name="connsiteY110" fmla="*/ 6532879 h 6857999"/>
              <a:gd name="connsiteX111" fmla="*/ 5468887 w 6836942"/>
              <a:gd name="connsiteY111" fmla="*/ 6517528 h 6857999"/>
              <a:gd name="connsiteX112" fmla="*/ 5505423 w 6836942"/>
              <a:gd name="connsiteY112" fmla="*/ 6517528 h 6857999"/>
              <a:gd name="connsiteX113" fmla="*/ 5505423 w 6836942"/>
              <a:gd name="connsiteY113" fmla="*/ 6690382 h 6857999"/>
              <a:gd name="connsiteX114" fmla="*/ 5468887 w 6836942"/>
              <a:gd name="connsiteY114" fmla="*/ 6690382 h 6857999"/>
              <a:gd name="connsiteX115" fmla="*/ 5550555 w 6836942"/>
              <a:gd name="connsiteY115" fmla="*/ 6467790 h 6857999"/>
              <a:gd name="connsiteX116" fmla="*/ 5350684 w 6836942"/>
              <a:gd name="connsiteY116" fmla="*/ 6540554 h 6857999"/>
              <a:gd name="connsiteX117" fmla="*/ 5423448 w 6836942"/>
              <a:gd name="connsiteY117" fmla="*/ 6740427 h 6857999"/>
              <a:gd name="connsiteX118" fmla="*/ 5623319 w 6836942"/>
              <a:gd name="connsiteY118" fmla="*/ 6667662 h 6857999"/>
              <a:gd name="connsiteX119" fmla="*/ 0 w 6836942"/>
              <a:gd name="connsiteY119" fmla="*/ 0 h 6857999"/>
              <a:gd name="connsiteX120" fmla="*/ 3318198 w 6836942"/>
              <a:gd name="connsiteY120" fmla="*/ 0 h 6857999"/>
              <a:gd name="connsiteX121" fmla="*/ 3412392 w 6836942"/>
              <a:gd name="connsiteY121" fmla="*/ 0 h 6857999"/>
              <a:gd name="connsiteX122" fmla="*/ 3424168 w 6836942"/>
              <a:gd name="connsiteY122" fmla="*/ 0 h 6857999"/>
              <a:gd name="connsiteX123" fmla="*/ 3518744 w 6836942"/>
              <a:gd name="connsiteY123" fmla="*/ 0 h 6857999"/>
              <a:gd name="connsiteX124" fmla="*/ 6836942 w 6836942"/>
              <a:gd name="connsiteY124" fmla="*/ 0 h 6857999"/>
              <a:gd name="connsiteX125" fmla="*/ 4902466 w 6836942"/>
              <a:gd name="connsiteY125" fmla="*/ 3428999 h 6857999"/>
              <a:gd name="connsiteX126" fmla="*/ 6836942 w 6836942"/>
              <a:gd name="connsiteY126" fmla="*/ 6857999 h 6857999"/>
              <a:gd name="connsiteX127" fmla="*/ 3518744 w 6836942"/>
              <a:gd name="connsiteY127" fmla="*/ 6857999 h 6857999"/>
              <a:gd name="connsiteX128" fmla="*/ 3424168 w 6836942"/>
              <a:gd name="connsiteY128" fmla="*/ 6857999 h 6857999"/>
              <a:gd name="connsiteX129" fmla="*/ 3412392 w 6836942"/>
              <a:gd name="connsiteY129" fmla="*/ 6857999 h 6857999"/>
              <a:gd name="connsiteX130" fmla="*/ 3318198 w 6836942"/>
              <a:gd name="connsiteY130" fmla="*/ 6857999 h 6857999"/>
              <a:gd name="connsiteX131" fmla="*/ 0 w 6836942"/>
              <a:gd name="connsiteY131" fmla="*/ 6857999 h 6857999"/>
              <a:gd name="connsiteX132" fmla="*/ 1934095 w 6836942"/>
              <a:gd name="connsiteY132" fmla="*/ 3428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836942" h="6857999">
                <a:moveTo>
                  <a:pt x="5550555" y="6594898"/>
                </a:moveTo>
                <a:lnTo>
                  <a:pt x="5568670" y="6594898"/>
                </a:lnTo>
                <a:lnTo>
                  <a:pt x="5568670" y="6667662"/>
                </a:lnTo>
                <a:lnTo>
                  <a:pt x="5550555" y="6667662"/>
                </a:lnTo>
                <a:close/>
                <a:moveTo>
                  <a:pt x="5432352" y="6558669"/>
                </a:moveTo>
                <a:lnTo>
                  <a:pt x="5459677" y="6558669"/>
                </a:lnTo>
                <a:lnTo>
                  <a:pt x="5459677" y="6667662"/>
                </a:lnTo>
                <a:lnTo>
                  <a:pt x="5432352" y="6667662"/>
                </a:lnTo>
                <a:close/>
                <a:moveTo>
                  <a:pt x="6027975" y="6555906"/>
                </a:moveTo>
                <a:cubicBezTo>
                  <a:pt x="6049159" y="6556213"/>
                  <a:pt x="6060519" y="6572792"/>
                  <a:pt x="6060212" y="6602880"/>
                </a:cubicBezTo>
                <a:cubicBezTo>
                  <a:pt x="6060212" y="6632047"/>
                  <a:pt x="6048238" y="6646478"/>
                  <a:pt x="6027975" y="6646478"/>
                </a:cubicBezTo>
                <a:cubicBezTo>
                  <a:pt x="6006176" y="6646785"/>
                  <a:pt x="5994509" y="6630512"/>
                  <a:pt x="5994509" y="6600424"/>
                </a:cubicBezTo>
                <a:cubicBezTo>
                  <a:pt x="5994509" y="6572178"/>
                  <a:pt x="6005869" y="6555292"/>
                  <a:pt x="6027975" y="6555906"/>
                </a:cubicBezTo>
                <a:close/>
                <a:moveTo>
                  <a:pt x="5754725" y="6555599"/>
                </a:moveTo>
                <a:cubicBezTo>
                  <a:pt x="5775295" y="6555599"/>
                  <a:pt x="5787269" y="6572792"/>
                  <a:pt x="5786962" y="6603187"/>
                </a:cubicBezTo>
                <a:cubicBezTo>
                  <a:pt x="5786655" y="6633890"/>
                  <a:pt x="5774681" y="6649241"/>
                  <a:pt x="5753804" y="6649241"/>
                </a:cubicBezTo>
                <a:cubicBezTo>
                  <a:pt x="5732312" y="6649241"/>
                  <a:pt x="5720952" y="6631433"/>
                  <a:pt x="5720952" y="6600731"/>
                </a:cubicBezTo>
                <a:cubicBezTo>
                  <a:pt x="5720952" y="6572485"/>
                  <a:pt x="5732005" y="6555292"/>
                  <a:pt x="5754725" y="6555599"/>
                </a:cubicBezTo>
                <a:close/>
                <a:moveTo>
                  <a:pt x="6165827" y="6555292"/>
                </a:moveTo>
                <a:cubicBezTo>
                  <a:pt x="6188239" y="6555292"/>
                  <a:pt x="6199292" y="6571564"/>
                  <a:pt x="6199292" y="6602880"/>
                </a:cubicBezTo>
                <a:cubicBezTo>
                  <a:pt x="6199292" y="6634504"/>
                  <a:pt x="6188546" y="6649855"/>
                  <a:pt x="6166134" y="6649855"/>
                </a:cubicBezTo>
                <a:cubicBezTo>
                  <a:pt x="6143414" y="6649855"/>
                  <a:pt x="6132361" y="6634197"/>
                  <a:pt x="6132054" y="6603187"/>
                </a:cubicBezTo>
                <a:cubicBezTo>
                  <a:pt x="6132054" y="6571871"/>
                  <a:pt x="6143107" y="6555599"/>
                  <a:pt x="6165827" y="6555292"/>
                </a:cubicBezTo>
                <a:close/>
                <a:moveTo>
                  <a:pt x="5891657" y="6554678"/>
                </a:moveTo>
                <a:cubicBezTo>
                  <a:pt x="5911920" y="6554678"/>
                  <a:pt x="5921745" y="6570029"/>
                  <a:pt x="5922973" y="6587222"/>
                </a:cubicBezTo>
                <a:lnTo>
                  <a:pt x="5858805" y="6587222"/>
                </a:lnTo>
                <a:cubicBezTo>
                  <a:pt x="5862182" y="6566038"/>
                  <a:pt x="5873235" y="6554678"/>
                  <a:pt x="5891657" y="6554678"/>
                </a:cubicBezTo>
                <a:close/>
                <a:moveTo>
                  <a:pt x="5514327" y="6540554"/>
                </a:moveTo>
                <a:lnTo>
                  <a:pt x="5541652" y="6540554"/>
                </a:lnTo>
                <a:lnTo>
                  <a:pt x="5541652" y="6649548"/>
                </a:lnTo>
                <a:lnTo>
                  <a:pt x="5514327" y="6649548"/>
                </a:lnTo>
                <a:close/>
                <a:moveTo>
                  <a:pt x="5405027" y="6540247"/>
                </a:moveTo>
                <a:lnTo>
                  <a:pt x="5423141" y="6540247"/>
                </a:lnTo>
                <a:lnTo>
                  <a:pt x="5423141" y="6613012"/>
                </a:lnTo>
                <a:lnTo>
                  <a:pt x="5405027" y="6613012"/>
                </a:lnTo>
                <a:close/>
                <a:moveTo>
                  <a:pt x="6019992" y="6534107"/>
                </a:moveTo>
                <a:cubicBezTo>
                  <a:pt x="5984377" y="6534107"/>
                  <a:pt x="5963193" y="6564502"/>
                  <a:pt x="5963193" y="6601652"/>
                </a:cubicBezTo>
                <a:cubicBezTo>
                  <a:pt x="5963193" y="6639109"/>
                  <a:pt x="5982842" y="6667662"/>
                  <a:pt x="6021220" y="6667662"/>
                </a:cubicBezTo>
                <a:cubicBezTo>
                  <a:pt x="6038720" y="6667662"/>
                  <a:pt x="6051922" y="6659987"/>
                  <a:pt x="6060826" y="6646785"/>
                </a:cubicBezTo>
                <a:lnTo>
                  <a:pt x="6060826" y="6661829"/>
                </a:lnTo>
                <a:cubicBezTo>
                  <a:pt x="6060826" y="6686698"/>
                  <a:pt x="6047624" y="6697443"/>
                  <a:pt x="6028589" y="6697443"/>
                </a:cubicBezTo>
                <a:cubicBezTo>
                  <a:pt x="6012624" y="6697443"/>
                  <a:pt x="6002185" y="6691610"/>
                  <a:pt x="5999115" y="6679943"/>
                </a:cubicBezTo>
                <a:cubicBezTo>
                  <a:pt x="5998808" y="6678715"/>
                  <a:pt x="5997887" y="6677794"/>
                  <a:pt x="5996658" y="6677794"/>
                </a:cubicBezTo>
                <a:lnTo>
                  <a:pt x="5969948" y="6677794"/>
                </a:lnTo>
                <a:cubicBezTo>
                  <a:pt x="5969026" y="6677794"/>
                  <a:pt x="5967798" y="6678715"/>
                  <a:pt x="5967798" y="6679943"/>
                </a:cubicBezTo>
                <a:cubicBezTo>
                  <a:pt x="5971483" y="6706654"/>
                  <a:pt x="5995737" y="6719549"/>
                  <a:pt x="6027361" y="6718935"/>
                </a:cubicBezTo>
                <a:cubicBezTo>
                  <a:pt x="6067887" y="6718935"/>
                  <a:pt x="6089379" y="6697750"/>
                  <a:pt x="6089072" y="6662136"/>
                </a:cubicBezTo>
                <a:lnTo>
                  <a:pt x="6088765" y="6597047"/>
                </a:lnTo>
                <a:lnTo>
                  <a:pt x="6090300" y="6538405"/>
                </a:lnTo>
                <a:cubicBezTo>
                  <a:pt x="6090300" y="6537484"/>
                  <a:pt x="6089379" y="6536256"/>
                  <a:pt x="6088151" y="6536256"/>
                </a:cubicBezTo>
                <a:lnTo>
                  <a:pt x="6061133" y="6536256"/>
                </a:lnTo>
                <a:cubicBezTo>
                  <a:pt x="6060212" y="6536256"/>
                  <a:pt x="6058984" y="6537177"/>
                  <a:pt x="6058984" y="6538405"/>
                </a:cubicBezTo>
                <a:lnTo>
                  <a:pt x="6059598" y="6553142"/>
                </a:lnTo>
                <a:cubicBezTo>
                  <a:pt x="6051001" y="6540862"/>
                  <a:pt x="6037492" y="6534107"/>
                  <a:pt x="6019992" y="6534107"/>
                </a:cubicBezTo>
                <a:close/>
                <a:moveTo>
                  <a:pt x="5746128" y="6533800"/>
                </a:moveTo>
                <a:cubicBezTo>
                  <a:pt x="5710820" y="6533800"/>
                  <a:pt x="5689636" y="6564502"/>
                  <a:pt x="5689636" y="6602880"/>
                </a:cubicBezTo>
                <a:cubicBezTo>
                  <a:pt x="5689636" y="6641258"/>
                  <a:pt x="5708671" y="6671039"/>
                  <a:pt x="5745514" y="6671039"/>
                </a:cubicBezTo>
                <a:cubicBezTo>
                  <a:pt x="5763321" y="6671039"/>
                  <a:pt x="5777137" y="6663364"/>
                  <a:pt x="5786041" y="6650162"/>
                </a:cubicBezTo>
                <a:lnTo>
                  <a:pt x="5785427" y="6666434"/>
                </a:lnTo>
                <a:cubicBezTo>
                  <a:pt x="5785427" y="6667662"/>
                  <a:pt x="5786655" y="6668583"/>
                  <a:pt x="5787576" y="6668583"/>
                </a:cubicBezTo>
                <a:lnTo>
                  <a:pt x="5787576" y="6668890"/>
                </a:lnTo>
                <a:lnTo>
                  <a:pt x="5814594" y="6668890"/>
                </a:lnTo>
                <a:cubicBezTo>
                  <a:pt x="5815822" y="6668890"/>
                  <a:pt x="5816743" y="6667662"/>
                  <a:pt x="5816743" y="6666741"/>
                </a:cubicBezTo>
                <a:lnTo>
                  <a:pt x="5815822" y="6602266"/>
                </a:lnTo>
                <a:lnTo>
                  <a:pt x="5816743" y="6538712"/>
                </a:lnTo>
                <a:cubicBezTo>
                  <a:pt x="5816743" y="6537484"/>
                  <a:pt x="5815515" y="6536563"/>
                  <a:pt x="5814594" y="6536563"/>
                </a:cubicBezTo>
                <a:lnTo>
                  <a:pt x="5787269" y="6536563"/>
                </a:lnTo>
                <a:cubicBezTo>
                  <a:pt x="5786041" y="6536563"/>
                  <a:pt x="5785120" y="6537791"/>
                  <a:pt x="5785120" y="6538712"/>
                </a:cubicBezTo>
                <a:lnTo>
                  <a:pt x="5786041" y="6553449"/>
                </a:lnTo>
                <a:cubicBezTo>
                  <a:pt x="5777137" y="6540555"/>
                  <a:pt x="5763628" y="6533800"/>
                  <a:pt x="5746128" y="6533800"/>
                </a:cubicBezTo>
                <a:close/>
                <a:moveTo>
                  <a:pt x="6166134" y="6533186"/>
                </a:moveTo>
                <a:cubicBezTo>
                  <a:pt x="6124379" y="6533186"/>
                  <a:pt x="6100738" y="6561125"/>
                  <a:pt x="6100738" y="6602880"/>
                </a:cubicBezTo>
                <a:cubicBezTo>
                  <a:pt x="6100738" y="6644635"/>
                  <a:pt x="6124379" y="6671653"/>
                  <a:pt x="6166134" y="6671653"/>
                </a:cubicBezTo>
                <a:cubicBezTo>
                  <a:pt x="6207582" y="6671653"/>
                  <a:pt x="6231222" y="6644021"/>
                  <a:pt x="6230915" y="6601959"/>
                </a:cubicBezTo>
                <a:cubicBezTo>
                  <a:pt x="6230915" y="6560204"/>
                  <a:pt x="6207582" y="6533186"/>
                  <a:pt x="6166134" y="6533186"/>
                </a:cubicBezTo>
                <a:close/>
                <a:moveTo>
                  <a:pt x="6315961" y="6532879"/>
                </a:moveTo>
                <a:cubicBezTo>
                  <a:pt x="6296312" y="6532879"/>
                  <a:pt x="6281268" y="6543011"/>
                  <a:pt x="6272671" y="6555292"/>
                </a:cubicBezTo>
                <a:lnTo>
                  <a:pt x="6273592" y="6538098"/>
                </a:lnTo>
                <a:cubicBezTo>
                  <a:pt x="6273592" y="6536870"/>
                  <a:pt x="6272364" y="6535949"/>
                  <a:pt x="6271443" y="6535949"/>
                </a:cubicBezTo>
                <a:lnTo>
                  <a:pt x="6245653" y="6535949"/>
                </a:lnTo>
                <a:cubicBezTo>
                  <a:pt x="6244425" y="6535949"/>
                  <a:pt x="6243504" y="6537177"/>
                  <a:pt x="6243504" y="6538098"/>
                </a:cubicBezTo>
                <a:lnTo>
                  <a:pt x="6243811" y="6606258"/>
                </a:lnTo>
                <a:lnTo>
                  <a:pt x="6242890" y="6666434"/>
                </a:lnTo>
                <a:cubicBezTo>
                  <a:pt x="6242890" y="6667662"/>
                  <a:pt x="6244118" y="6668583"/>
                  <a:pt x="6245039" y="6668583"/>
                </a:cubicBezTo>
                <a:lnTo>
                  <a:pt x="6245039" y="6668276"/>
                </a:lnTo>
                <a:lnTo>
                  <a:pt x="6272364" y="6668276"/>
                </a:lnTo>
                <a:cubicBezTo>
                  <a:pt x="6273592" y="6668276"/>
                  <a:pt x="6274513" y="6667048"/>
                  <a:pt x="6274513" y="6666127"/>
                </a:cubicBezTo>
                <a:lnTo>
                  <a:pt x="6273899" y="6612091"/>
                </a:lnTo>
                <a:lnTo>
                  <a:pt x="6273899" y="6597661"/>
                </a:lnTo>
                <a:cubicBezTo>
                  <a:pt x="6276355" y="6570336"/>
                  <a:pt x="6291092" y="6557134"/>
                  <a:pt x="6306444" y="6557134"/>
                </a:cubicBezTo>
                <a:cubicBezTo>
                  <a:pt x="6320567" y="6557134"/>
                  <a:pt x="6330698" y="6566959"/>
                  <a:pt x="6330698" y="6585687"/>
                </a:cubicBezTo>
                <a:lnTo>
                  <a:pt x="6330698" y="6612091"/>
                </a:lnTo>
                <a:lnTo>
                  <a:pt x="6330084" y="6666127"/>
                </a:lnTo>
                <a:cubicBezTo>
                  <a:pt x="6330084" y="6667355"/>
                  <a:pt x="6331312" y="6668276"/>
                  <a:pt x="6332233" y="6668276"/>
                </a:cubicBezTo>
                <a:lnTo>
                  <a:pt x="6359558" y="6668276"/>
                </a:lnTo>
                <a:cubicBezTo>
                  <a:pt x="6360786" y="6668276"/>
                  <a:pt x="6361708" y="6667048"/>
                  <a:pt x="6361708" y="6666127"/>
                </a:cubicBezTo>
                <a:lnTo>
                  <a:pt x="6361093" y="6612091"/>
                </a:lnTo>
                <a:lnTo>
                  <a:pt x="6361093" y="6584766"/>
                </a:lnTo>
                <a:cubicBezTo>
                  <a:pt x="6361093" y="6551300"/>
                  <a:pt x="6343286" y="6532879"/>
                  <a:pt x="6315961" y="6532879"/>
                </a:cubicBezTo>
                <a:close/>
                <a:moveTo>
                  <a:pt x="5891657" y="6532879"/>
                </a:moveTo>
                <a:cubicBezTo>
                  <a:pt x="5851437" y="6532879"/>
                  <a:pt x="5827182" y="6560818"/>
                  <a:pt x="5827182" y="6602573"/>
                </a:cubicBezTo>
                <a:cubicBezTo>
                  <a:pt x="5827182" y="6642793"/>
                  <a:pt x="5849902" y="6671346"/>
                  <a:pt x="5892578" y="6671346"/>
                </a:cubicBezTo>
                <a:cubicBezTo>
                  <a:pt x="5926350" y="6671346"/>
                  <a:pt x="5947842" y="6652311"/>
                  <a:pt x="5952754" y="6628363"/>
                </a:cubicBezTo>
                <a:cubicBezTo>
                  <a:pt x="5953061" y="6627135"/>
                  <a:pt x="5951833" y="6626214"/>
                  <a:pt x="5950912" y="6626214"/>
                </a:cubicBezTo>
                <a:lnTo>
                  <a:pt x="5925122" y="6626214"/>
                </a:lnTo>
                <a:cubicBezTo>
                  <a:pt x="5924201" y="6626214"/>
                  <a:pt x="5922973" y="6627135"/>
                  <a:pt x="5922666" y="6628363"/>
                </a:cubicBezTo>
                <a:cubicBezTo>
                  <a:pt x="5918367" y="6642486"/>
                  <a:pt x="5908236" y="6649548"/>
                  <a:pt x="5893192" y="6649548"/>
                </a:cubicBezTo>
                <a:cubicBezTo>
                  <a:pt x="5870779" y="6649548"/>
                  <a:pt x="5859112" y="6636346"/>
                  <a:pt x="5857884" y="6608100"/>
                </a:cubicBezTo>
                <a:lnTo>
                  <a:pt x="5954289" y="6608100"/>
                </a:lnTo>
                <a:cubicBezTo>
                  <a:pt x="5955517" y="6608100"/>
                  <a:pt x="5956438" y="6606872"/>
                  <a:pt x="5956438" y="6605951"/>
                </a:cubicBezTo>
                <a:cubicBezTo>
                  <a:pt x="5955824" y="6560818"/>
                  <a:pt x="5932490" y="6533186"/>
                  <a:pt x="5891657" y="6532879"/>
                </a:cubicBezTo>
                <a:close/>
                <a:moveTo>
                  <a:pt x="5468887" y="6517528"/>
                </a:moveTo>
                <a:lnTo>
                  <a:pt x="5505423" y="6517528"/>
                </a:lnTo>
                <a:lnTo>
                  <a:pt x="5505423" y="6690382"/>
                </a:lnTo>
                <a:lnTo>
                  <a:pt x="5468887" y="6690382"/>
                </a:lnTo>
                <a:close/>
                <a:moveTo>
                  <a:pt x="5550555" y="6467790"/>
                </a:moveTo>
                <a:lnTo>
                  <a:pt x="5350684" y="6540554"/>
                </a:lnTo>
                <a:lnTo>
                  <a:pt x="5423448" y="6740427"/>
                </a:lnTo>
                <a:lnTo>
                  <a:pt x="5623319" y="6667662"/>
                </a:lnTo>
                <a:close/>
                <a:moveTo>
                  <a:pt x="0" y="0"/>
                </a:moveTo>
                <a:lnTo>
                  <a:pt x="3318198" y="0"/>
                </a:lnTo>
                <a:lnTo>
                  <a:pt x="3412392" y="0"/>
                </a:lnTo>
                <a:lnTo>
                  <a:pt x="3424168" y="0"/>
                </a:lnTo>
                <a:lnTo>
                  <a:pt x="3518744" y="0"/>
                </a:lnTo>
                <a:lnTo>
                  <a:pt x="6836942" y="0"/>
                </a:lnTo>
                <a:lnTo>
                  <a:pt x="4902466" y="3428999"/>
                </a:lnTo>
                <a:lnTo>
                  <a:pt x="6836942" y="6857999"/>
                </a:lnTo>
                <a:lnTo>
                  <a:pt x="3518744" y="6857999"/>
                </a:lnTo>
                <a:lnTo>
                  <a:pt x="3424168" y="6857999"/>
                </a:lnTo>
                <a:lnTo>
                  <a:pt x="3412392" y="6857999"/>
                </a:lnTo>
                <a:lnTo>
                  <a:pt x="3318198" y="6857999"/>
                </a:lnTo>
                <a:lnTo>
                  <a:pt x="0" y="6857999"/>
                </a:lnTo>
                <a:lnTo>
                  <a:pt x="1934095" y="3428999"/>
                </a:lnTo>
                <a:close/>
              </a:path>
            </a:pathLst>
          </a:custGeom>
          <a:noFill/>
        </p:spPr>
        <p:txBody>
          <a:bodyPr wrap="square" lIns="201600" tIns="20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7C46BC-E8F2-AAA2-6B32-3A7A4F80DC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9998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C1BEB0-59C8-105F-446A-77A9CBFC44F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268F952-6EF5-4978-A16E-4A84E087FBF4}" type="datetime3">
              <a:rPr lang="en-US" smtClean="0"/>
              <a:t>30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06E6C0-9859-78F0-3B8F-18262328F07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61915A2D-D10D-DCCD-DE86-18B549DC0358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  <p:sp>
        <p:nvSpPr>
          <p:cNvPr id="23" name="Title 22">
            <a:extLst>
              <a:ext uri="{FF2B5EF4-FFF2-40B4-BE49-F238E27FC236}">
                <a16:creationId xmlns:a16="http://schemas.microsoft.com/office/drawing/2014/main" id="{BDA703C5-5FF7-23E5-6C65-60112CFE6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998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132890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 3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1AB32EF4-631A-1566-764E-879662A9AA2A}"/>
              </a:ext>
            </a:extLst>
          </p:cNvPr>
          <p:cNvSpPr txBox="1">
            <a:spLocks/>
          </p:cNvSpPr>
          <p:nvPr userDrawn="1"/>
        </p:nvSpPr>
        <p:spPr>
          <a:xfrm>
            <a:off x="5652001" y="0"/>
            <a:ext cx="6539997" cy="6858000"/>
          </a:xfrm>
          <a:custGeom>
            <a:avLst/>
            <a:gdLst>
              <a:gd name="connsiteX0" fmla="*/ 4463799 w 6662996"/>
              <a:gd name="connsiteY0" fmla="*/ 0 h 6459787"/>
              <a:gd name="connsiteX1" fmla="*/ 6662996 w 6662996"/>
              <a:gd name="connsiteY1" fmla="*/ 0 h 6459787"/>
              <a:gd name="connsiteX2" fmla="*/ 6662996 w 6662996"/>
              <a:gd name="connsiteY2" fmla="*/ 6459787 h 6459787"/>
              <a:gd name="connsiteX3" fmla="*/ 4463799 w 6662996"/>
              <a:gd name="connsiteY3" fmla="*/ 6459787 h 6459787"/>
              <a:gd name="connsiteX4" fmla="*/ 1233841 w 6662996"/>
              <a:gd name="connsiteY4" fmla="*/ 5225967 h 6459787"/>
              <a:gd name="connsiteX5" fmla="*/ 0 w 6662996"/>
              <a:gd name="connsiteY5" fmla="*/ 3229894 h 6459787"/>
              <a:gd name="connsiteX6" fmla="*/ 1233841 w 6662996"/>
              <a:gd name="connsiteY6" fmla="*/ 1233820 h 645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62996" h="6459787">
                <a:moveTo>
                  <a:pt x="4463799" y="0"/>
                </a:moveTo>
                <a:lnTo>
                  <a:pt x="6662996" y="0"/>
                </a:lnTo>
                <a:lnTo>
                  <a:pt x="6662996" y="6459787"/>
                </a:lnTo>
                <a:lnTo>
                  <a:pt x="4463799" y="6459787"/>
                </a:lnTo>
                <a:lnTo>
                  <a:pt x="1233841" y="5225967"/>
                </a:lnTo>
                <a:lnTo>
                  <a:pt x="0" y="3229894"/>
                </a:lnTo>
                <a:lnTo>
                  <a:pt x="1233841" y="1233820"/>
                </a:lnTo>
                <a:close/>
              </a:path>
            </a:pathLst>
          </a:custGeom>
          <a:solidFill>
            <a:srgbClr val="FFFFFF"/>
          </a:solidFill>
        </p:spPr>
        <p:txBody>
          <a:bodyPr vert="horz" wrap="square" lIns="203200" tIns="201600" rIns="201600" bIns="20160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4A650E08-AF2D-1981-5400-CEFC472F750A}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5627999" y="1"/>
            <a:ext cx="6563999" cy="6857999"/>
          </a:xfrm>
          <a:custGeom>
            <a:avLst/>
            <a:gdLst>
              <a:gd name="connsiteX0" fmla="*/ 5755034 w 6563999"/>
              <a:gd name="connsiteY0" fmla="*/ 6555906 h 6857999"/>
              <a:gd name="connsiteX1" fmla="*/ 5787271 w 6563999"/>
              <a:gd name="connsiteY1" fmla="*/ 6602880 h 6857999"/>
              <a:gd name="connsiteX2" fmla="*/ 5755034 w 6563999"/>
              <a:gd name="connsiteY2" fmla="*/ 6646478 h 6857999"/>
              <a:gd name="connsiteX3" fmla="*/ 5721568 w 6563999"/>
              <a:gd name="connsiteY3" fmla="*/ 6600424 h 6857999"/>
              <a:gd name="connsiteX4" fmla="*/ 5755034 w 6563999"/>
              <a:gd name="connsiteY4" fmla="*/ 6555906 h 6857999"/>
              <a:gd name="connsiteX5" fmla="*/ 5481784 w 6563999"/>
              <a:gd name="connsiteY5" fmla="*/ 6555599 h 6857999"/>
              <a:gd name="connsiteX6" fmla="*/ 5514021 w 6563999"/>
              <a:gd name="connsiteY6" fmla="*/ 6603187 h 6857999"/>
              <a:gd name="connsiteX7" fmla="*/ 5480863 w 6563999"/>
              <a:gd name="connsiteY7" fmla="*/ 6649241 h 6857999"/>
              <a:gd name="connsiteX8" fmla="*/ 5448011 w 6563999"/>
              <a:gd name="connsiteY8" fmla="*/ 6600731 h 6857999"/>
              <a:gd name="connsiteX9" fmla="*/ 5481784 w 6563999"/>
              <a:gd name="connsiteY9" fmla="*/ 6555599 h 6857999"/>
              <a:gd name="connsiteX10" fmla="*/ 5892886 w 6563999"/>
              <a:gd name="connsiteY10" fmla="*/ 6555292 h 6857999"/>
              <a:gd name="connsiteX11" fmla="*/ 5926351 w 6563999"/>
              <a:gd name="connsiteY11" fmla="*/ 6602880 h 6857999"/>
              <a:gd name="connsiteX12" fmla="*/ 5893193 w 6563999"/>
              <a:gd name="connsiteY12" fmla="*/ 6649855 h 6857999"/>
              <a:gd name="connsiteX13" fmla="*/ 5859113 w 6563999"/>
              <a:gd name="connsiteY13" fmla="*/ 6603187 h 6857999"/>
              <a:gd name="connsiteX14" fmla="*/ 5892886 w 6563999"/>
              <a:gd name="connsiteY14" fmla="*/ 6555292 h 6857999"/>
              <a:gd name="connsiteX15" fmla="*/ 5618716 w 6563999"/>
              <a:gd name="connsiteY15" fmla="*/ 6554678 h 6857999"/>
              <a:gd name="connsiteX16" fmla="*/ 5650032 w 6563999"/>
              <a:gd name="connsiteY16" fmla="*/ 6587222 h 6857999"/>
              <a:gd name="connsiteX17" fmla="*/ 5585864 w 6563999"/>
              <a:gd name="connsiteY17" fmla="*/ 6587222 h 6857999"/>
              <a:gd name="connsiteX18" fmla="*/ 5618716 w 6563999"/>
              <a:gd name="connsiteY18" fmla="*/ 6554678 h 6857999"/>
              <a:gd name="connsiteX19" fmla="*/ 5747051 w 6563999"/>
              <a:gd name="connsiteY19" fmla="*/ 6534107 h 6857999"/>
              <a:gd name="connsiteX20" fmla="*/ 5690252 w 6563999"/>
              <a:gd name="connsiteY20" fmla="*/ 6601652 h 6857999"/>
              <a:gd name="connsiteX21" fmla="*/ 5748279 w 6563999"/>
              <a:gd name="connsiteY21" fmla="*/ 6667662 h 6857999"/>
              <a:gd name="connsiteX22" fmla="*/ 5787885 w 6563999"/>
              <a:gd name="connsiteY22" fmla="*/ 6646785 h 6857999"/>
              <a:gd name="connsiteX23" fmla="*/ 5787885 w 6563999"/>
              <a:gd name="connsiteY23" fmla="*/ 6661829 h 6857999"/>
              <a:gd name="connsiteX24" fmla="*/ 5755648 w 6563999"/>
              <a:gd name="connsiteY24" fmla="*/ 6697443 h 6857999"/>
              <a:gd name="connsiteX25" fmla="*/ 5726174 w 6563999"/>
              <a:gd name="connsiteY25" fmla="*/ 6679943 h 6857999"/>
              <a:gd name="connsiteX26" fmla="*/ 5723717 w 6563999"/>
              <a:gd name="connsiteY26" fmla="*/ 6677794 h 6857999"/>
              <a:gd name="connsiteX27" fmla="*/ 5697007 w 6563999"/>
              <a:gd name="connsiteY27" fmla="*/ 6677794 h 6857999"/>
              <a:gd name="connsiteX28" fmla="*/ 5694857 w 6563999"/>
              <a:gd name="connsiteY28" fmla="*/ 6679943 h 6857999"/>
              <a:gd name="connsiteX29" fmla="*/ 5754420 w 6563999"/>
              <a:gd name="connsiteY29" fmla="*/ 6718935 h 6857999"/>
              <a:gd name="connsiteX30" fmla="*/ 5816131 w 6563999"/>
              <a:gd name="connsiteY30" fmla="*/ 6662136 h 6857999"/>
              <a:gd name="connsiteX31" fmla="*/ 5815824 w 6563999"/>
              <a:gd name="connsiteY31" fmla="*/ 6597047 h 6857999"/>
              <a:gd name="connsiteX32" fmla="*/ 5817359 w 6563999"/>
              <a:gd name="connsiteY32" fmla="*/ 6538405 h 6857999"/>
              <a:gd name="connsiteX33" fmla="*/ 5815210 w 6563999"/>
              <a:gd name="connsiteY33" fmla="*/ 6536256 h 6857999"/>
              <a:gd name="connsiteX34" fmla="*/ 5788192 w 6563999"/>
              <a:gd name="connsiteY34" fmla="*/ 6536256 h 6857999"/>
              <a:gd name="connsiteX35" fmla="*/ 5786043 w 6563999"/>
              <a:gd name="connsiteY35" fmla="*/ 6538405 h 6857999"/>
              <a:gd name="connsiteX36" fmla="*/ 5786657 w 6563999"/>
              <a:gd name="connsiteY36" fmla="*/ 6553142 h 6857999"/>
              <a:gd name="connsiteX37" fmla="*/ 5747051 w 6563999"/>
              <a:gd name="connsiteY37" fmla="*/ 6534107 h 6857999"/>
              <a:gd name="connsiteX38" fmla="*/ 5473187 w 6563999"/>
              <a:gd name="connsiteY38" fmla="*/ 6533800 h 6857999"/>
              <a:gd name="connsiteX39" fmla="*/ 5416695 w 6563999"/>
              <a:gd name="connsiteY39" fmla="*/ 6602880 h 6857999"/>
              <a:gd name="connsiteX40" fmla="*/ 5472573 w 6563999"/>
              <a:gd name="connsiteY40" fmla="*/ 6671039 h 6857999"/>
              <a:gd name="connsiteX41" fmla="*/ 5513100 w 6563999"/>
              <a:gd name="connsiteY41" fmla="*/ 6650162 h 6857999"/>
              <a:gd name="connsiteX42" fmla="*/ 5512486 w 6563999"/>
              <a:gd name="connsiteY42" fmla="*/ 6666434 h 6857999"/>
              <a:gd name="connsiteX43" fmla="*/ 5514635 w 6563999"/>
              <a:gd name="connsiteY43" fmla="*/ 6668583 h 6857999"/>
              <a:gd name="connsiteX44" fmla="*/ 5514635 w 6563999"/>
              <a:gd name="connsiteY44" fmla="*/ 6668890 h 6857999"/>
              <a:gd name="connsiteX45" fmla="*/ 5541653 w 6563999"/>
              <a:gd name="connsiteY45" fmla="*/ 6668890 h 6857999"/>
              <a:gd name="connsiteX46" fmla="*/ 5543802 w 6563999"/>
              <a:gd name="connsiteY46" fmla="*/ 6666741 h 6857999"/>
              <a:gd name="connsiteX47" fmla="*/ 5542881 w 6563999"/>
              <a:gd name="connsiteY47" fmla="*/ 6602266 h 6857999"/>
              <a:gd name="connsiteX48" fmla="*/ 5543802 w 6563999"/>
              <a:gd name="connsiteY48" fmla="*/ 6538712 h 6857999"/>
              <a:gd name="connsiteX49" fmla="*/ 5541653 w 6563999"/>
              <a:gd name="connsiteY49" fmla="*/ 6536563 h 6857999"/>
              <a:gd name="connsiteX50" fmla="*/ 5514328 w 6563999"/>
              <a:gd name="connsiteY50" fmla="*/ 6536563 h 6857999"/>
              <a:gd name="connsiteX51" fmla="*/ 5512179 w 6563999"/>
              <a:gd name="connsiteY51" fmla="*/ 6538712 h 6857999"/>
              <a:gd name="connsiteX52" fmla="*/ 5513100 w 6563999"/>
              <a:gd name="connsiteY52" fmla="*/ 6553449 h 6857999"/>
              <a:gd name="connsiteX53" fmla="*/ 5473187 w 6563999"/>
              <a:gd name="connsiteY53" fmla="*/ 6533800 h 6857999"/>
              <a:gd name="connsiteX54" fmla="*/ 5893193 w 6563999"/>
              <a:gd name="connsiteY54" fmla="*/ 6533186 h 6857999"/>
              <a:gd name="connsiteX55" fmla="*/ 5827797 w 6563999"/>
              <a:gd name="connsiteY55" fmla="*/ 6602880 h 6857999"/>
              <a:gd name="connsiteX56" fmla="*/ 5893193 w 6563999"/>
              <a:gd name="connsiteY56" fmla="*/ 6671653 h 6857999"/>
              <a:gd name="connsiteX57" fmla="*/ 5957974 w 6563999"/>
              <a:gd name="connsiteY57" fmla="*/ 6601959 h 6857999"/>
              <a:gd name="connsiteX58" fmla="*/ 5893193 w 6563999"/>
              <a:gd name="connsiteY58" fmla="*/ 6533186 h 6857999"/>
              <a:gd name="connsiteX59" fmla="*/ 6043020 w 6563999"/>
              <a:gd name="connsiteY59" fmla="*/ 6532879 h 6857999"/>
              <a:gd name="connsiteX60" fmla="*/ 5999730 w 6563999"/>
              <a:gd name="connsiteY60" fmla="*/ 6555292 h 6857999"/>
              <a:gd name="connsiteX61" fmla="*/ 6000651 w 6563999"/>
              <a:gd name="connsiteY61" fmla="*/ 6538098 h 6857999"/>
              <a:gd name="connsiteX62" fmla="*/ 5998502 w 6563999"/>
              <a:gd name="connsiteY62" fmla="*/ 6535949 h 6857999"/>
              <a:gd name="connsiteX63" fmla="*/ 5972712 w 6563999"/>
              <a:gd name="connsiteY63" fmla="*/ 6535949 h 6857999"/>
              <a:gd name="connsiteX64" fmla="*/ 5970563 w 6563999"/>
              <a:gd name="connsiteY64" fmla="*/ 6538098 h 6857999"/>
              <a:gd name="connsiteX65" fmla="*/ 5970870 w 6563999"/>
              <a:gd name="connsiteY65" fmla="*/ 6606258 h 6857999"/>
              <a:gd name="connsiteX66" fmla="*/ 5969949 w 6563999"/>
              <a:gd name="connsiteY66" fmla="*/ 6666434 h 6857999"/>
              <a:gd name="connsiteX67" fmla="*/ 5972098 w 6563999"/>
              <a:gd name="connsiteY67" fmla="*/ 6668583 h 6857999"/>
              <a:gd name="connsiteX68" fmla="*/ 5972098 w 6563999"/>
              <a:gd name="connsiteY68" fmla="*/ 6668276 h 6857999"/>
              <a:gd name="connsiteX69" fmla="*/ 5999423 w 6563999"/>
              <a:gd name="connsiteY69" fmla="*/ 6668276 h 6857999"/>
              <a:gd name="connsiteX70" fmla="*/ 6001572 w 6563999"/>
              <a:gd name="connsiteY70" fmla="*/ 6666127 h 6857999"/>
              <a:gd name="connsiteX71" fmla="*/ 6000958 w 6563999"/>
              <a:gd name="connsiteY71" fmla="*/ 6612091 h 6857999"/>
              <a:gd name="connsiteX72" fmla="*/ 6000958 w 6563999"/>
              <a:gd name="connsiteY72" fmla="*/ 6597661 h 6857999"/>
              <a:gd name="connsiteX73" fmla="*/ 6033503 w 6563999"/>
              <a:gd name="connsiteY73" fmla="*/ 6557134 h 6857999"/>
              <a:gd name="connsiteX74" fmla="*/ 6057757 w 6563999"/>
              <a:gd name="connsiteY74" fmla="*/ 6585687 h 6857999"/>
              <a:gd name="connsiteX75" fmla="*/ 6057757 w 6563999"/>
              <a:gd name="connsiteY75" fmla="*/ 6612091 h 6857999"/>
              <a:gd name="connsiteX76" fmla="*/ 6057143 w 6563999"/>
              <a:gd name="connsiteY76" fmla="*/ 6666127 h 6857999"/>
              <a:gd name="connsiteX77" fmla="*/ 6059292 w 6563999"/>
              <a:gd name="connsiteY77" fmla="*/ 6668276 h 6857999"/>
              <a:gd name="connsiteX78" fmla="*/ 6086617 w 6563999"/>
              <a:gd name="connsiteY78" fmla="*/ 6668276 h 6857999"/>
              <a:gd name="connsiteX79" fmla="*/ 6088767 w 6563999"/>
              <a:gd name="connsiteY79" fmla="*/ 6666127 h 6857999"/>
              <a:gd name="connsiteX80" fmla="*/ 6088152 w 6563999"/>
              <a:gd name="connsiteY80" fmla="*/ 6612091 h 6857999"/>
              <a:gd name="connsiteX81" fmla="*/ 6088152 w 6563999"/>
              <a:gd name="connsiteY81" fmla="*/ 6584766 h 6857999"/>
              <a:gd name="connsiteX82" fmla="*/ 6043020 w 6563999"/>
              <a:gd name="connsiteY82" fmla="*/ 6532879 h 6857999"/>
              <a:gd name="connsiteX83" fmla="*/ 5618716 w 6563999"/>
              <a:gd name="connsiteY83" fmla="*/ 6532879 h 6857999"/>
              <a:gd name="connsiteX84" fmla="*/ 5554241 w 6563999"/>
              <a:gd name="connsiteY84" fmla="*/ 6602573 h 6857999"/>
              <a:gd name="connsiteX85" fmla="*/ 5619637 w 6563999"/>
              <a:gd name="connsiteY85" fmla="*/ 6671346 h 6857999"/>
              <a:gd name="connsiteX86" fmla="*/ 5679813 w 6563999"/>
              <a:gd name="connsiteY86" fmla="*/ 6628363 h 6857999"/>
              <a:gd name="connsiteX87" fmla="*/ 5677971 w 6563999"/>
              <a:gd name="connsiteY87" fmla="*/ 6626214 h 6857999"/>
              <a:gd name="connsiteX88" fmla="*/ 5652181 w 6563999"/>
              <a:gd name="connsiteY88" fmla="*/ 6626214 h 6857999"/>
              <a:gd name="connsiteX89" fmla="*/ 5649725 w 6563999"/>
              <a:gd name="connsiteY89" fmla="*/ 6628363 h 6857999"/>
              <a:gd name="connsiteX90" fmla="*/ 5620251 w 6563999"/>
              <a:gd name="connsiteY90" fmla="*/ 6649548 h 6857999"/>
              <a:gd name="connsiteX91" fmla="*/ 5584943 w 6563999"/>
              <a:gd name="connsiteY91" fmla="*/ 6608100 h 6857999"/>
              <a:gd name="connsiteX92" fmla="*/ 5681348 w 6563999"/>
              <a:gd name="connsiteY92" fmla="*/ 6608100 h 6857999"/>
              <a:gd name="connsiteX93" fmla="*/ 5683497 w 6563999"/>
              <a:gd name="connsiteY93" fmla="*/ 6605951 h 6857999"/>
              <a:gd name="connsiteX94" fmla="*/ 5618716 w 6563999"/>
              <a:gd name="connsiteY94" fmla="*/ 6532879 h 6857999"/>
              <a:gd name="connsiteX95" fmla="*/ 5277614 w 6563999"/>
              <a:gd name="connsiteY95" fmla="*/ 6467789 h 6857999"/>
              <a:gd name="connsiteX96" fmla="*/ 5077743 w 6563999"/>
              <a:gd name="connsiteY96" fmla="*/ 6540553 h 6857999"/>
              <a:gd name="connsiteX97" fmla="*/ 5077743 w 6563999"/>
              <a:gd name="connsiteY97" fmla="*/ 6540554 h 6857999"/>
              <a:gd name="connsiteX98" fmla="*/ 5077743 w 6563999"/>
              <a:gd name="connsiteY98" fmla="*/ 6540554 h 6857999"/>
              <a:gd name="connsiteX99" fmla="*/ 5150507 w 6563999"/>
              <a:gd name="connsiteY99" fmla="*/ 6740427 h 6857999"/>
              <a:gd name="connsiteX100" fmla="*/ 5350378 w 6563999"/>
              <a:gd name="connsiteY100" fmla="*/ 6667662 h 6857999"/>
              <a:gd name="connsiteX101" fmla="*/ 5350378 w 6563999"/>
              <a:gd name="connsiteY101" fmla="*/ 6667661 h 6857999"/>
              <a:gd name="connsiteX102" fmla="*/ 5350378 w 6563999"/>
              <a:gd name="connsiteY102" fmla="*/ 6667661 h 6857999"/>
              <a:gd name="connsiteX103" fmla="*/ 4397477 w 6563999"/>
              <a:gd name="connsiteY103" fmla="*/ 0 h 6857999"/>
              <a:gd name="connsiteX104" fmla="*/ 6563999 w 6563999"/>
              <a:gd name="connsiteY104" fmla="*/ 0 h 6857999"/>
              <a:gd name="connsiteX105" fmla="*/ 6563999 w 6563999"/>
              <a:gd name="connsiteY105" fmla="*/ 6857999 h 6857999"/>
              <a:gd name="connsiteX106" fmla="*/ 4397477 w 6563999"/>
              <a:gd name="connsiteY106" fmla="*/ 6857999 h 6857999"/>
              <a:gd name="connsiteX107" fmla="*/ 1215509 w 6563999"/>
              <a:gd name="connsiteY107" fmla="*/ 5548121 h 6857999"/>
              <a:gd name="connsiteX108" fmla="*/ 0 w 6563999"/>
              <a:gd name="connsiteY108" fmla="*/ 3429000 h 6857999"/>
              <a:gd name="connsiteX109" fmla="*/ 1215509 w 6563999"/>
              <a:gd name="connsiteY109" fmla="*/ 130987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6563999" h="6857999">
                <a:moveTo>
                  <a:pt x="5755034" y="6555906"/>
                </a:moveTo>
                <a:cubicBezTo>
                  <a:pt x="5776218" y="6556213"/>
                  <a:pt x="5787578" y="6572792"/>
                  <a:pt x="5787271" y="6602880"/>
                </a:cubicBezTo>
                <a:cubicBezTo>
                  <a:pt x="5787271" y="6632047"/>
                  <a:pt x="5775297" y="6646478"/>
                  <a:pt x="5755034" y="6646478"/>
                </a:cubicBezTo>
                <a:cubicBezTo>
                  <a:pt x="5733235" y="6646785"/>
                  <a:pt x="5721568" y="6630512"/>
                  <a:pt x="5721568" y="6600424"/>
                </a:cubicBezTo>
                <a:cubicBezTo>
                  <a:pt x="5721568" y="6572178"/>
                  <a:pt x="5732928" y="6555292"/>
                  <a:pt x="5755034" y="6555906"/>
                </a:cubicBezTo>
                <a:close/>
                <a:moveTo>
                  <a:pt x="5481784" y="6555599"/>
                </a:moveTo>
                <a:cubicBezTo>
                  <a:pt x="5502354" y="6555599"/>
                  <a:pt x="5514328" y="6572792"/>
                  <a:pt x="5514021" y="6603187"/>
                </a:cubicBezTo>
                <a:cubicBezTo>
                  <a:pt x="5513714" y="6633890"/>
                  <a:pt x="5501740" y="6649241"/>
                  <a:pt x="5480863" y="6649241"/>
                </a:cubicBezTo>
                <a:cubicBezTo>
                  <a:pt x="5459371" y="6649241"/>
                  <a:pt x="5448011" y="6631433"/>
                  <a:pt x="5448011" y="6600731"/>
                </a:cubicBezTo>
                <a:cubicBezTo>
                  <a:pt x="5448011" y="6572485"/>
                  <a:pt x="5459064" y="6555292"/>
                  <a:pt x="5481784" y="6555599"/>
                </a:cubicBezTo>
                <a:close/>
                <a:moveTo>
                  <a:pt x="5892886" y="6555292"/>
                </a:moveTo>
                <a:cubicBezTo>
                  <a:pt x="5915298" y="6555292"/>
                  <a:pt x="5926351" y="6571564"/>
                  <a:pt x="5926351" y="6602880"/>
                </a:cubicBezTo>
                <a:cubicBezTo>
                  <a:pt x="5926351" y="6634504"/>
                  <a:pt x="5915605" y="6649855"/>
                  <a:pt x="5893193" y="6649855"/>
                </a:cubicBezTo>
                <a:cubicBezTo>
                  <a:pt x="5870473" y="6649855"/>
                  <a:pt x="5859420" y="6634197"/>
                  <a:pt x="5859113" y="6603187"/>
                </a:cubicBezTo>
                <a:cubicBezTo>
                  <a:pt x="5859113" y="6571871"/>
                  <a:pt x="5870166" y="6555599"/>
                  <a:pt x="5892886" y="6555292"/>
                </a:cubicBezTo>
                <a:close/>
                <a:moveTo>
                  <a:pt x="5618716" y="6554678"/>
                </a:moveTo>
                <a:cubicBezTo>
                  <a:pt x="5638979" y="6554678"/>
                  <a:pt x="5648804" y="6570029"/>
                  <a:pt x="5650032" y="6587222"/>
                </a:cubicBezTo>
                <a:lnTo>
                  <a:pt x="5585864" y="6587222"/>
                </a:lnTo>
                <a:cubicBezTo>
                  <a:pt x="5589241" y="6566038"/>
                  <a:pt x="5600294" y="6554678"/>
                  <a:pt x="5618716" y="6554678"/>
                </a:cubicBezTo>
                <a:close/>
                <a:moveTo>
                  <a:pt x="5747051" y="6534107"/>
                </a:moveTo>
                <a:cubicBezTo>
                  <a:pt x="5711436" y="6534107"/>
                  <a:pt x="5690252" y="6564502"/>
                  <a:pt x="5690252" y="6601652"/>
                </a:cubicBezTo>
                <a:cubicBezTo>
                  <a:pt x="5690252" y="6639109"/>
                  <a:pt x="5709901" y="6667662"/>
                  <a:pt x="5748279" y="6667662"/>
                </a:cubicBezTo>
                <a:cubicBezTo>
                  <a:pt x="5765779" y="6667662"/>
                  <a:pt x="5778981" y="6659987"/>
                  <a:pt x="5787885" y="6646785"/>
                </a:cubicBezTo>
                <a:lnTo>
                  <a:pt x="5787885" y="6661829"/>
                </a:lnTo>
                <a:cubicBezTo>
                  <a:pt x="5787885" y="6686698"/>
                  <a:pt x="5774683" y="6697443"/>
                  <a:pt x="5755648" y="6697443"/>
                </a:cubicBezTo>
                <a:cubicBezTo>
                  <a:pt x="5739683" y="6697443"/>
                  <a:pt x="5729244" y="6691610"/>
                  <a:pt x="5726174" y="6679943"/>
                </a:cubicBezTo>
                <a:cubicBezTo>
                  <a:pt x="5725867" y="6678715"/>
                  <a:pt x="5724946" y="6677794"/>
                  <a:pt x="5723717" y="6677794"/>
                </a:cubicBezTo>
                <a:lnTo>
                  <a:pt x="5697007" y="6677794"/>
                </a:lnTo>
                <a:cubicBezTo>
                  <a:pt x="5696085" y="6677794"/>
                  <a:pt x="5694857" y="6678715"/>
                  <a:pt x="5694857" y="6679943"/>
                </a:cubicBezTo>
                <a:cubicBezTo>
                  <a:pt x="5698542" y="6706654"/>
                  <a:pt x="5722796" y="6719549"/>
                  <a:pt x="5754420" y="6718935"/>
                </a:cubicBezTo>
                <a:cubicBezTo>
                  <a:pt x="5794946" y="6718935"/>
                  <a:pt x="5816438" y="6697750"/>
                  <a:pt x="5816131" y="6662136"/>
                </a:cubicBezTo>
                <a:lnTo>
                  <a:pt x="5815824" y="6597047"/>
                </a:lnTo>
                <a:lnTo>
                  <a:pt x="5817359" y="6538405"/>
                </a:lnTo>
                <a:cubicBezTo>
                  <a:pt x="5817359" y="6537484"/>
                  <a:pt x="5816438" y="6536256"/>
                  <a:pt x="5815210" y="6536256"/>
                </a:cubicBezTo>
                <a:lnTo>
                  <a:pt x="5788192" y="6536256"/>
                </a:lnTo>
                <a:cubicBezTo>
                  <a:pt x="5787271" y="6536256"/>
                  <a:pt x="5786043" y="6537177"/>
                  <a:pt x="5786043" y="6538405"/>
                </a:cubicBezTo>
                <a:lnTo>
                  <a:pt x="5786657" y="6553142"/>
                </a:lnTo>
                <a:cubicBezTo>
                  <a:pt x="5778060" y="6540862"/>
                  <a:pt x="5764551" y="6534107"/>
                  <a:pt x="5747051" y="6534107"/>
                </a:cubicBezTo>
                <a:close/>
                <a:moveTo>
                  <a:pt x="5473187" y="6533800"/>
                </a:moveTo>
                <a:cubicBezTo>
                  <a:pt x="5437879" y="6533800"/>
                  <a:pt x="5416695" y="6564502"/>
                  <a:pt x="5416695" y="6602880"/>
                </a:cubicBezTo>
                <a:cubicBezTo>
                  <a:pt x="5416695" y="6641258"/>
                  <a:pt x="5435730" y="6671039"/>
                  <a:pt x="5472573" y="6671039"/>
                </a:cubicBezTo>
                <a:cubicBezTo>
                  <a:pt x="5490380" y="6671039"/>
                  <a:pt x="5504196" y="6663364"/>
                  <a:pt x="5513100" y="6650162"/>
                </a:cubicBezTo>
                <a:lnTo>
                  <a:pt x="5512486" y="6666434"/>
                </a:lnTo>
                <a:cubicBezTo>
                  <a:pt x="5512486" y="6667662"/>
                  <a:pt x="5513714" y="6668583"/>
                  <a:pt x="5514635" y="6668583"/>
                </a:cubicBezTo>
                <a:lnTo>
                  <a:pt x="5514635" y="6668890"/>
                </a:lnTo>
                <a:lnTo>
                  <a:pt x="5541653" y="6668890"/>
                </a:lnTo>
                <a:cubicBezTo>
                  <a:pt x="5542881" y="6668890"/>
                  <a:pt x="5543802" y="6667662"/>
                  <a:pt x="5543802" y="6666741"/>
                </a:cubicBezTo>
                <a:lnTo>
                  <a:pt x="5542881" y="6602266"/>
                </a:lnTo>
                <a:lnTo>
                  <a:pt x="5543802" y="6538712"/>
                </a:lnTo>
                <a:cubicBezTo>
                  <a:pt x="5543802" y="6537484"/>
                  <a:pt x="5542574" y="6536563"/>
                  <a:pt x="5541653" y="6536563"/>
                </a:cubicBezTo>
                <a:lnTo>
                  <a:pt x="5514328" y="6536563"/>
                </a:lnTo>
                <a:cubicBezTo>
                  <a:pt x="5513100" y="6536563"/>
                  <a:pt x="5512179" y="6537791"/>
                  <a:pt x="5512179" y="6538712"/>
                </a:cubicBezTo>
                <a:lnTo>
                  <a:pt x="5513100" y="6553449"/>
                </a:lnTo>
                <a:cubicBezTo>
                  <a:pt x="5504196" y="6540555"/>
                  <a:pt x="5490687" y="6533800"/>
                  <a:pt x="5473187" y="6533800"/>
                </a:cubicBezTo>
                <a:close/>
                <a:moveTo>
                  <a:pt x="5893193" y="6533186"/>
                </a:moveTo>
                <a:cubicBezTo>
                  <a:pt x="5851438" y="6533186"/>
                  <a:pt x="5827797" y="6561125"/>
                  <a:pt x="5827797" y="6602880"/>
                </a:cubicBezTo>
                <a:cubicBezTo>
                  <a:pt x="5827797" y="6644635"/>
                  <a:pt x="5851438" y="6671653"/>
                  <a:pt x="5893193" y="6671653"/>
                </a:cubicBezTo>
                <a:cubicBezTo>
                  <a:pt x="5934641" y="6671653"/>
                  <a:pt x="5958281" y="6644021"/>
                  <a:pt x="5957974" y="6601959"/>
                </a:cubicBezTo>
                <a:cubicBezTo>
                  <a:pt x="5957974" y="6560204"/>
                  <a:pt x="5934641" y="6533186"/>
                  <a:pt x="5893193" y="6533186"/>
                </a:cubicBezTo>
                <a:close/>
                <a:moveTo>
                  <a:pt x="6043020" y="6532879"/>
                </a:moveTo>
                <a:cubicBezTo>
                  <a:pt x="6023371" y="6532879"/>
                  <a:pt x="6008327" y="6543011"/>
                  <a:pt x="5999730" y="6555292"/>
                </a:cubicBezTo>
                <a:lnTo>
                  <a:pt x="6000651" y="6538098"/>
                </a:lnTo>
                <a:cubicBezTo>
                  <a:pt x="6000651" y="6536870"/>
                  <a:pt x="5999423" y="6535949"/>
                  <a:pt x="5998502" y="6535949"/>
                </a:cubicBezTo>
                <a:lnTo>
                  <a:pt x="5972712" y="6535949"/>
                </a:lnTo>
                <a:cubicBezTo>
                  <a:pt x="5971484" y="6535949"/>
                  <a:pt x="5970563" y="6537177"/>
                  <a:pt x="5970563" y="6538098"/>
                </a:cubicBezTo>
                <a:lnTo>
                  <a:pt x="5970870" y="6606258"/>
                </a:lnTo>
                <a:lnTo>
                  <a:pt x="5969949" y="6666434"/>
                </a:lnTo>
                <a:cubicBezTo>
                  <a:pt x="5969949" y="6667662"/>
                  <a:pt x="5971177" y="6668583"/>
                  <a:pt x="5972098" y="6668583"/>
                </a:cubicBezTo>
                <a:lnTo>
                  <a:pt x="5972098" y="6668276"/>
                </a:lnTo>
                <a:lnTo>
                  <a:pt x="5999423" y="6668276"/>
                </a:lnTo>
                <a:cubicBezTo>
                  <a:pt x="6000651" y="6668276"/>
                  <a:pt x="6001572" y="6667048"/>
                  <a:pt x="6001572" y="6666127"/>
                </a:cubicBezTo>
                <a:lnTo>
                  <a:pt x="6000958" y="6612091"/>
                </a:lnTo>
                <a:lnTo>
                  <a:pt x="6000958" y="6597661"/>
                </a:lnTo>
                <a:cubicBezTo>
                  <a:pt x="6003414" y="6570336"/>
                  <a:pt x="6018151" y="6557134"/>
                  <a:pt x="6033503" y="6557134"/>
                </a:cubicBezTo>
                <a:cubicBezTo>
                  <a:pt x="6047626" y="6557134"/>
                  <a:pt x="6057757" y="6566959"/>
                  <a:pt x="6057757" y="6585687"/>
                </a:cubicBezTo>
                <a:lnTo>
                  <a:pt x="6057757" y="6612091"/>
                </a:lnTo>
                <a:lnTo>
                  <a:pt x="6057143" y="6666127"/>
                </a:lnTo>
                <a:cubicBezTo>
                  <a:pt x="6057143" y="6667355"/>
                  <a:pt x="6058371" y="6668276"/>
                  <a:pt x="6059292" y="6668276"/>
                </a:cubicBezTo>
                <a:lnTo>
                  <a:pt x="6086617" y="6668276"/>
                </a:lnTo>
                <a:cubicBezTo>
                  <a:pt x="6087845" y="6668276"/>
                  <a:pt x="6088767" y="6667048"/>
                  <a:pt x="6088767" y="6666127"/>
                </a:cubicBezTo>
                <a:lnTo>
                  <a:pt x="6088152" y="6612091"/>
                </a:lnTo>
                <a:lnTo>
                  <a:pt x="6088152" y="6584766"/>
                </a:lnTo>
                <a:cubicBezTo>
                  <a:pt x="6088152" y="6551300"/>
                  <a:pt x="6070345" y="6532879"/>
                  <a:pt x="6043020" y="6532879"/>
                </a:cubicBezTo>
                <a:close/>
                <a:moveTo>
                  <a:pt x="5618716" y="6532879"/>
                </a:moveTo>
                <a:cubicBezTo>
                  <a:pt x="5578496" y="6532879"/>
                  <a:pt x="5554241" y="6560818"/>
                  <a:pt x="5554241" y="6602573"/>
                </a:cubicBezTo>
                <a:cubicBezTo>
                  <a:pt x="5554241" y="6642793"/>
                  <a:pt x="5576961" y="6671346"/>
                  <a:pt x="5619637" y="6671346"/>
                </a:cubicBezTo>
                <a:cubicBezTo>
                  <a:pt x="5653409" y="6671346"/>
                  <a:pt x="5674901" y="6652311"/>
                  <a:pt x="5679813" y="6628363"/>
                </a:cubicBezTo>
                <a:cubicBezTo>
                  <a:pt x="5680120" y="6627135"/>
                  <a:pt x="5678892" y="6626214"/>
                  <a:pt x="5677971" y="6626214"/>
                </a:cubicBezTo>
                <a:lnTo>
                  <a:pt x="5652181" y="6626214"/>
                </a:lnTo>
                <a:cubicBezTo>
                  <a:pt x="5651260" y="6626214"/>
                  <a:pt x="5650032" y="6627135"/>
                  <a:pt x="5649725" y="6628363"/>
                </a:cubicBezTo>
                <a:cubicBezTo>
                  <a:pt x="5645426" y="6642486"/>
                  <a:pt x="5635295" y="6649548"/>
                  <a:pt x="5620251" y="6649548"/>
                </a:cubicBezTo>
                <a:cubicBezTo>
                  <a:pt x="5597838" y="6649548"/>
                  <a:pt x="5586171" y="6636346"/>
                  <a:pt x="5584943" y="6608100"/>
                </a:cubicBezTo>
                <a:lnTo>
                  <a:pt x="5681348" y="6608100"/>
                </a:lnTo>
                <a:cubicBezTo>
                  <a:pt x="5682576" y="6608100"/>
                  <a:pt x="5683497" y="6606872"/>
                  <a:pt x="5683497" y="6605951"/>
                </a:cubicBezTo>
                <a:cubicBezTo>
                  <a:pt x="5682883" y="6560818"/>
                  <a:pt x="5659549" y="6533186"/>
                  <a:pt x="5618716" y="6532879"/>
                </a:cubicBezTo>
                <a:close/>
                <a:moveTo>
                  <a:pt x="5277614" y="6467789"/>
                </a:moveTo>
                <a:lnTo>
                  <a:pt x="5077743" y="6540553"/>
                </a:lnTo>
                <a:lnTo>
                  <a:pt x="5077743" y="6540554"/>
                </a:lnTo>
                <a:lnTo>
                  <a:pt x="5077743" y="6540554"/>
                </a:lnTo>
                <a:lnTo>
                  <a:pt x="5150507" y="6740427"/>
                </a:lnTo>
                <a:lnTo>
                  <a:pt x="5350378" y="6667662"/>
                </a:lnTo>
                <a:lnTo>
                  <a:pt x="5350378" y="6667661"/>
                </a:lnTo>
                <a:lnTo>
                  <a:pt x="5350378" y="6667661"/>
                </a:lnTo>
                <a:close/>
                <a:moveTo>
                  <a:pt x="4397477" y="0"/>
                </a:moveTo>
                <a:lnTo>
                  <a:pt x="6563999" y="0"/>
                </a:lnTo>
                <a:lnTo>
                  <a:pt x="6563999" y="6857999"/>
                </a:lnTo>
                <a:lnTo>
                  <a:pt x="4397477" y="6857999"/>
                </a:lnTo>
                <a:lnTo>
                  <a:pt x="1215509" y="5548121"/>
                </a:lnTo>
                <a:lnTo>
                  <a:pt x="0" y="3429000"/>
                </a:lnTo>
                <a:lnTo>
                  <a:pt x="1215509" y="1309878"/>
                </a:lnTo>
                <a:close/>
              </a:path>
            </a:pathLst>
          </a:custGeom>
          <a:noFill/>
        </p:spPr>
        <p:txBody>
          <a:bodyPr wrap="square" lIns="203200" tIns="201600" rIns="201600" bIns="201600" anchor="ctr" anchorCtr="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99737-2B9E-1F62-65B0-95D1181B088F}"/>
              </a:ext>
            </a:extLst>
          </p:cNvPr>
          <p:cNvSpPr>
            <a:spLocks noGrp="1"/>
          </p:cNvSpPr>
          <p:nvPr userDrawn="1">
            <p:ph type="dt" sz="half" idx="14"/>
          </p:nvPr>
        </p:nvSpPr>
        <p:spPr/>
        <p:txBody>
          <a:bodyPr/>
          <a:lstStyle/>
          <a:p>
            <a:fld id="{6A5D8EEC-7F33-44DE-8E79-1F46C743C21E}" type="datetime3">
              <a:rPr lang="en-US" smtClean="0"/>
              <a:t>30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ED797-268F-0A4E-6712-4C5FAD34D056}"/>
              </a:ext>
            </a:extLst>
          </p:cNvPr>
          <p:cNvSpPr>
            <a:spLocks noGrp="1"/>
          </p:cNvSpPr>
          <p:nvPr userDrawn="1"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1BD5141-D3E5-A4C2-783F-C4135A5E6DED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480000" y="1558800"/>
            <a:ext cx="4896000" cy="453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itle 22">
            <a:extLst>
              <a:ext uri="{FF2B5EF4-FFF2-40B4-BE49-F238E27FC236}">
                <a16:creationId xmlns:a16="http://schemas.microsoft.com/office/drawing/2014/main" id="{0BE5E5D8-C07A-53D8-F92E-2144A1D3EAE0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80000" y="252000"/>
            <a:ext cx="4896000" cy="1006935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60038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B0A33B1-3FF4-4137-0B16-2BD702BBA6D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40000" y="0"/>
            <a:ext cx="6552000" cy="6861600"/>
          </a:xfrm>
          <a:custGeom>
            <a:avLst/>
            <a:gdLst>
              <a:gd name="connsiteX0" fmla="*/ 1892106 w 6459796"/>
              <a:gd name="connsiteY0" fmla="*/ 0 h 6459796"/>
              <a:gd name="connsiteX1" fmla="*/ 4567690 w 6459796"/>
              <a:gd name="connsiteY1" fmla="*/ 0 h 6459796"/>
              <a:gd name="connsiteX2" fmla="*/ 6459796 w 6459796"/>
              <a:gd name="connsiteY2" fmla="*/ 1892106 h 6459796"/>
              <a:gd name="connsiteX3" fmla="*/ 6459796 w 6459796"/>
              <a:gd name="connsiteY3" fmla="*/ 4567690 h 6459796"/>
              <a:gd name="connsiteX4" fmla="*/ 4567690 w 6459796"/>
              <a:gd name="connsiteY4" fmla="*/ 6459796 h 6459796"/>
              <a:gd name="connsiteX5" fmla="*/ 1892106 w 6459796"/>
              <a:gd name="connsiteY5" fmla="*/ 6459796 h 6459796"/>
              <a:gd name="connsiteX6" fmla="*/ 0 w 6459796"/>
              <a:gd name="connsiteY6" fmla="*/ 4567690 h 6459796"/>
              <a:gd name="connsiteX7" fmla="*/ 0 w 6459796"/>
              <a:gd name="connsiteY7" fmla="*/ 1892106 h 645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59796" h="6459796">
                <a:moveTo>
                  <a:pt x="1892106" y="0"/>
                </a:moveTo>
                <a:lnTo>
                  <a:pt x="4567690" y="0"/>
                </a:lnTo>
                <a:lnTo>
                  <a:pt x="6459796" y="1892106"/>
                </a:lnTo>
                <a:lnTo>
                  <a:pt x="6459796" y="4567690"/>
                </a:lnTo>
                <a:lnTo>
                  <a:pt x="4567690" y="6459796"/>
                </a:lnTo>
                <a:lnTo>
                  <a:pt x="1892106" y="6459796"/>
                </a:lnTo>
                <a:lnTo>
                  <a:pt x="0" y="4567690"/>
                </a:lnTo>
                <a:lnTo>
                  <a:pt x="0" y="189210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3200" tIns="201600" rIns="201600" bIns="201600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467E1-2781-043E-0C42-0FBF9810BFB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F437018-EBF3-4E45-92C0-69AB0D0FDAF4}" type="datetime3">
              <a:rPr lang="en-US" smtClean="0"/>
              <a:t>30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50C16C-4FD2-3762-E85A-31E72A8271C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36FA752E-EEF6-A605-99B1-2A460AED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4896000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0644F2B-6CE2-6AA7-39B4-7943BE9EC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556960"/>
            <a:ext cx="4896000" cy="45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158093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6E698B-4E80-CAB9-E1ED-F9444A92169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-4"/>
            <a:ext cx="5627995" cy="6858006"/>
          </a:xfrm>
          <a:custGeom>
            <a:avLst/>
            <a:gdLst>
              <a:gd name="connsiteX0" fmla="*/ 0 w 5627995"/>
              <a:gd name="connsiteY0" fmla="*/ 0 h 6858006"/>
              <a:gd name="connsiteX1" fmla="*/ 3000000 w 5627995"/>
              <a:gd name="connsiteY1" fmla="*/ 0 h 6858006"/>
              <a:gd name="connsiteX2" fmla="*/ 3000000 w 5627995"/>
              <a:gd name="connsiteY2" fmla="*/ 11 h 6858006"/>
              <a:gd name="connsiteX3" fmla="*/ 3714196 w 5627995"/>
              <a:gd name="connsiteY3" fmla="*/ 11 h 6858006"/>
              <a:gd name="connsiteX4" fmla="*/ 5627995 w 5627995"/>
              <a:gd name="connsiteY4" fmla="*/ 3429006 h 6858006"/>
              <a:gd name="connsiteX5" fmla="*/ 3714196 w 5627995"/>
              <a:gd name="connsiteY5" fmla="*/ 6858006 h 6858006"/>
              <a:gd name="connsiteX6" fmla="*/ 0 w 5627995"/>
              <a:gd name="connsiteY6" fmla="*/ 6858006 h 6858006"/>
              <a:gd name="connsiteX7" fmla="*/ 0 w 5627995"/>
              <a:gd name="connsiteY7" fmla="*/ 6858003 h 6858006"/>
              <a:gd name="connsiteX8" fmla="*/ 0 w 5627995"/>
              <a:gd name="connsiteY8" fmla="*/ 11 h 6858006"/>
              <a:gd name="connsiteX0" fmla="*/ 0 w 5627995"/>
              <a:gd name="connsiteY0" fmla="*/ 0 h 6858006"/>
              <a:gd name="connsiteX1" fmla="*/ 3000000 w 5627995"/>
              <a:gd name="connsiteY1" fmla="*/ 0 h 6858006"/>
              <a:gd name="connsiteX2" fmla="*/ 3714196 w 5627995"/>
              <a:gd name="connsiteY2" fmla="*/ 11 h 6858006"/>
              <a:gd name="connsiteX3" fmla="*/ 5627995 w 5627995"/>
              <a:gd name="connsiteY3" fmla="*/ 3429006 h 6858006"/>
              <a:gd name="connsiteX4" fmla="*/ 3714196 w 5627995"/>
              <a:gd name="connsiteY4" fmla="*/ 6858006 h 6858006"/>
              <a:gd name="connsiteX5" fmla="*/ 0 w 5627995"/>
              <a:gd name="connsiteY5" fmla="*/ 6858006 h 6858006"/>
              <a:gd name="connsiteX6" fmla="*/ 0 w 5627995"/>
              <a:gd name="connsiteY6" fmla="*/ 6858003 h 6858006"/>
              <a:gd name="connsiteX7" fmla="*/ 0 w 5627995"/>
              <a:gd name="connsiteY7" fmla="*/ 11 h 6858006"/>
              <a:gd name="connsiteX8" fmla="*/ 0 w 5627995"/>
              <a:gd name="connsiteY8" fmla="*/ 0 h 6858006"/>
              <a:gd name="connsiteX0" fmla="*/ 0 w 5627995"/>
              <a:gd name="connsiteY0" fmla="*/ 0 h 6858006"/>
              <a:gd name="connsiteX1" fmla="*/ 3714196 w 5627995"/>
              <a:gd name="connsiteY1" fmla="*/ 11 h 6858006"/>
              <a:gd name="connsiteX2" fmla="*/ 5627995 w 5627995"/>
              <a:gd name="connsiteY2" fmla="*/ 3429006 h 6858006"/>
              <a:gd name="connsiteX3" fmla="*/ 3714196 w 5627995"/>
              <a:gd name="connsiteY3" fmla="*/ 6858006 h 6858006"/>
              <a:gd name="connsiteX4" fmla="*/ 0 w 5627995"/>
              <a:gd name="connsiteY4" fmla="*/ 6858006 h 6858006"/>
              <a:gd name="connsiteX5" fmla="*/ 0 w 5627995"/>
              <a:gd name="connsiteY5" fmla="*/ 6858003 h 6858006"/>
              <a:gd name="connsiteX6" fmla="*/ 0 w 5627995"/>
              <a:gd name="connsiteY6" fmla="*/ 11 h 6858006"/>
              <a:gd name="connsiteX7" fmla="*/ 0 w 5627995"/>
              <a:gd name="connsiteY7" fmla="*/ 0 h 68580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27995" h="6858006">
                <a:moveTo>
                  <a:pt x="0" y="0"/>
                </a:moveTo>
                <a:lnTo>
                  <a:pt x="3714196" y="11"/>
                </a:lnTo>
                <a:lnTo>
                  <a:pt x="5627995" y="3429006"/>
                </a:lnTo>
                <a:lnTo>
                  <a:pt x="3714196" y="6858006"/>
                </a:lnTo>
                <a:lnTo>
                  <a:pt x="0" y="6858006"/>
                </a:lnTo>
                <a:lnTo>
                  <a:pt x="0" y="6858003"/>
                </a:lnTo>
                <a:lnTo>
                  <a:pt x="0" y="11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201600" tIns="201600" rIns="201600" bIns="201600" rtlCol="0">
            <a:noAutofit/>
          </a:bodyPr>
          <a:lstStyle>
            <a:lvl1pPr>
              <a:defRPr lang="nl-NL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21E5A80-90EE-B79D-70D4-516082597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9999" y="252000"/>
            <a:ext cx="5832001" cy="10069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C4E14-4B7F-3052-254F-707D77C5C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000" y="1556960"/>
            <a:ext cx="5832000" cy="453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0036F-0EFD-9372-6E0A-038761FCF5E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2644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 and content 1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523836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hape and content 1">
    <p:bg>
      <p:bgPr>
        <a:solidFill>
          <a:srgbClr val="E7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318111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hape and content 1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8354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hape and content 1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33002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Shape and content 1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9361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Shape and content 1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44630B8-C98D-D3B9-67A1-E0937CD3C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28001" y="0"/>
            <a:ext cx="9264000" cy="6858000"/>
          </a:xfrm>
          <a:custGeom>
            <a:avLst/>
            <a:gdLst>
              <a:gd name="connsiteX0" fmla="*/ 0 w 10502900"/>
              <a:gd name="connsiteY0" fmla="*/ 0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10502900"/>
              <a:gd name="connsiteY0" fmla="*/ 1 h 6858000"/>
              <a:gd name="connsiteX1" fmla="*/ 10502900 w 10502900"/>
              <a:gd name="connsiteY1" fmla="*/ 0 h 6858000"/>
              <a:gd name="connsiteX2" fmla="*/ 10502900 w 10502900"/>
              <a:gd name="connsiteY2" fmla="*/ 6858000 h 6858000"/>
              <a:gd name="connsiteX3" fmla="*/ 1406333 w 10502900"/>
              <a:gd name="connsiteY3" fmla="*/ 6858000 h 6858000"/>
              <a:gd name="connsiteX4" fmla="*/ 3820073 w 10502900"/>
              <a:gd name="connsiteY4" fmla="*/ 5548121 h 6858000"/>
              <a:gd name="connsiteX5" fmla="*/ 4742125 w 10502900"/>
              <a:gd name="connsiteY5" fmla="*/ 3428998 h 6858000"/>
              <a:gd name="connsiteX6" fmla="*/ 3820073 w 10502900"/>
              <a:gd name="connsiteY6" fmla="*/ 1309879 h 6858000"/>
              <a:gd name="connsiteX7" fmla="*/ 1406333 w 10502900"/>
              <a:gd name="connsiteY7" fmla="*/ 1 h 6858000"/>
              <a:gd name="connsiteX8" fmla="*/ 0 w 10502900"/>
              <a:gd name="connsiteY8" fmla="*/ 1 h 6858000"/>
              <a:gd name="connsiteX0" fmla="*/ 0 w 9096567"/>
              <a:gd name="connsiteY0" fmla="*/ 1 h 6858000"/>
              <a:gd name="connsiteX1" fmla="*/ 9096567 w 9096567"/>
              <a:gd name="connsiteY1" fmla="*/ 0 h 6858000"/>
              <a:gd name="connsiteX2" fmla="*/ 9096567 w 9096567"/>
              <a:gd name="connsiteY2" fmla="*/ 6858000 h 6858000"/>
              <a:gd name="connsiteX3" fmla="*/ 0 w 9096567"/>
              <a:gd name="connsiteY3" fmla="*/ 6858000 h 6858000"/>
              <a:gd name="connsiteX4" fmla="*/ 2413740 w 9096567"/>
              <a:gd name="connsiteY4" fmla="*/ 5548121 h 6858000"/>
              <a:gd name="connsiteX5" fmla="*/ 3335792 w 9096567"/>
              <a:gd name="connsiteY5" fmla="*/ 3428998 h 6858000"/>
              <a:gd name="connsiteX6" fmla="*/ 2413740 w 9096567"/>
              <a:gd name="connsiteY6" fmla="*/ 1309879 h 6858000"/>
              <a:gd name="connsiteX7" fmla="*/ 0 w 9096567"/>
              <a:gd name="connsiteY7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96567" h="6858000">
                <a:moveTo>
                  <a:pt x="0" y="1"/>
                </a:moveTo>
                <a:lnTo>
                  <a:pt x="9096567" y="0"/>
                </a:lnTo>
                <a:lnTo>
                  <a:pt x="9096567" y="6858000"/>
                </a:lnTo>
                <a:lnTo>
                  <a:pt x="0" y="6858000"/>
                </a:lnTo>
                <a:lnTo>
                  <a:pt x="2413740" y="5548121"/>
                </a:lnTo>
                <a:lnTo>
                  <a:pt x="3335792" y="3428998"/>
                </a:lnTo>
                <a:lnTo>
                  <a:pt x="2413740" y="1309879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52000" y="1575000"/>
            <a:ext cx="5148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1178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 and content 2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34AC5DB-AF99-EAEE-E186-5AD89F87DE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985431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34AC5DB-AF99-EAEE-E186-5AD89F87D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A3239AF-8363-538C-904E-A10FCB38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57645" y="0"/>
            <a:ext cx="7634356" cy="6858000"/>
          </a:xfrm>
          <a:custGeom>
            <a:avLst/>
            <a:gdLst>
              <a:gd name="connsiteX0" fmla="*/ 0 w 7634356"/>
              <a:gd name="connsiteY0" fmla="*/ 0 h 6858000"/>
              <a:gd name="connsiteX1" fmla="*/ 7634356 w 7634356"/>
              <a:gd name="connsiteY1" fmla="*/ 0 h 6858000"/>
              <a:gd name="connsiteX2" fmla="*/ 7634356 w 7634356"/>
              <a:gd name="connsiteY2" fmla="*/ 6858000 h 6858000"/>
              <a:gd name="connsiteX3" fmla="*/ 11887 w 7634356"/>
              <a:gd name="connsiteY3" fmla="*/ 6858000 h 6858000"/>
              <a:gd name="connsiteX4" fmla="*/ 2006354 w 7634356"/>
              <a:gd name="connsiteY4" fmla="*/ 343918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34356" h="6858000">
                <a:moveTo>
                  <a:pt x="0" y="0"/>
                </a:moveTo>
                <a:lnTo>
                  <a:pt x="7634356" y="0"/>
                </a:lnTo>
                <a:lnTo>
                  <a:pt x="7634356" y="6858000"/>
                </a:lnTo>
                <a:lnTo>
                  <a:pt x="11887" y="6858000"/>
                </a:lnTo>
                <a:lnTo>
                  <a:pt x="2006354" y="3439189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971" y="1575000"/>
            <a:ext cx="4896000" cy="3708000"/>
          </a:xfrm>
        </p:spPr>
        <p:txBody>
          <a:bodyPr anchor="ctr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F604DC-F67A-B57E-9408-4B1F7516AEF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8AD25B35-85DB-3999-0217-B845A0698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82566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hape and content 3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D64FD6E-C821-EE4D-4CE7-59EB844EA44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68675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64FD6E-C821-EE4D-4CE7-59EB844EA4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AC5222C-C927-BE6F-1E16-3D8585E8F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-3" y="0"/>
            <a:ext cx="6564002" cy="6858000"/>
          </a:xfrm>
          <a:custGeom>
            <a:avLst/>
            <a:gdLst>
              <a:gd name="connsiteX0" fmla="*/ 6769100 w 6769100"/>
              <a:gd name="connsiteY0" fmla="*/ 0 h 6858000"/>
              <a:gd name="connsiteX1" fmla="*/ 6635749 w 6769100"/>
              <a:gd name="connsiteY1" fmla="*/ 0 h 6858000"/>
              <a:gd name="connsiteX2" fmla="*/ 3619500 w 6769100"/>
              <a:gd name="connsiteY2" fmla="*/ 0 h 6858000"/>
              <a:gd name="connsiteX3" fmla="*/ 2069045 w 6769100"/>
              <a:gd name="connsiteY3" fmla="*/ 0 h 6858000"/>
              <a:gd name="connsiteX4" fmla="*/ 0 w 6769100"/>
              <a:gd name="connsiteY4" fmla="*/ 3439189 h 6858000"/>
              <a:gd name="connsiteX5" fmla="*/ 2056786 w 6769100"/>
              <a:gd name="connsiteY5" fmla="*/ 6858000 h 6858000"/>
              <a:gd name="connsiteX6" fmla="*/ 3619500 w 6769100"/>
              <a:gd name="connsiteY6" fmla="*/ 6858000 h 6858000"/>
              <a:gd name="connsiteX7" fmla="*/ 6635749 w 6769100"/>
              <a:gd name="connsiteY7" fmla="*/ 6858000 h 6858000"/>
              <a:gd name="connsiteX8" fmla="*/ 6769100 w 67691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69100" h="6858000">
                <a:moveTo>
                  <a:pt x="6769100" y="0"/>
                </a:moveTo>
                <a:lnTo>
                  <a:pt x="6635749" y="0"/>
                </a:lnTo>
                <a:lnTo>
                  <a:pt x="3619500" y="0"/>
                </a:lnTo>
                <a:lnTo>
                  <a:pt x="2069045" y="0"/>
                </a:lnTo>
                <a:lnTo>
                  <a:pt x="0" y="3439189"/>
                </a:lnTo>
                <a:lnTo>
                  <a:pt x="2056786" y="6858000"/>
                </a:lnTo>
                <a:lnTo>
                  <a:pt x="3619500" y="6858000"/>
                </a:lnTo>
                <a:lnTo>
                  <a:pt x="6635749" y="6858000"/>
                </a:lnTo>
                <a:lnTo>
                  <a:pt x="6769100" y="6858000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5148000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A2B9A-D146-D79C-2973-FBA71B289A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96971" y="1575000"/>
            <a:ext cx="4896000" cy="3708000"/>
          </a:xfrm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1FA8D-C042-AF97-2FAC-9395B7768CD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7A023370-514B-13BC-831D-7323274588A7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5" r="45"/>
          <a:stretch/>
        </p:blipFill>
        <p:spPr>
          <a:xfrm>
            <a:off x="10432800" y="6194848"/>
            <a:ext cx="1555200" cy="819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478768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with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B6C979-AA63-ADCB-CFCE-8AF6D43E8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20D6B804-4D45-977C-0430-B1BB52485E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11232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66EF941-EE88-DD77-B4D2-7DFEB2329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11232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EB88EC37-0DCF-39F3-5807-BBBEAE6AAA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8AA125-81EB-634A-58F7-F6ED1D26FC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4518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44DCA0-DD63-84D1-CAD4-CCAA9A5CB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Subtitle">
            <a:extLst>
              <a:ext uri="{FF2B5EF4-FFF2-40B4-BE49-F238E27FC236}">
                <a16:creationId xmlns:a16="http://schemas.microsoft.com/office/drawing/2014/main" id="{331B8B0D-8C19-56D6-3474-9A68EF24E6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55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639C1932-E720-A335-BA08-4187F3CA3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B8DF1BA-8C93-F66E-B919-D37909FD228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4000" y="1414800"/>
            <a:ext cx="550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44EBD94-8D8F-DCF9-EB34-1C1E92BD4FA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04000" y="1774800"/>
            <a:ext cx="550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BC587B27-2155-7E1D-9B7C-B61B7CCDFE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FFF08-DC8A-A699-D304-5A119DF6CF1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0493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71B424-BDB2-2268-094F-B0AE1BB4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Subtitle">
            <a:extLst>
              <a:ext uri="{FF2B5EF4-FFF2-40B4-BE49-F238E27FC236}">
                <a16:creationId xmlns:a16="http://schemas.microsoft.com/office/drawing/2014/main" id="{62823D89-483C-2ECD-F2D1-73981BD2E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75B33A8-FAA2-0133-6BCA-F44F83E61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CBAB6-7327-6F60-5F1E-AAD40967DD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96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0B00A-FBD4-E696-0175-D8BEDCCDF03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4296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ubtitle 3">
            <a:extLst>
              <a:ext uri="{FF2B5EF4-FFF2-40B4-BE49-F238E27FC236}">
                <a16:creationId xmlns:a16="http://schemas.microsoft.com/office/drawing/2014/main" id="{A69FC165-B2C3-B2DC-96A0-A5120B0459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12000" y="1414800"/>
            <a:ext cx="3600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subheading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1C4BD18-7B3B-2848-2565-0B55EC5215D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8112000" y="1774800"/>
            <a:ext cx="3600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otnotes">
            <a:extLst>
              <a:ext uri="{FF2B5EF4-FFF2-40B4-BE49-F238E27FC236}">
                <a16:creationId xmlns:a16="http://schemas.microsoft.com/office/drawing/2014/main" id="{C4CC98FB-C0EC-3C52-D230-4100D37040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9B4F56-3A67-F5E4-3A03-9374FF5C3EC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295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 with sub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ubtitle">
            <a:extLst>
              <a:ext uri="{FF2B5EF4-FFF2-40B4-BE49-F238E27FC236}">
                <a16:creationId xmlns:a16="http://schemas.microsoft.com/office/drawing/2014/main" id="{62823D89-483C-2ECD-F2D1-73981BD2E4E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0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75B33A8-FAA2-0133-6BCA-F44F83E61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0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49CBAB6-7327-6F60-5F1E-AAD40967DD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08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00B00A-FBD4-E696-0175-D8BEDCCDF03C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3408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Subtitle 3">
            <a:extLst>
              <a:ext uri="{FF2B5EF4-FFF2-40B4-BE49-F238E27FC236}">
                <a16:creationId xmlns:a16="http://schemas.microsoft.com/office/drawing/2014/main" id="{A69FC165-B2C3-B2DC-96A0-A5120B0459F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36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11C4BD18-7B3B-2848-2565-0B55EC5215D7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336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121FB801-4E2A-ABDF-3254-442CE3D890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64000" y="1414800"/>
            <a:ext cx="2448000" cy="324000"/>
          </a:xfrm>
        </p:spPr>
        <p:txBody>
          <a:bodyPr>
            <a:noAutofit/>
          </a:bodyPr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Edit subheading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C83ACE2-696A-96EC-83C6-5B1EC44A3C11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9264000" y="1774800"/>
            <a:ext cx="2448000" cy="432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132B322B-237A-9DAC-C0D6-8E6E9F6CAA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F17C0F-5720-1671-F62E-824A83BCC3F9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75E58743-AE22-3B0A-5EC6-6D8FA6A12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6570660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Shape 1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25688E7-C18E-3EDB-B197-51E41D0F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1846" y="0"/>
            <a:ext cx="10300156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1891846 w 12192001"/>
              <a:gd name="connsiteY3" fmla="*/ 6858000 h 6858000"/>
              <a:gd name="connsiteX4" fmla="*/ 3756000 w 12192001"/>
              <a:gd name="connsiteY4" fmla="*/ 5157138 h 6858000"/>
              <a:gd name="connsiteX5" fmla="*/ 3756000 w 12192001"/>
              <a:gd name="connsiteY5" fmla="*/ 1700864 h 6858000"/>
              <a:gd name="connsiteX6" fmla="*/ 1891845 w 12192001"/>
              <a:gd name="connsiteY6" fmla="*/ 1 h 6858000"/>
              <a:gd name="connsiteX7" fmla="*/ 0 w 12192001"/>
              <a:gd name="connsiteY7" fmla="*/ 1 h 6858000"/>
              <a:gd name="connsiteX0" fmla="*/ 0 w 12192001"/>
              <a:gd name="connsiteY0" fmla="*/ 1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1891846 w 12192001"/>
              <a:gd name="connsiteY3" fmla="*/ 6858000 h 6858000"/>
              <a:gd name="connsiteX4" fmla="*/ 3756000 w 12192001"/>
              <a:gd name="connsiteY4" fmla="*/ 5157138 h 6858000"/>
              <a:gd name="connsiteX5" fmla="*/ 3756000 w 12192001"/>
              <a:gd name="connsiteY5" fmla="*/ 1700864 h 6858000"/>
              <a:gd name="connsiteX6" fmla="*/ 1891845 w 12192001"/>
              <a:gd name="connsiteY6" fmla="*/ 1 h 6858000"/>
              <a:gd name="connsiteX7" fmla="*/ 0 w 12192001"/>
              <a:gd name="connsiteY7" fmla="*/ 1 h 6858000"/>
              <a:gd name="connsiteX0" fmla="*/ 0 w 10300156"/>
              <a:gd name="connsiteY0" fmla="*/ 1 h 6858000"/>
              <a:gd name="connsiteX1" fmla="*/ 10300156 w 10300156"/>
              <a:gd name="connsiteY1" fmla="*/ 0 h 6858000"/>
              <a:gd name="connsiteX2" fmla="*/ 10300156 w 10300156"/>
              <a:gd name="connsiteY2" fmla="*/ 6858000 h 6858000"/>
              <a:gd name="connsiteX3" fmla="*/ 1 w 10300156"/>
              <a:gd name="connsiteY3" fmla="*/ 6858000 h 6858000"/>
              <a:gd name="connsiteX4" fmla="*/ 1864155 w 10300156"/>
              <a:gd name="connsiteY4" fmla="*/ 5157138 h 6858000"/>
              <a:gd name="connsiteX5" fmla="*/ 1864155 w 10300156"/>
              <a:gd name="connsiteY5" fmla="*/ 1700864 h 6858000"/>
              <a:gd name="connsiteX6" fmla="*/ 0 w 10300156"/>
              <a:gd name="connsiteY6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300156" h="6858000">
                <a:moveTo>
                  <a:pt x="0" y="1"/>
                </a:moveTo>
                <a:lnTo>
                  <a:pt x="10300156" y="0"/>
                </a:lnTo>
                <a:lnTo>
                  <a:pt x="10300156" y="6858000"/>
                </a:lnTo>
                <a:lnTo>
                  <a:pt x="1" y="6858000"/>
                </a:lnTo>
                <a:lnTo>
                  <a:pt x="1864155" y="5157138"/>
                </a:lnTo>
                <a:lnTo>
                  <a:pt x="1864155" y="1700864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3097028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4369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Shape 2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671BC0-703D-83FB-368F-D22C5FD489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055733" y="0"/>
            <a:ext cx="10136268" cy="6858000"/>
          </a:xfrm>
          <a:custGeom>
            <a:avLst/>
            <a:gdLst>
              <a:gd name="connsiteX0" fmla="*/ 0 w 10136268"/>
              <a:gd name="connsiteY0" fmla="*/ 0 h 6858000"/>
              <a:gd name="connsiteX1" fmla="*/ 10136268 w 10136268"/>
              <a:gd name="connsiteY1" fmla="*/ 0 h 6858000"/>
              <a:gd name="connsiteX2" fmla="*/ 10136268 w 10136268"/>
              <a:gd name="connsiteY2" fmla="*/ 6858000 h 6858000"/>
              <a:gd name="connsiteX3" fmla="*/ 0 w 10136268"/>
              <a:gd name="connsiteY3" fmla="*/ 6858000 h 6858000"/>
              <a:gd name="connsiteX4" fmla="*/ 1942145 w 10136268"/>
              <a:gd name="connsiteY4" fmla="*/ 34290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136268" h="6858000">
                <a:moveTo>
                  <a:pt x="0" y="0"/>
                </a:moveTo>
                <a:lnTo>
                  <a:pt x="10136268" y="0"/>
                </a:lnTo>
                <a:lnTo>
                  <a:pt x="10136268" y="6858000"/>
                </a:lnTo>
                <a:lnTo>
                  <a:pt x="0" y="6858000"/>
                </a:lnTo>
                <a:lnTo>
                  <a:pt x="1942145" y="3429004"/>
                </a:lnTo>
                <a:close/>
              </a:path>
            </a:pathLst>
          </a:cu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8972" y="1539000"/>
            <a:ext cx="2449028" cy="3780000"/>
          </a:xfrm>
        </p:spPr>
        <p:txBody>
          <a:bodyPr vert="horz" anchor="ctr" anchorCtr="0">
            <a:noAutofit/>
          </a:bodyPr>
          <a:lstStyle>
            <a:lvl1pPr>
              <a:lnSpc>
                <a:spcPct val="90000"/>
              </a:lnSpc>
              <a:defRPr sz="36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949162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>
            <a:extLst>
              <a:ext uri="{FF2B5EF4-FFF2-40B4-BE49-F238E27FC236}">
                <a16:creationId xmlns:a16="http://schemas.microsoft.com/office/drawing/2014/main" id="{811F6421-6615-1F31-7467-CD5995E2A899}"/>
              </a:ext>
            </a:extLst>
          </p:cNvPr>
          <p:cNvSpPr/>
          <p:nvPr/>
        </p:nvSpPr>
        <p:spPr>
          <a:xfrm rot="5400000">
            <a:off x="-2554493" y="2454201"/>
            <a:ext cx="6896413" cy="1949598"/>
          </a:xfrm>
          <a:custGeom>
            <a:avLst/>
            <a:gdLst>
              <a:gd name="connsiteX0" fmla="*/ 6896414 w 6896413"/>
              <a:gd name="connsiteY0" fmla="*/ 1949598 h 1949598"/>
              <a:gd name="connsiteX1" fmla="*/ 6896414 w 6896413"/>
              <a:gd name="connsiteY1" fmla="*/ 1154888 h 1949598"/>
              <a:gd name="connsiteX2" fmla="*/ 4876399 w 6896413"/>
              <a:gd name="connsiteY2" fmla="*/ 0 h 1949598"/>
              <a:gd name="connsiteX3" fmla="*/ 2020015 w 6896413"/>
              <a:gd name="connsiteY3" fmla="*/ 0 h 1949598"/>
              <a:gd name="connsiteX4" fmla="*/ 0 w 6896413"/>
              <a:gd name="connsiteY4" fmla="*/ 1154888 h 1949598"/>
              <a:gd name="connsiteX5" fmla="*/ 0 w 6896413"/>
              <a:gd name="connsiteY5" fmla="*/ 1949598 h 1949598"/>
              <a:gd name="connsiteX6" fmla="*/ 6896414 w 6896413"/>
              <a:gd name="connsiteY6" fmla="*/ 1949598 h 194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96413" h="1949598">
                <a:moveTo>
                  <a:pt x="6896414" y="1949598"/>
                </a:moveTo>
                <a:lnTo>
                  <a:pt x="6896414" y="1154888"/>
                </a:lnTo>
                <a:lnTo>
                  <a:pt x="4876399" y="0"/>
                </a:lnTo>
                <a:lnTo>
                  <a:pt x="2020015" y="0"/>
                </a:lnTo>
                <a:lnTo>
                  <a:pt x="0" y="1154888"/>
                </a:lnTo>
                <a:lnTo>
                  <a:pt x="0" y="1949598"/>
                </a:lnTo>
                <a:lnTo>
                  <a:pt x="6896414" y="1949598"/>
                </a:lnTo>
                <a:close/>
              </a:path>
            </a:pathLst>
          </a:custGeom>
          <a:solidFill>
            <a:srgbClr val="63B6FF"/>
          </a:solidFill>
          <a:ln w="25051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74FE1F10-7C6D-0BDC-1581-3DAD52D4794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-1" y="6102000"/>
            <a:ext cx="828000" cy="756000"/>
          </a:xfrm>
        </p:spPr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21543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Only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>
            <a:extLst>
              <a:ext uri="{FF2B5EF4-FFF2-40B4-BE49-F238E27FC236}">
                <a16:creationId xmlns:a16="http://schemas.microsoft.com/office/drawing/2014/main" id="{811F6421-6615-1F31-7467-CD5995E2A899}"/>
              </a:ext>
            </a:extLst>
          </p:cNvPr>
          <p:cNvSpPr/>
          <p:nvPr/>
        </p:nvSpPr>
        <p:spPr>
          <a:xfrm rot="5400000">
            <a:off x="-2554493" y="2454201"/>
            <a:ext cx="6896413" cy="1949598"/>
          </a:xfrm>
          <a:custGeom>
            <a:avLst/>
            <a:gdLst>
              <a:gd name="connsiteX0" fmla="*/ 6896414 w 6896413"/>
              <a:gd name="connsiteY0" fmla="*/ 1949598 h 1949598"/>
              <a:gd name="connsiteX1" fmla="*/ 6896414 w 6896413"/>
              <a:gd name="connsiteY1" fmla="*/ 1154888 h 1949598"/>
              <a:gd name="connsiteX2" fmla="*/ 4876399 w 6896413"/>
              <a:gd name="connsiteY2" fmla="*/ 0 h 1949598"/>
              <a:gd name="connsiteX3" fmla="*/ 2020015 w 6896413"/>
              <a:gd name="connsiteY3" fmla="*/ 0 h 1949598"/>
              <a:gd name="connsiteX4" fmla="*/ 0 w 6896413"/>
              <a:gd name="connsiteY4" fmla="*/ 1154888 h 1949598"/>
              <a:gd name="connsiteX5" fmla="*/ 0 w 6896413"/>
              <a:gd name="connsiteY5" fmla="*/ 1949598 h 1949598"/>
              <a:gd name="connsiteX6" fmla="*/ 6896414 w 6896413"/>
              <a:gd name="connsiteY6" fmla="*/ 1949598 h 194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96413" h="1949598">
                <a:moveTo>
                  <a:pt x="6896414" y="1949598"/>
                </a:moveTo>
                <a:lnTo>
                  <a:pt x="6896414" y="1154888"/>
                </a:lnTo>
                <a:lnTo>
                  <a:pt x="4876399" y="0"/>
                </a:lnTo>
                <a:lnTo>
                  <a:pt x="2020015" y="0"/>
                </a:lnTo>
                <a:lnTo>
                  <a:pt x="0" y="1154888"/>
                </a:lnTo>
                <a:lnTo>
                  <a:pt x="0" y="1949598"/>
                </a:lnTo>
                <a:lnTo>
                  <a:pt x="6896414" y="1949598"/>
                </a:lnTo>
                <a:close/>
              </a:path>
            </a:pathLst>
          </a:custGeom>
          <a:solidFill>
            <a:schemeClr val="accent1"/>
          </a:solidFill>
          <a:ln w="25051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7DABE42-5FDB-BC47-E8B8-810C9FEB3B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-1" y="6102000"/>
            <a:ext cx="828000" cy="756000"/>
          </a:xfrm>
        </p:spPr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2781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>
            <a:extLst>
              <a:ext uri="{FF2B5EF4-FFF2-40B4-BE49-F238E27FC236}">
                <a16:creationId xmlns:a16="http://schemas.microsoft.com/office/drawing/2014/main" id="{811F6421-6615-1F31-7467-CD5995E2A899}"/>
              </a:ext>
            </a:extLst>
          </p:cNvPr>
          <p:cNvSpPr/>
          <p:nvPr/>
        </p:nvSpPr>
        <p:spPr>
          <a:xfrm rot="5400000">
            <a:off x="-2554493" y="2454201"/>
            <a:ext cx="6896413" cy="1949598"/>
          </a:xfrm>
          <a:custGeom>
            <a:avLst/>
            <a:gdLst>
              <a:gd name="connsiteX0" fmla="*/ 6896414 w 6896413"/>
              <a:gd name="connsiteY0" fmla="*/ 1949598 h 1949598"/>
              <a:gd name="connsiteX1" fmla="*/ 6896414 w 6896413"/>
              <a:gd name="connsiteY1" fmla="*/ 1154888 h 1949598"/>
              <a:gd name="connsiteX2" fmla="*/ 4876399 w 6896413"/>
              <a:gd name="connsiteY2" fmla="*/ 0 h 1949598"/>
              <a:gd name="connsiteX3" fmla="*/ 2020015 w 6896413"/>
              <a:gd name="connsiteY3" fmla="*/ 0 h 1949598"/>
              <a:gd name="connsiteX4" fmla="*/ 0 w 6896413"/>
              <a:gd name="connsiteY4" fmla="*/ 1154888 h 1949598"/>
              <a:gd name="connsiteX5" fmla="*/ 0 w 6896413"/>
              <a:gd name="connsiteY5" fmla="*/ 1949598 h 1949598"/>
              <a:gd name="connsiteX6" fmla="*/ 6896414 w 6896413"/>
              <a:gd name="connsiteY6" fmla="*/ 1949598 h 194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96413" h="1949598">
                <a:moveTo>
                  <a:pt x="6896414" y="1949598"/>
                </a:moveTo>
                <a:lnTo>
                  <a:pt x="6896414" y="1154888"/>
                </a:lnTo>
                <a:lnTo>
                  <a:pt x="4876399" y="0"/>
                </a:lnTo>
                <a:lnTo>
                  <a:pt x="2020015" y="0"/>
                </a:lnTo>
                <a:lnTo>
                  <a:pt x="0" y="1154888"/>
                </a:lnTo>
                <a:lnTo>
                  <a:pt x="0" y="1949598"/>
                </a:lnTo>
                <a:lnTo>
                  <a:pt x="6896414" y="1949598"/>
                </a:lnTo>
                <a:close/>
              </a:path>
            </a:pathLst>
          </a:custGeom>
          <a:solidFill>
            <a:schemeClr val="bg2"/>
          </a:solidFill>
          <a:ln w="25051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7DABE42-5FDB-BC47-E8B8-810C9FEB3B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-1" y="6102000"/>
            <a:ext cx="828000" cy="756000"/>
          </a:xfrm>
        </p:spPr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144262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>
            <a:extLst>
              <a:ext uri="{FF2B5EF4-FFF2-40B4-BE49-F238E27FC236}">
                <a16:creationId xmlns:a16="http://schemas.microsoft.com/office/drawing/2014/main" id="{811F6421-6615-1F31-7467-CD5995E2A899}"/>
              </a:ext>
            </a:extLst>
          </p:cNvPr>
          <p:cNvSpPr/>
          <p:nvPr/>
        </p:nvSpPr>
        <p:spPr>
          <a:xfrm rot="5400000">
            <a:off x="-1156206" y="1156206"/>
            <a:ext cx="6896413" cy="4584002"/>
          </a:xfrm>
          <a:custGeom>
            <a:avLst/>
            <a:gdLst>
              <a:gd name="connsiteX0" fmla="*/ 6896414 w 6896413"/>
              <a:gd name="connsiteY0" fmla="*/ 1949598 h 1949598"/>
              <a:gd name="connsiteX1" fmla="*/ 6896414 w 6896413"/>
              <a:gd name="connsiteY1" fmla="*/ 1154888 h 1949598"/>
              <a:gd name="connsiteX2" fmla="*/ 4876399 w 6896413"/>
              <a:gd name="connsiteY2" fmla="*/ 0 h 1949598"/>
              <a:gd name="connsiteX3" fmla="*/ 2020015 w 6896413"/>
              <a:gd name="connsiteY3" fmla="*/ 0 h 1949598"/>
              <a:gd name="connsiteX4" fmla="*/ 0 w 6896413"/>
              <a:gd name="connsiteY4" fmla="*/ 1154888 h 1949598"/>
              <a:gd name="connsiteX5" fmla="*/ 0 w 6896413"/>
              <a:gd name="connsiteY5" fmla="*/ 1949598 h 1949598"/>
              <a:gd name="connsiteX6" fmla="*/ 6896414 w 6896413"/>
              <a:gd name="connsiteY6" fmla="*/ 1949598 h 1949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96413" h="1949598">
                <a:moveTo>
                  <a:pt x="6896414" y="1949598"/>
                </a:moveTo>
                <a:lnTo>
                  <a:pt x="6896414" y="1154888"/>
                </a:lnTo>
                <a:lnTo>
                  <a:pt x="4876399" y="0"/>
                </a:lnTo>
                <a:lnTo>
                  <a:pt x="2020015" y="0"/>
                </a:lnTo>
                <a:lnTo>
                  <a:pt x="0" y="1154888"/>
                </a:lnTo>
                <a:lnTo>
                  <a:pt x="0" y="1949598"/>
                </a:lnTo>
                <a:lnTo>
                  <a:pt x="6896414" y="1949598"/>
                </a:lnTo>
                <a:close/>
              </a:path>
            </a:pathLst>
          </a:custGeom>
          <a:solidFill>
            <a:schemeClr val="accent1"/>
          </a:solidFill>
          <a:ln w="25051" cap="flat">
            <a:noFill/>
            <a:prstDash val="solid"/>
            <a:miter/>
          </a:ln>
        </p:spPr>
        <p:txBody>
          <a:bodyPr rtlCol="0" anchor="ctr"/>
          <a:lstStyle/>
          <a:p>
            <a:endParaRPr lang="es-ES"/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Logo">
            <a:extLst>
              <a:ext uri="{FF2B5EF4-FFF2-40B4-BE49-F238E27FC236}">
                <a16:creationId xmlns:a16="http://schemas.microsoft.com/office/drawing/2014/main" id="{34A130EC-0D19-5AE6-DDDA-FBE2FC35C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65BF58D8-0F01-3DAD-4B02-26935606980C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-1" y="6102000"/>
            <a:ext cx="828000" cy="756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511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AF58447-5676-72C9-4F0A-75253ACE8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2" y="0"/>
            <a:ext cx="9984002" cy="6858000"/>
          </a:xfrm>
          <a:custGeom>
            <a:avLst/>
            <a:gdLst>
              <a:gd name="connsiteX0" fmla="*/ 0 w 4914900"/>
              <a:gd name="connsiteY0" fmla="*/ 0 h 6849978"/>
              <a:gd name="connsiteX1" fmla="*/ 2053160 w 4914900"/>
              <a:gd name="connsiteY1" fmla="*/ 0 h 6849978"/>
              <a:gd name="connsiteX2" fmla="*/ 4914900 w 4914900"/>
              <a:gd name="connsiteY2" fmla="*/ 2006393 h 6849978"/>
              <a:gd name="connsiteX3" fmla="*/ 4914900 w 4914900"/>
              <a:gd name="connsiteY3" fmla="*/ 4843586 h 6849978"/>
              <a:gd name="connsiteX4" fmla="*/ 2053160 w 4914900"/>
              <a:gd name="connsiteY4" fmla="*/ 6849978 h 6849978"/>
              <a:gd name="connsiteX5" fmla="*/ 0 w 4914900"/>
              <a:gd name="connsiteY5" fmla="*/ 6849978 h 684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4900" h="6849978">
                <a:moveTo>
                  <a:pt x="0" y="0"/>
                </a:moveTo>
                <a:lnTo>
                  <a:pt x="2053160" y="0"/>
                </a:lnTo>
                <a:lnTo>
                  <a:pt x="4914900" y="2006393"/>
                </a:lnTo>
                <a:lnTo>
                  <a:pt x="4914900" y="4843586"/>
                </a:lnTo>
                <a:lnTo>
                  <a:pt x="2053160" y="6849978"/>
                </a:lnTo>
                <a:lnTo>
                  <a:pt x="0" y="6849978"/>
                </a:lnTo>
                <a:close/>
              </a:path>
            </a:pathLst>
          </a:custGeom>
          <a:solidFill>
            <a:srgbClr val="63B6FF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999" y="1917000"/>
            <a:ext cx="8328002" cy="3024000"/>
          </a:xfrm>
        </p:spPr>
        <p:txBody>
          <a:bodyPr vert="horz" anchor="ctr" anchorCtr="0">
            <a:noAutofit/>
          </a:bodyPr>
          <a:lstStyle>
            <a:lvl1pPr algn="ctr">
              <a:lnSpc>
                <a:spcPct val="90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367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AF58447-5676-72C9-4F0A-75253ACE8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2" y="0"/>
            <a:ext cx="9984002" cy="6858000"/>
          </a:xfrm>
          <a:custGeom>
            <a:avLst/>
            <a:gdLst>
              <a:gd name="connsiteX0" fmla="*/ 0 w 4914900"/>
              <a:gd name="connsiteY0" fmla="*/ 0 h 6849978"/>
              <a:gd name="connsiteX1" fmla="*/ 2053160 w 4914900"/>
              <a:gd name="connsiteY1" fmla="*/ 0 h 6849978"/>
              <a:gd name="connsiteX2" fmla="*/ 4914900 w 4914900"/>
              <a:gd name="connsiteY2" fmla="*/ 2006393 h 6849978"/>
              <a:gd name="connsiteX3" fmla="*/ 4914900 w 4914900"/>
              <a:gd name="connsiteY3" fmla="*/ 4843586 h 6849978"/>
              <a:gd name="connsiteX4" fmla="*/ 2053160 w 4914900"/>
              <a:gd name="connsiteY4" fmla="*/ 6849978 h 6849978"/>
              <a:gd name="connsiteX5" fmla="*/ 0 w 4914900"/>
              <a:gd name="connsiteY5" fmla="*/ 6849978 h 684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4900" h="6849978">
                <a:moveTo>
                  <a:pt x="0" y="0"/>
                </a:moveTo>
                <a:lnTo>
                  <a:pt x="2053160" y="0"/>
                </a:lnTo>
                <a:lnTo>
                  <a:pt x="4914900" y="2006393"/>
                </a:lnTo>
                <a:lnTo>
                  <a:pt x="4914900" y="4843586"/>
                </a:lnTo>
                <a:lnTo>
                  <a:pt x="2053160" y="6849978"/>
                </a:lnTo>
                <a:lnTo>
                  <a:pt x="0" y="6849978"/>
                </a:lnTo>
                <a:close/>
              </a:path>
            </a:pathLst>
          </a:custGeom>
          <a:solidFill>
            <a:srgbClr val="E7FF00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999" y="1917000"/>
            <a:ext cx="8328002" cy="3024000"/>
          </a:xfrm>
        </p:spPr>
        <p:txBody>
          <a:bodyPr vert="horz" anchor="ctr" anchorCtr="0">
            <a:noAutofit/>
          </a:bodyPr>
          <a:lstStyle>
            <a:lvl1pPr algn="ctr">
              <a:lnSpc>
                <a:spcPct val="90000"/>
              </a:lnSpc>
              <a:defRPr sz="4800" kern="100" spc="-12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8539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tement Sha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AF58447-5676-72C9-4F0A-75253ACE86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-2" y="0"/>
            <a:ext cx="9984002" cy="6858000"/>
          </a:xfrm>
          <a:custGeom>
            <a:avLst/>
            <a:gdLst>
              <a:gd name="connsiteX0" fmla="*/ 0 w 4914900"/>
              <a:gd name="connsiteY0" fmla="*/ 0 h 6849978"/>
              <a:gd name="connsiteX1" fmla="*/ 2053160 w 4914900"/>
              <a:gd name="connsiteY1" fmla="*/ 0 h 6849978"/>
              <a:gd name="connsiteX2" fmla="*/ 4914900 w 4914900"/>
              <a:gd name="connsiteY2" fmla="*/ 2006393 h 6849978"/>
              <a:gd name="connsiteX3" fmla="*/ 4914900 w 4914900"/>
              <a:gd name="connsiteY3" fmla="*/ 4843586 h 6849978"/>
              <a:gd name="connsiteX4" fmla="*/ 2053160 w 4914900"/>
              <a:gd name="connsiteY4" fmla="*/ 6849978 h 6849978"/>
              <a:gd name="connsiteX5" fmla="*/ 0 w 4914900"/>
              <a:gd name="connsiteY5" fmla="*/ 6849978 h 6849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14900" h="6849978">
                <a:moveTo>
                  <a:pt x="0" y="0"/>
                </a:moveTo>
                <a:lnTo>
                  <a:pt x="2053160" y="0"/>
                </a:lnTo>
                <a:lnTo>
                  <a:pt x="4914900" y="2006393"/>
                </a:lnTo>
                <a:lnTo>
                  <a:pt x="4914900" y="4843586"/>
                </a:lnTo>
                <a:lnTo>
                  <a:pt x="2053160" y="6849978"/>
                </a:lnTo>
                <a:lnTo>
                  <a:pt x="0" y="6849978"/>
                </a:lnTo>
                <a:close/>
              </a:path>
            </a:pathLst>
          </a:custGeom>
          <a:solidFill>
            <a:srgbClr val="4CD300"/>
          </a:solidFill>
        </p:spPr>
        <p:txBody>
          <a:bodyPr wrap="square">
            <a:no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defRPr sz="100">
                <a:solidFill>
                  <a:schemeClr val="tx1">
                    <a:alpha val="0"/>
                  </a:schemeClr>
                </a:solidFill>
              </a:defRPr>
            </a:lvl2pPr>
            <a:lvl3pPr>
              <a:defRPr sz="100">
                <a:solidFill>
                  <a:schemeClr val="tx1">
                    <a:alpha val="0"/>
                  </a:schemeClr>
                </a:solidFill>
              </a:defRPr>
            </a:lvl3pPr>
            <a:lvl4pPr>
              <a:defRPr sz="100">
                <a:solidFill>
                  <a:schemeClr val="tx1">
                    <a:alpha val="0"/>
                  </a:schemeClr>
                </a:solidFill>
              </a:defRPr>
            </a:lvl4pPr>
            <a:lvl5pPr>
              <a:defRPr sz="100">
                <a:solidFill>
                  <a:schemeClr val="tx1">
                    <a:alpha val="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910C4DE-F4FD-D2BD-CE6B-597493B9036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93901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10C4DE-F4FD-D2BD-CE6B-597493B903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2831A1-EEC4-3B4D-CB37-DEB46BB796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7999" y="1917000"/>
            <a:ext cx="8328002" cy="3024000"/>
          </a:xfrm>
        </p:spPr>
        <p:txBody>
          <a:bodyPr vert="horz" anchor="ctr" anchorCtr="0">
            <a:noAutofit/>
          </a:bodyPr>
          <a:lstStyle>
            <a:lvl1pPr algn="ctr">
              <a:lnSpc>
                <a:spcPct val="90000"/>
              </a:lnSpc>
              <a:defRPr sz="48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096-D548-3E3A-1132-E6A716C6E5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1268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4540-BD69-8598-9011-2ADF437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05C8EE77-5905-F76C-EB1F-83A30A33A4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9A75-5D68-1E40-38BC-0B52954932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51884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44540-BD69-8598-9011-2ADF437D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0F187-73A7-1BDF-0558-084D178076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000" y="1270518"/>
            <a:ext cx="11232000" cy="358482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2200" b="0"/>
            </a:lvl1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05C8EE77-5905-F76C-EB1F-83A30A33A4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9A75-5D68-1E40-38BC-0B52954932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248683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2B48C-2466-076C-80B3-A6DE83135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467833"/>
            <a:ext cx="10223499" cy="432000"/>
          </a:xfrm>
        </p:spPr>
        <p:txBody>
          <a:bodyPr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C182F-8D48-3026-24D1-81577AE02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457400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sp>
        <p:nvSpPr>
          <p:cNvPr id="5" name="footnotes">
            <a:extLst>
              <a:ext uri="{FF2B5EF4-FFF2-40B4-BE49-F238E27FC236}">
                <a16:creationId xmlns:a16="http://schemas.microsoft.com/office/drawing/2014/main" id="{85FBA289-3BDF-DF26-CF9E-DBACC3E8B0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B6134-1B10-2649-C015-2FC1F5370A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9740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BC5A0F-5344-B0B5-9004-08B6B035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F4165A-6F6D-CF5F-E13A-FFEA57ABEB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 userDrawn="1">
            <p:ph type="pic" sz="quarter" idx="13" hasCustomPrompt="1"/>
          </p:nvPr>
        </p:nvSpPr>
        <p:spPr>
          <a:xfrm>
            <a:off x="480000" y="1368000"/>
            <a:ext cx="4680000" cy="4716000"/>
          </a:xfrm>
          <a:custGeom>
            <a:avLst/>
            <a:gdLst>
              <a:gd name="connsiteX0" fmla="*/ 2265652 w 4532600"/>
              <a:gd name="connsiteY0" fmla="*/ 0 h 4533897"/>
              <a:gd name="connsiteX1" fmla="*/ 4532600 w 4532600"/>
              <a:gd name="connsiteY1" fmla="*/ 1121132 h 4533897"/>
              <a:gd name="connsiteX2" fmla="*/ 4532600 w 4532600"/>
              <a:gd name="connsiteY2" fmla="*/ 3412768 h 4533897"/>
              <a:gd name="connsiteX3" fmla="*/ 2265658 w 4532600"/>
              <a:gd name="connsiteY3" fmla="*/ 4533897 h 4533897"/>
              <a:gd name="connsiteX4" fmla="*/ 2265646 w 4532600"/>
              <a:gd name="connsiteY4" fmla="*/ 4533897 h 4533897"/>
              <a:gd name="connsiteX5" fmla="*/ 0 w 4532600"/>
              <a:gd name="connsiteY5" fmla="*/ 3413411 h 4533897"/>
              <a:gd name="connsiteX6" fmla="*/ 0 w 4532600"/>
              <a:gd name="connsiteY6" fmla="*/ 1120489 h 4533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2600" h="4533897">
                <a:moveTo>
                  <a:pt x="2265652" y="0"/>
                </a:moveTo>
                <a:lnTo>
                  <a:pt x="4532600" y="1121132"/>
                </a:lnTo>
                <a:lnTo>
                  <a:pt x="4532600" y="3412768"/>
                </a:lnTo>
                <a:lnTo>
                  <a:pt x="2265658" y="4533897"/>
                </a:lnTo>
                <a:lnTo>
                  <a:pt x="2265646" y="4533897"/>
                </a:lnTo>
                <a:lnTo>
                  <a:pt x="0" y="3413411"/>
                </a:lnTo>
                <a:lnTo>
                  <a:pt x="0" y="112048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13" name="Name">
            <a:extLst>
              <a:ext uri="{FF2B5EF4-FFF2-40B4-BE49-F238E27FC236}">
                <a16:creationId xmlns:a16="http://schemas.microsoft.com/office/drawing/2014/main" id="{9353BCC9-7B86-C207-5986-7F9E07DE93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28000" y="2484000"/>
            <a:ext cx="6084000" cy="792000"/>
          </a:xfrm>
        </p:spPr>
        <p:txBody>
          <a:bodyPr lIns="50400" tIns="0" rIns="0" bIns="0"/>
          <a:lstStyle>
            <a:lvl1pPr>
              <a:lnSpc>
                <a:spcPct val="100000"/>
              </a:lnSpc>
              <a:spcBef>
                <a:spcPts val="600"/>
              </a:spcBef>
              <a:defRPr sz="18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8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5E04951-CD18-66A4-AC2D-62D09BD219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28000" y="3276000"/>
            <a:ext cx="6084000" cy="280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D4641AD1-BEC7-9894-ECF7-1E0565C7B8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F390-317A-F2FD-B78C-D30ABC6EE40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576517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274109"/>
            <a:ext cx="2556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5363719" cy="684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defRPr sz="1600" b="1"/>
            </a:lvl1pPr>
            <a:lvl2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87719" y="2268000"/>
            <a:ext cx="2556000" cy="3672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3894" y="2274109"/>
            <a:ext cx="2556000" cy="295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43894" y="1554108"/>
            <a:ext cx="5363719" cy="684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300"/>
              </a:spcBef>
              <a:defRPr sz="1600" b="1"/>
            </a:lvl1pPr>
            <a:lvl2pPr marL="0" indent="0">
              <a:lnSpc>
                <a:spcPct val="100000"/>
              </a:lnSpc>
              <a:spcBef>
                <a:spcPts val="300"/>
              </a:spcBef>
              <a:buFont typeface="Arial" panose="020B0604020202020204" pitchFamily="34" charset="0"/>
              <a:buChar char="​"/>
              <a:defRPr sz="16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51613" y="2268000"/>
            <a:ext cx="2556000" cy="3672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94152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35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5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35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F3CF9A67-D10C-4D4B-5C00-7D932A04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220000" y="2094108"/>
            <a:ext cx="349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5F2A3F5B-C07A-B1D0-5E4B-C6948BAD8C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220000" y="1554108"/>
            <a:ext cx="3492000" cy="540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929FF09-CFC1-C80B-2197-2C857D9BC0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220000" y="4104000"/>
            <a:ext cx="3492000" cy="183600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900862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D5F3D5E-C596-40A3-7C35-6C4C24C85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2000"/>
            <a:ext cx="11232000" cy="1005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9A093464-3095-F78A-B2E2-863308B11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48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BA55CB9-BA61-9A40-7BB0-B8BD345AD1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8" name="Picture Placeholder 16">
            <a:extLst>
              <a:ext uri="{FF2B5EF4-FFF2-40B4-BE49-F238E27FC236}">
                <a16:creationId xmlns:a16="http://schemas.microsoft.com/office/drawing/2014/main" id="{C23838DB-C9C8-8D7E-C987-8EC962FBF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42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57" name="Name">
            <a:extLst>
              <a:ext uri="{FF2B5EF4-FFF2-40B4-BE49-F238E27FC236}">
                <a16:creationId xmlns:a16="http://schemas.microsoft.com/office/drawing/2014/main" id="{87D54A67-96F9-8691-B724-52896F51B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59" name="Text Placeholder 15">
            <a:extLst>
              <a:ext uri="{FF2B5EF4-FFF2-40B4-BE49-F238E27FC236}">
                <a16:creationId xmlns:a16="http://schemas.microsoft.com/office/drawing/2014/main" id="{5B706369-B81D-4A5C-BEF1-A0BC15B643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F3CF9A67-D10C-4D4B-5C00-7D932A04E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36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22" name="Name">
            <a:extLst>
              <a:ext uri="{FF2B5EF4-FFF2-40B4-BE49-F238E27FC236}">
                <a16:creationId xmlns:a16="http://schemas.microsoft.com/office/drawing/2014/main" id="{5F2A3F5B-C07A-B1D0-5E4B-C6948BAD8CF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36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E929FF09-CFC1-C80B-2197-2C857D9BC02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36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" name="Picture Placeholder 16">
            <a:extLst>
              <a:ext uri="{FF2B5EF4-FFF2-40B4-BE49-F238E27FC236}">
                <a16:creationId xmlns:a16="http://schemas.microsoft.com/office/drawing/2014/main" id="{2BFF0F51-1E18-4B8F-C7DE-8EC473064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9300000" y="1986108"/>
            <a:ext cx="2412000" cy="187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 anchor="ctr" anchorCtr="0">
            <a:noAutofit/>
          </a:bodyPr>
          <a:lstStyle>
            <a:lvl1pPr algn="ctr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38" name="Name">
            <a:extLst>
              <a:ext uri="{FF2B5EF4-FFF2-40B4-BE49-F238E27FC236}">
                <a16:creationId xmlns:a16="http://schemas.microsoft.com/office/drawing/2014/main" id="{9156FAE6-7FAF-8CD0-1115-28AE5D4844C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00000" y="1554108"/>
            <a:ext cx="2412000" cy="432000"/>
          </a:xfr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200"/>
              </a:spcBef>
              <a:defRPr sz="1200" b="1"/>
            </a:lvl1pPr>
            <a:lvl2pPr marL="0" indent="0">
              <a:lnSpc>
                <a:spcPct val="100000"/>
              </a:lnSpc>
              <a:spcBef>
                <a:spcPts val="200"/>
              </a:spcBef>
              <a:buFont typeface="Arial" panose="020B0604020202020204" pitchFamily="34" charset="0"/>
              <a:buChar char="​"/>
              <a:defRPr sz="12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A9561B99-449E-4769-2EAB-6972E0A58B7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00000" y="3996000"/>
            <a:ext cx="2412000" cy="1836000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393D2FF-2465-0388-466A-B8A940B94C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674A9-E3A9-C5F3-1EF2-238C23807BD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89905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A83878-43B3-61C1-58EA-0E387344F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9" name="Photo">
            <a:extLst>
              <a:ext uri="{FF2B5EF4-FFF2-40B4-BE49-F238E27FC236}">
                <a16:creationId xmlns:a16="http://schemas.microsoft.com/office/drawing/2014/main" id="{60619E85-C7BC-AC62-E0EF-E7A8868F6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0" name="Name">
            <a:extLst>
              <a:ext uri="{FF2B5EF4-FFF2-40B4-BE49-F238E27FC236}">
                <a16:creationId xmlns:a16="http://schemas.microsoft.com/office/drawing/2014/main" id="{3B92114E-862E-E39F-89F3-255D469EE6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41" name="Photo">
            <a:extLst>
              <a:ext uri="{FF2B5EF4-FFF2-40B4-BE49-F238E27FC236}">
                <a16:creationId xmlns:a16="http://schemas.microsoft.com/office/drawing/2014/main" id="{D3CAFE33-4D1F-096A-CB7A-B779F9527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8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2" name="Name">
            <a:extLst>
              <a:ext uri="{FF2B5EF4-FFF2-40B4-BE49-F238E27FC236}">
                <a16:creationId xmlns:a16="http://schemas.microsoft.com/office/drawing/2014/main" id="{B8FE25E8-1FB3-3ACD-23F2-CD9CECDA48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43" name="Photo">
            <a:extLst>
              <a:ext uri="{FF2B5EF4-FFF2-40B4-BE49-F238E27FC236}">
                <a16:creationId xmlns:a16="http://schemas.microsoft.com/office/drawing/2014/main" id="{E7BB4A4A-4DF1-64AE-7214-7343CB80B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8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44" name="Name">
            <a:extLst>
              <a:ext uri="{FF2B5EF4-FFF2-40B4-BE49-F238E27FC236}">
                <a16:creationId xmlns:a16="http://schemas.microsoft.com/office/drawing/2014/main" id="{2BFC45E1-45EC-E4A3-0416-9904F1B08ED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3" name="Photo">
            <a:extLst>
              <a:ext uri="{FF2B5EF4-FFF2-40B4-BE49-F238E27FC236}">
                <a16:creationId xmlns:a16="http://schemas.microsoft.com/office/drawing/2014/main" id="{8020B9D1-8DC0-6BA9-57B0-976C7FAA2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36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4" name="Name">
            <a:extLst>
              <a:ext uri="{FF2B5EF4-FFF2-40B4-BE49-F238E27FC236}">
                <a16:creationId xmlns:a16="http://schemas.microsoft.com/office/drawing/2014/main" id="{D6364B21-7F37-DFD0-31F8-A13A5E836E7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9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5" name="Photo">
            <a:extLst>
              <a:ext uri="{FF2B5EF4-FFF2-40B4-BE49-F238E27FC236}">
                <a16:creationId xmlns:a16="http://schemas.microsoft.com/office/drawing/2014/main" id="{D6C6D576-FA07-29CD-FB25-313525D5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36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6" name="Name">
            <a:extLst>
              <a:ext uri="{FF2B5EF4-FFF2-40B4-BE49-F238E27FC236}">
                <a16:creationId xmlns:a16="http://schemas.microsoft.com/office/drawing/2014/main" id="{7D8D0415-9FA9-4530-BF53-B813080D538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9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67" name="Photo">
            <a:extLst>
              <a:ext uri="{FF2B5EF4-FFF2-40B4-BE49-F238E27FC236}">
                <a16:creationId xmlns:a16="http://schemas.microsoft.com/office/drawing/2014/main" id="{CBEF6DF2-E381-1B93-395C-E8A21DF21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336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68" name="Name">
            <a:extLst>
              <a:ext uri="{FF2B5EF4-FFF2-40B4-BE49-F238E27FC236}">
                <a16:creationId xmlns:a16="http://schemas.microsoft.com/office/drawing/2014/main" id="{BB566FEE-9025-9C56-0F7C-A7072E7123A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1" name="Photo">
            <a:extLst>
              <a:ext uri="{FF2B5EF4-FFF2-40B4-BE49-F238E27FC236}">
                <a16:creationId xmlns:a16="http://schemas.microsoft.com/office/drawing/2014/main" id="{4895E303-848D-0EFD-AE66-3EB793485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240000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2" name="Name">
            <a:extLst>
              <a:ext uri="{FF2B5EF4-FFF2-40B4-BE49-F238E27FC236}">
                <a16:creationId xmlns:a16="http://schemas.microsoft.com/office/drawing/2014/main" id="{AAA9209C-96B7-0C22-7688-4CF1866D7F6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175718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3" name="Photo">
            <a:extLst>
              <a:ext uri="{FF2B5EF4-FFF2-40B4-BE49-F238E27FC236}">
                <a16:creationId xmlns:a16="http://schemas.microsoft.com/office/drawing/2014/main" id="{93CCC382-3068-ACC3-D178-0A64A89A0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6240000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4" name="Name">
            <a:extLst>
              <a:ext uri="{FF2B5EF4-FFF2-40B4-BE49-F238E27FC236}">
                <a16:creationId xmlns:a16="http://schemas.microsoft.com/office/drawing/2014/main" id="{5E6FC7B6-F606-19CF-ED89-2CAD2239747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75718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85" name="Photo">
            <a:extLst>
              <a:ext uri="{FF2B5EF4-FFF2-40B4-BE49-F238E27FC236}">
                <a16:creationId xmlns:a16="http://schemas.microsoft.com/office/drawing/2014/main" id="{48AB0D71-1D05-BA60-5873-405718EFE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6240000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86" name="Name">
            <a:extLst>
              <a:ext uri="{FF2B5EF4-FFF2-40B4-BE49-F238E27FC236}">
                <a16:creationId xmlns:a16="http://schemas.microsoft.com/office/drawing/2014/main" id="{B816C60D-C808-1B3F-7983-42BFFC7150A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75718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3" name="Photo">
            <a:extLst>
              <a:ext uri="{FF2B5EF4-FFF2-40B4-BE49-F238E27FC236}">
                <a16:creationId xmlns:a16="http://schemas.microsoft.com/office/drawing/2014/main" id="{6D9EC674-B396-4173-CF7A-55524DD00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9120001" y="1584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4" name="Name">
            <a:extLst>
              <a:ext uri="{FF2B5EF4-FFF2-40B4-BE49-F238E27FC236}">
                <a16:creationId xmlns:a16="http://schemas.microsoft.com/office/drawing/2014/main" id="{C5E8DA5B-6324-6132-C720-8353CD7617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0055719" y="1584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5" name="Photo">
            <a:extLst>
              <a:ext uri="{FF2B5EF4-FFF2-40B4-BE49-F238E27FC236}">
                <a16:creationId xmlns:a16="http://schemas.microsoft.com/office/drawing/2014/main" id="{02B25DF6-8257-C003-76E8-5E7DF974F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9120001" y="2952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6" name="Name">
            <a:extLst>
              <a:ext uri="{FF2B5EF4-FFF2-40B4-BE49-F238E27FC236}">
                <a16:creationId xmlns:a16="http://schemas.microsoft.com/office/drawing/2014/main" id="{BD6B222D-42D5-B431-BE62-0FAE6ED7B7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0055719" y="2952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97" name="Photo">
            <a:extLst>
              <a:ext uri="{FF2B5EF4-FFF2-40B4-BE49-F238E27FC236}">
                <a16:creationId xmlns:a16="http://schemas.microsoft.com/office/drawing/2014/main" id="{AFE6353F-E99A-4CF4-97A9-A358D47AD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9120001" y="4320000"/>
            <a:ext cx="936000" cy="108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63500" tIns="63500" rIns="63500" bIns="63500">
            <a:noAutofit/>
          </a:bodyPr>
          <a:lstStyle>
            <a:lvl1pPr algn="l">
              <a:defRPr sz="1200"/>
            </a:lvl1pPr>
          </a:lstStyle>
          <a:p>
            <a:r>
              <a:rPr lang="en-US"/>
              <a:t>Click icon to insert an image</a:t>
            </a:r>
          </a:p>
        </p:txBody>
      </p:sp>
      <p:sp>
        <p:nvSpPr>
          <p:cNvPr id="98" name="Name">
            <a:extLst>
              <a:ext uri="{FF2B5EF4-FFF2-40B4-BE49-F238E27FC236}">
                <a16:creationId xmlns:a16="http://schemas.microsoft.com/office/drawing/2014/main" id="{B8BBF4BC-382A-0E95-1E6B-44170079383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055719" y="4320000"/>
            <a:ext cx="1656000" cy="1080000"/>
          </a:xfrm>
        </p:spPr>
        <p:txBody>
          <a:bodyPr lIns="144000" tIns="50400" rIns="50400" bIns="50400"/>
          <a:lstStyle>
            <a:lvl1pPr>
              <a:lnSpc>
                <a:spcPct val="100000"/>
              </a:lnSpc>
              <a:spcBef>
                <a:spcPts val="600"/>
              </a:spcBef>
              <a:defRPr sz="1400" b="1"/>
            </a:lvl1pPr>
            <a:lvl2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​"/>
              <a:defRPr sz="1400"/>
            </a:lvl2pPr>
            <a:lvl3pPr>
              <a:spcBef>
                <a:spcPts val="600"/>
              </a:spcBef>
              <a:defRPr sz="1400"/>
            </a:lvl3pPr>
            <a:lvl4pPr>
              <a:spcBef>
                <a:spcPts val="600"/>
              </a:spcBef>
              <a:defRPr sz="1400"/>
            </a:lvl4pPr>
            <a:lvl5pPr>
              <a:spcBef>
                <a:spcPts val="600"/>
              </a:spcBef>
              <a:defRPr sz="1400"/>
            </a:lvl5pPr>
          </a:lstStyle>
          <a:p>
            <a:pPr lvl="0"/>
            <a:r>
              <a:rPr lang="en-US"/>
              <a:t>[Name]</a:t>
            </a:r>
          </a:p>
          <a:p>
            <a:pPr lvl="1"/>
            <a:r>
              <a:rPr lang="en-US"/>
              <a:t>[Job title]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2EEB2A2D-D125-73D4-B226-E251A1EB21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BA0CC-4324-5734-DA20-C6D8884A70B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9698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Media Placeholder 44">
            <a:extLst>
              <a:ext uri="{FF2B5EF4-FFF2-40B4-BE49-F238E27FC236}">
                <a16:creationId xmlns:a16="http://schemas.microsoft.com/office/drawing/2014/main" id="{FA45BFB3-67FB-D56E-F7EC-9EE4E9B366AA}"/>
              </a:ext>
            </a:extLst>
          </p:cNvPr>
          <p:cNvSpPr>
            <a:spLocks noGrp="1" noChangeAspect="1"/>
          </p:cNvSpPr>
          <p:nvPr>
            <p:ph type="media" sz="quarter" idx="11"/>
          </p:nvPr>
        </p:nvSpPr>
        <p:spPr>
          <a:xfrm>
            <a:off x="1776000" y="1304505"/>
            <a:ext cx="8640000" cy="4787924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notes">
            <a:extLst>
              <a:ext uri="{FF2B5EF4-FFF2-40B4-BE49-F238E27FC236}">
                <a16:creationId xmlns:a16="http://schemas.microsoft.com/office/drawing/2014/main" id="{BB1A10A0-8775-C57E-D06A-5FAFDB65EB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7999" y="6102000"/>
            <a:ext cx="9396000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E3522D-3F13-D300-F157-0D51CB0A292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F2B9C43-1D6F-7726-1CCE-0D1CE63CD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8937212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04458-A501-6A56-ADE3-C06BD8E2F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800" y="251999"/>
            <a:ext cx="2556000" cy="1116000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2786EEC0-3A40-806E-576A-3B4F5D0A01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8800" y="1414799"/>
            <a:ext cx="2556000" cy="1440000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isclaimer">
            <a:extLst>
              <a:ext uri="{FF2B5EF4-FFF2-40B4-BE49-F238E27FC236}">
                <a16:creationId xmlns:a16="http://schemas.microsoft.com/office/drawing/2014/main" id="{059A6E4C-3658-EEFC-A4B9-7CD2D194EA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287720" y="1414800"/>
            <a:ext cx="8424000" cy="4680000"/>
          </a:xfrm>
        </p:spPr>
        <p:txBody>
          <a:bodyPr numCol="2" spcCol="432000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1000"/>
            </a:lvl1pPr>
            <a:lvl2pPr>
              <a:lnSpc>
                <a:spcPct val="100000"/>
              </a:lnSpc>
              <a:spcBef>
                <a:spcPts val="300"/>
              </a:spcBef>
              <a:defRPr sz="1000"/>
            </a:lvl2pPr>
            <a:lvl3pPr>
              <a:lnSpc>
                <a:spcPct val="100000"/>
              </a:lnSpc>
              <a:defRPr sz="1000"/>
            </a:lvl3pPr>
            <a:lvl4pPr>
              <a:lnSpc>
                <a:spcPct val="100000"/>
              </a:lnSpc>
              <a:defRPr sz="1000"/>
            </a:lvl4pPr>
            <a:lvl5pPr>
              <a:lnSpc>
                <a:spcPct val="100000"/>
              </a:lnSpc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notes">
            <a:extLst>
              <a:ext uri="{FF2B5EF4-FFF2-40B4-BE49-F238E27FC236}">
                <a16:creationId xmlns:a16="http://schemas.microsoft.com/office/drawing/2014/main" id="{0E37FE0F-606C-33BF-51BF-F90D55C2626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7720" y="6102000"/>
            <a:ext cx="6900279" cy="756000"/>
          </a:xfrm>
        </p:spPr>
        <p:txBody>
          <a:bodyPr bIns="176400" anchor="b" anchorCtr="0"/>
          <a:lstStyle>
            <a:lvl1pPr>
              <a:lnSpc>
                <a:spcPct val="90000"/>
              </a:lnSpc>
              <a:spcBef>
                <a:spcPts val="0"/>
              </a:spcBef>
              <a:defRPr sz="800"/>
            </a:lvl1pPr>
            <a:lvl2pPr>
              <a:spcBef>
                <a:spcPts val="0"/>
              </a:spcBef>
              <a:defRPr sz="800"/>
            </a:lvl2pPr>
            <a:lvl3pPr>
              <a:spcBef>
                <a:spcPts val="0"/>
              </a:spcBef>
              <a:defRPr sz="800"/>
            </a:lvl3pPr>
            <a:lvl4pPr>
              <a:spcBef>
                <a:spcPts val="0"/>
              </a:spcBef>
              <a:defRPr sz="800"/>
            </a:lvl4pPr>
            <a:lvl5pPr>
              <a:spcBef>
                <a:spcPts val="0"/>
              </a:spcBef>
              <a:defRPr sz="800"/>
            </a:lvl5pPr>
          </a:lstStyle>
          <a:p>
            <a:pPr lvl="0"/>
            <a:r>
              <a:rPr lang="en-US"/>
              <a:t>Click to edit footnote/source [this field will not be displayed when it is not filled in]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F7EF5-6190-8D91-7961-09F539B5CB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738541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7DD0C67-BA4F-CECD-A33F-9D11386DD20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17001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DD0C67-BA4F-CECD-A33F-9D11386DD2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152000"/>
            <a:ext cx="5616000" cy="2412000"/>
          </a:xfrm>
        </p:spPr>
        <p:txBody>
          <a:bodyPr vert="horz" wrap="square" anchor="b" anchorCtr="0">
            <a:noAutofit/>
          </a:bodyPr>
          <a:lstStyle>
            <a:lvl1pPr algn="l">
              <a:lnSpc>
                <a:spcPct val="85000"/>
              </a:lnSpc>
              <a:defRPr sz="4800" kern="100" spc="-120" baseline="0"/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3744000"/>
            <a:ext cx="5616000" cy="39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BE99B3D0-DA51-48E0-1F0B-97E9C304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7600" y="0"/>
            <a:ext cx="58644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B349BFDB-4430-C905-50B7-B460D79597D1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-118516" y="-126587"/>
            <a:ext cx="3526712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68923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6874A-FA12-2517-B453-C324E043418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800" y="1125800"/>
            <a:ext cx="5617200" cy="2412000"/>
          </a:xfrm>
        </p:spPr>
        <p:txBody>
          <a:bodyPr wrap="square" anchor="b" anchorCtr="0">
            <a:noAutofit/>
          </a:bodyPr>
          <a:lstStyle>
            <a:lvl1pPr algn="l">
              <a:lnSpc>
                <a:spcPct val="85000"/>
              </a:lnSpc>
              <a:defRPr sz="5400" kern="100" spc="-12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22BA0-7900-6548-8C91-5C883FA22A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8800" y="3737142"/>
            <a:ext cx="5617200" cy="396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22">
            <a:extLst>
              <a:ext uri="{FF2B5EF4-FFF2-40B4-BE49-F238E27FC236}">
                <a16:creationId xmlns:a16="http://schemas.microsoft.com/office/drawing/2014/main" id="{BE99B3D0-DA51-48E0-1F0B-97E9C3040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328800" y="0"/>
            <a:ext cx="5863200" cy="6858000"/>
          </a:xfrm>
          <a:custGeom>
            <a:avLst/>
            <a:gdLst>
              <a:gd name="connsiteX0" fmla="*/ 4206734 w 5753100"/>
              <a:gd name="connsiteY0" fmla="*/ 0 h 6858000"/>
              <a:gd name="connsiteX1" fmla="*/ 5753100 w 5753100"/>
              <a:gd name="connsiteY1" fmla="*/ 0 h 6858000"/>
              <a:gd name="connsiteX2" fmla="*/ 5753100 w 5753100"/>
              <a:gd name="connsiteY2" fmla="*/ 6858000 h 6858000"/>
              <a:gd name="connsiteX3" fmla="*/ 4206723 w 5753100"/>
              <a:gd name="connsiteY3" fmla="*/ 6858000 h 6858000"/>
              <a:gd name="connsiteX4" fmla="*/ 0 w 5753100"/>
              <a:gd name="connsiteY4" fmla="*/ 5497897 h 6858000"/>
              <a:gd name="connsiteX5" fmla="*/ 0 w 5753100"/>
              <a:gd name="connsiteY5" fmla="*/ 136011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53100" h="6858000">
                <a:moveTo>
                  <a:pt x="4206734" y="0"/>
                </a:moveTo>
                <a:lnTo>
                  <a:pt x="5753100" y="0"/>
                </a:lnTo>
                <a:lnTo>
                  <a:pt x="5753100" y="6858000"/>
                </a:lnTo>
                <a:lnTo>
                  <a:pt x="4206723" y="6858000"/>
                </a:lnTo>
                <a:lnTo>
                  <a:pt x="0" y="5497897"/>
                </a:lnTo>
                <a:lnTo>
                  <a:pt x="0" y="13601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lIns="201600" tIns="921600" rIns="201600" bIns="201600">
            <a:noAutofit/>
          </a:bodyPr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insert an image</a:t>
            </a:r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A33411DE-F963-262B-8BC7-769C6FB97C0C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-118516" y="-126587"/>
            <a:ext cx="3528043" cy="1859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664266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89AA79-FE14-E0F1-2C43-0C235E6B09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50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89AA79-FE14-E0F1-2C43-0C235E6B0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E914A8-3612-EF49-8B87-BA69D8CE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531000"/>
            <a:ext cx="10223499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828E5-4B10-6E6A-149E-A60A260E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5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63DBFA-4F5A-77A5-9D39-A989002125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47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7289AA79-FE14-E0F1-2C43-0C235E6B09B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5509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89AA79-FE14-E0F1-2C43-0C235E6B09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E914A8-3612-EF49-8B87-BA69D8CE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499" y="-531000"/>
            <a:ext cx="10223499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828E5-4B10-6E6A-149E-A60A260E3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5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B63DBFA-4F5A-77A5-9D39-A98900212565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9642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End Slide Hero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823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End Slide Hero">
    <p:bg>
      <p:bgPr>
        <a:solidFill>
          <a:srgbClr val="4C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01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End Slide Hero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5596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End Slide Hero">
    <p:bg>
      <p:bgPr>
        <a:solidFill>
          <a:srgbClr val="63B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9817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He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837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End Slide Hero">
    <p:bg>
      <p:bgPr>
        <a:solidFill>
          <a:srgbClr val="5E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3151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End Slide Hero">
    <p:bg>
      <p:bgPr>
        <a:solidFill>
          <a:srgbClr val="0B3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720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End Slide Hero">
    <p:bg>
      <p:bgPr>
        <a:solidFill>
          <a:srgbClr val="1D25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BF5D570-8DD8-71E5-B554-E1CB849C7B9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6066111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10" imgH="409" progId="TCLayout.ActiveDocument.1">
                  <p:embed/>
                </p:oleObj>
              </mc:Choice>
              <mc:Fallback>
                <p:oleObj name="think-cell Slide" r:id="rId3" imgW="410" imgH="409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BF5D570-8DD8-71E5-B554-E1CB849C7B9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85AD20E-4C31-750F-2A5D-70CF0B075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500" y="-531000"/>
            <a:ext cx="10223498" cy="432000"/>
          </a:xfrm>
        </p:spPr>
        <p:txBody>
          <a:bodyPr vert="horz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C4A9A-8A65-AF85-0BBB-EC07AF233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0" y="-520367"/>
            <a:ext cx="1257300" cy="432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sz="1200" kern="100" spc="-30"/>
              <a:t>Title required for WCAG accessibilty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4166C7E-80AE-DD7A-06E2-B648D2D29F53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314036" y="1664512"/>
            <a:ext cx="6834160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721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39.xml"/><Relationship Id="rId117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55.xml"/><Relationship Id="rId47" Type="http://schemas.openxmlformats.org/officeDocument/2006/relationships/slideLayout" Target="../slideLayouts/slideLayout60.xml"/><Relationship Id="rId63" Type="http://schemas.openxmlformats.org/officeDocument/2006/relationships/slideLayout" Target="../slideLayouts/slideLayout76.xml"/><Relationship Id="rId68" Type="http://schemas.openxmlformats.org/officeDocument/2006/relationships/slideLayout" Target="../slideLayouts/slideLayout81.xml"/><Relationship Id="rId84" Type="http://schemas.openxmlformats.org/officeDocument/2006/relationships/slideLayout" Target="../slideLayouts/slideLayout97.xml"/><Relationship Id="rId89" Type="http://schemas.openxmlformats.org/officeDocument/2006/relationships/slideLayout" Target="../slideLayouts/slideLayout102.xml"/><Relationship Id="rId112" Type="http://schemas.openxmlformats.org/officeDocument/2006/relationships/slideLayout" Target="../slideLayouts/slideLayout125.xml"/><Relationship Id="rId16" Type="http://schemas.openxmlformats.org/officeDocument/2006/relationships/slideLayout" Target="../slideLayouts/slideLayout29.xml"/><Relationship Id="rId107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66.xml"/><Relationship Id="rId58" Type="http://schemas.openxmlformats.org/officeDocument/2006/relationships/slideLayout" Target="../slideLayouts/slideLayout71.xml"/><Relationship Id="rId74" Type="http://schemas.openxmlformats.org/officeDocument/2006/relationships/slideLayout" Target="../slideLayouts/slideLayout87.xml"/><Relationship Id="rId79" Type="http://schemas.openxmlformats.org/officeDocument/2006/relationships/slideLayout" Target="../slideLayouts/slideLayout92.xml"/><Relationship Id="rId102" Type="http://schemas.openxmlformats.org/officeDocument/2006/relationships/slideLayout" Target="../slideLayouts/slideLayout115.xml"/><Relationship Id="rId123" Type="http://schemas.openxmlformats.org/officeDocument/2006/relationships/oleObject" Target="../embeddings/oleObject3.bin"/><Relationship Id="rId5" Type="http://schemas.openxmlformats.org/officeDocument/2006/relationships/slideLayout" Target="../slideLayouts/slideLayout18.xml"/><Relationship Id="rId61" Type="http://schemas.openxmlformats.org/officeDocument/2006/relationships/slideLayout" Target="../slideLayouts/slideLayout74.xml"/><Relationship Id="rId82" Type="http://schemas.openxmlformats.org/officeDocument/2006/relationships/slideLayout" Target="../slideLayouts/slideLayout95.xml"/><Relationship Id="rId90" Type="http://schemas.openxmlformats.org/officeDocument/2006/relationships/slideLayout" Target="../slideLayouts/slideLayout103.xml"/><Relationship Id="rId95" Type="http://schemas.openxmlformats.org/officeDocument/2006/relationships/slideLayout" Target="../slideLayouts/slideLayout108.xml"/><Relationship Id="rId1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slideLayout" Target="../slideLayouts/slideLayout40.xml"/><Relationship Id="rId30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8.xml"/><Relationship Id="rId43" Type="http://schemas.openxmlformats.org/officeDocument/2006/relationships/slideLayout" Target="../slideLayouts/slideLayout56.xml"/><Relationship Id="rId48" Type="http://schemas.openxmlformats.org/officeDocument/2006/relationships/slideLayout" Target="../slideLayouts/slideLayout61.xml"/><Relationship Id="rId56" Type="http://schemas.openxmlformats.org/officeDocument/2006/relationships/slideLayout" Target="../slideLayouts/slideLayout69.xml"/><Relationship Id="rId64" Type="http://schemas.openxmlformats.org/officeDocument/2006/relationships/slideLayout" Target="../slideLayouts/slideLayout77.xml"/><Relationship Id="rId69" Type="http://schemas.openxmlformats.org/officeDocument/2006/relationships/slideLayout" Target="../slideLayouts/slideLayout82.xml"/><Relationship Id="rId77" Type="http://schemas.openxmlformats.org/officeDocument/2006/relationships/slideLayout" Target="../slideLayouts/slideLayout90.xml"/><Relationship Id="rId100" Type="http://schemas.openxmlformats.org/officeDocument/2006/relationships/slideLayout" Target="../slideLayouts/slideLayout113.xml"/><Relationship Id="rId105" Type="http://schemas.openxmlformats.org/officeDocument/2006/relationships/slideLayout" Target="../slideLayouts/slideLayout118.xml"/><Relationship Id="rId113" Type="http://schemas.openxmlformats.org/officeDocument/2006/relationships/slideLayout" Target="../slideLayouts/slideLayout126.xml"/><Relationship Id="rId118" Type="http://schemas.openxmlformats.org/officeDocument/2006/relationships/slideLayout" Target="../slideLayouts/slideLayout131.xml"/><Relationship Id="rId8" Type="http://schemas.openxmlformats.org/officeDocument/2006/relationships/slideLayout" Target="../slideLayouts/slideLayout21.xml"/><Relationship Id="rId51" Type="http://schemas.openxmlformats.org/officeDocument/2006/relationships/slideLayout" Target="../slideLayouts/slideLayout64.xml"/><Relationship Id="rId72" Type="http://schemas.openxmlformats.org/officeDocument/2006/relationships/slideLayout" Target="../slideLayouts/slideLayout85.xml"/><Relationship Id="rId80" Type="http://schemas.openxmlformats.org/officeDocument/2006/relationships/slideLayout" Target="../slideLayouts/slideLayout93.xml"/><Relationship Id="rId85" Type="http://schemas.openxmlformats.org/officeDocument/2006/relationships/slideLayout" Target="../slideLayouts/slideLayout98.xml"/><Relationship Id="rId93" Type="http://schemas.openxmlformats.org/officeDocument/2006/relationships/slideLayout" Target="../slideLayouts/slideLayout106.xml"/><Relationship Id="rId98" Type="http://schemas.openxmlformats.org/officeDocument/2006/relationships/slideLayout" Target="../slideLayouts/slideLayout111.xml"/><Relationship Id="rId121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33" Type="http://schemas.openxmlformats.org/officeDocument/2006/relationships/slideLayout" Target="../slideLayouts/slideLayout46.xml"/><Relationship Id="rId38" Type="http://schemas.openxmlformats.org/officeDocument/2006/relationships/slideLayout" Target="../slideLayouts/slideLayout51.xml"/><Relationship Id="rId46" Type="http://schemas.openxmlformats.org/officeDocument/2006/relationships/slideLayout" Target="../slideLayouts/slideLayout59.xml"/><Relationship Id="rId59" Type="http://schemas.openxmlformats.org/officeDocument/2006/relationships/slideLayout" Target="../slideLayouts/slideLayout72.xml"/><Relationship Id="rId67" Type="http://schemas.openxmlformats.org/officeDocument/2006/relationships/slideLayout" Target="../slideLayouts/slideLayout80.xml"/><Relationship Id="rId103" Type="http://schemas.openxmlformats.org/officeDocument/2006/relationships/slideLayout" Target="../slideLayouts/slideLayout116.xml"/><Relationship Id="rId108" Type="http://schemas.openxmlformats.org/officeDocument/2006/relationships/slideLayout" Target="../slideLayouts/slideLayout121.xml"/><Relationship Id="rId116" Type="http://schemas.openxmlformats.org/officeDocument/2006/relationships/slideLayout" Target="../slideLayouts/slideLayout129.xml"/><Relationship Id="rId124" Type="http://schemas.openxmlformats.org/officeDocument/2006/relationships/image" Target="../media/image1.emf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54" Type="http://schemas.openxmlformats.org/officeDocument/2006/relationships/slideLayout" Target="../slideLayouts/slideLayout67.xml"/><Relationship Id="rId62" Type="http://schemas.openxmlformats.org/officeDocument/2006/relationships/slideLayout" Target="../slideLayouts/slideLayout75.xml"/><Relationship Id="rId70" Type="http://schemas.openxmlformats.org/officeDocument/2006/relationships/slideLayout" Target="../slideLayouts/slideLayout83.xml"/><Relationship Id="rId75" Type="http://schemas.openxmlformats.org/officeDocument/2006/relationships/slideLayout" Target="../slideLayouts/slideLayout88.xml"/><Relationship Id="rId83" Type="http://schemas.openxmlformats.org/officeDocument/2006/relationships/slideLayout" Target="../slideLayouts/slideLayout96.xml"/><Relationship Id="rId88" Type="http://schemas.openxmlformats.org/officeDocument/2006/relationships/slideLayout" Target="../slideLayouts/slideLayout101.xml"/><Relationship Id="rId91" Type="http://schemas.openxmlformats.org/officeDocument/2006/relationships/slideLayout" Target="../slideLayouts/slideLayout104.xml"/><Relationship Id="rId96" Type="http://schemas.openxmlformats.org/officeDocument/2006/relationships/slideLayout" Target="../slideLayouts/slideLayout109.xml"/><Relationship Id="rId111" Type="http://schemas.openxmlformats.org/officeDocument/2006/relationships/slideLayout" Target="../slideLayouts/slideLayout124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41.xml"/><Relationship Id="rId36" Type="http://schemas.openxmlformats.org/officeDocument/2006/relationships/slideLayout" Target="../slideLayouts/slideLayout49.xml"/><Relationship Id="rId49" Type="http://schemas.openxmlformats.org/officeDocument/2006/relationships/slideLayout" Target="../slideLayouts/slideLayout62.xml"/><Relationship Id="rId57" Type="http://schemas.openxmlformats.org/officeDocument/2006/relationships/slideLayout" Target="../slideLayouts/slideLayout70.xml"/><Relationship Id="rId106" Type="http://schemas.openxmlformats.org/officeDocument/2006/relationships/slideLayout" Target="../slideLayouts/slideLayout119.xml"/><Relationship Id="rId114" Type="http://schemas.openxmlformats.org/officeDocument/2006/relationships/slideLayout" Target="../slideLayouts/slideLayout127.xml"/><Relationship Id="rId119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44.xml"/><Relationship Id="rId44" Type="http://schemas.openxmlformats.org/officeDocument/2006/relationships/slideLayout" Target="../slideLayouts/slideLayout57.xml"/><Relationship Id="rId52" Type="http://schemas.openxmlformats.org/officeDocument/2006/relationships/slideLayout" Target="../slideLayouts/slideLayout65.xml"/><Relationship Id="rId60" Type="http://schemas.openxmlformats.org/officeDocument/2006/relationships/slideLayout" Target="../slideLayouts/slideLayout73.xml"/><Relationship Id="rId65" Type="http://schemas.openxmlformats.org/officeDocument/2006/relationships/slideLayout" Target="../slideLayouts/slideLayout78.xml"/><Relationship Id="rId73" Type="http://schemas.openxmlformats.org/officeDocument/2006/relationships/slideLayout" Target="../slideLayouts/slideLayout86.xml"/><Relationship Id="rId78" Type="http://schemas.openxmlformats.org/officeDocument/2006/relationships/slideLayout" Target="../slideLayouts/slideLayout91.xml"/><Relationship Id="rId81" Type="http://schemas.openxmlformats.org/officeDocument/2006/relationships/slideLayout" Target="../slideLayouts/slideLayout94.xml"/><Relationship Id="rId86" Type="http://schemas.openxmlformats.org/officeDocument/2006/relationships/slideLayout" Target="../slideLayouts/slideLayout99.xml"/><Relationship Id="rId94" Type="http://schemas.openxmlformats.org/officeDocument/2006/relationships/slideLayout" Target="../slideLayouts/slideLayout107.xml"/><Relationship Id="rId99" Type="http://schemas.openxmlformats.org/officeDocument/2006/relationships/slideLayout" Target="../slideLayouts/slideLayout112.xml"/><Relationship Id="rId101" Type="http://schemas.openxmlformats.org/officeDocument/2006/relationships/slideLayout" Target="../slideLayouts/slideLayout114.xml"/><Relationship Id="rId122" Type="http://schemas.openxmlformats.org/officeDocument/2006/relationships/tags" Target="../tags/tag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52.xml"/><Relationship Id="rId109" Type="http://schemas.openxmlformats.org/officeDocument/2006/relationships/slideLayout" Target="../slideLayouts/slideLayout122.xml"/><Relationship Id="rId34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63.xml"/><Relationship Id="rId55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89.xml"/><Relationship Id="rId97" Type="http://schemas.openxmlformats.org/officeDocument/2006/relationships/slideLayout" Target="../slideLayouts/slideLayout110.xml"/><Relationship Id="rId104" Type="http://schemas.openxmlformats.org/officeDocument/2006/relationships/slideLayout" Target="../slideLayouts/slideLayout117.xml"/><Relationship Id="rId120" Type="http://schemas.openxmlformats.org/officeDocument/2006/relationships/slideLayout" Target="../slideLayouts/slideLayout133.xml"/><Relationship Id="rId125" Type="http://schemas.openxmlformats.org/officeDocument/2006/relationships/image" Target="../media/image2.svg"/><Relationship Id="rId7" Type="http://schemas.openxmlformats.org/officeDocument/2006/relationships/slideLayout" Target="../slideLayouts/slideLayout20.xml"/><Relationship Id="rId71" Type="http://schemas.openxmlformats.org/officeDocument/2006/relationships/slideLayout" Target="../slideLayouts/slideLayout84.xml"/><Relationship Id="rId92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5.xml"/><Relationship Id="rId29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53.xml"/><Relationship Id="rId45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79.xml"/><Relationship Id="rId87" Type="http://schemas.openxmlformats.org/officeDocument/2006/relationships/slideLayout" Target="../slideLayouts/slideLayout100.xml"/><Relationship Id="rId110" Type="http://schemas.openxmlformats.org/officeDocument/2006/relationships/slideLayout" Target="../slideLayouts/slideLayout123.xml"/><Relationship Id="rId115" Type="http://schemas.openxmlformats.org/officeDocument/2006/relationships/slideLayout" Target="../slideLayouts/slideLayout1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6C5F48-4FD8-CDC6-75E4-F8E42415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FFC433-4983-E478-B605-1D332D80E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0D52F-89CE-D7ED-600D-B718A4D6D9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D1ED9-5C37-4B79-8887-1FAB36665D7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79A360-8CAE-6264-1527-C5D2B4C374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59BCE-1601-A10E-D418-F3647E98F5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8CE8A3-BACB-434E-9DEA-7B8DF60DC122}" type="slidenum">
              <a:rPr lang="es-ES" smtClean="0"/>
              <a:t>‹#›</a:t>
            </a:fld>
            <a:endParaRPr lang="es-E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9BA045-1749-6DA3-9841-BA9BDC6E0D1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83558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D7DBB37-5DB1-AF5A-3D0F-54CF80A6EF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2"/>
            </p:custDataLst>
            <p:extLst>
              <p:ext uri="{D42A27DB-BD31-4B8C-83A1-F6EECF244321}">
                <p14:modId xmlns:p14="http://schemas.microsoft.com/office/powerpoint/2010/main" val="38695044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3" imgW="306" imgH="306" progId="TCLayout.ActiveDocument.1">
                  <p:embed/>
                </p:oleObj>
              </mc:Choice>
              <mc:Fallback>
                <p:oleObj name="think-cell Slide" r:id="rId123" imgW="306" imgH="30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D7DBB37-5DB1-AF5A-3D0F-54CF80A6EF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25A6B-8F5B-A241-A3BD-B5FDE9F512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32000" y="2018"/>
            <a:ext cx="1260000" cy="180000"/>
          </a:xfrm>
          <a:prstGeom prst="rect">
            <a:avLst/>
          </a:prstGeom>
        </p:spPr>
        <p:txBody>
          <a:bodyPr vert="horz" wrap="none" lIns="72000" tIns="72000" rIns="72000" bIns="72000" rtlCol="0" anchor="ctr">
            <a:noAutofit/>
          </a:bodyPr>
          <a:lstStyle>
            <a:lvl1pPr algn="r">
              <a:defRPr sz="800">
                <a:solidFill>
                  <a:srgbClr val="281805"/>
                </a:solidFill>
              </a:defRPr>
            </a:lvl1pPr>
          </a:lstStyle>
          <a:p>
            <a:fld id="{8F81B36D-59DF-42A0-ABF0-6A71ABA2C4CD}" type="datetime3">
              <a:rPr lang="en-US" smtClean="0"/>
              <a:t>30 April 2026</a:t>
            </a:fld>
            <a:endParaRPr lang="en-US"/>
          </a:p>
        </p:txBody>
      </p:sp>
      <p:grpSp>
        <p:nvGrpSpPr>
          <p:cNvPr id="39" name="Graphic 29">
            <a:extLst>
              <a:ext uri="{FF2B5EF4-FFF2-40B4-BE49-F238E27FC236}">
                <a16:creationId xmlns:a16="http://schemas.microsoft.com/office/drawing/2014/main" id="{E46F5822-CF06-7CB7-961A-2F4CF8A61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6328982"/>
            <a:ext cx="655376" cy="410164"/>
            <a:chOff x="0" y="782816"/>
            <a:chExt cx="638870" cy="399835"/>
          </a:xfrm>
          <a:solidFill>
            <a:srgbClr val="63B6FF">
              <a:alpha val="0"/>
            </a:srgbClr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6467514C-D026-5F26-17AC-E0144B92E403}"/>
                </a:ext>
              </a:extLst>
            </p:cNvPr>
            <p:cNvSpPr/>
            <p:nvPr/>
          </p:nvSpPr>
          <p:spPr>
            <a:xfrm>
              <a:off x="0" y="782816"/>
              <a:ext cx="213160" cy="213159"/>
            </a:xfrm>
            <a:custGeom>
              <a:avLst/>
              <a:gdLst>
                <a:gd name="connsiteX0" fmla="*/ 0 w 213160"/>
                <a:gd name="connsiteY0" fmla="*/ 56878 h 213159"/>
                <a:gd name="connsiteX1" fmla="*/ 156282 w 213160"/>
                <a:gd name="connsiteY1" fmla="*/ 0 h 213159"/>
                <a:gd name="connsiteX2" fmla="*/ 213160 w 213160"/>
                <a:gd name="connsiteY2" fmla="*/ 156282 h 213159"/>
                <a:gd name="connsiteX3" fmla="*/ 56878 w 213160"/>
                <a:gd name="connsiteY3" fmla="*/ 213160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60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2"/>
                  </a:lnTo>
                  <a:lnTo>
                    <a:pt x="56878" y="213160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9D4054C-45B1-5A95-E260-71EDBD7D557D}"/>
                </a:ext>
              </a:extLst>
            </p:cNvPr>
            <p:cNvSpPr/>
            <p:nvPr/>
          </p:nvSpPr>
          <p:spPr>
            <a:xfrm>
              <a:off x="213160" y="876154"/>
              <a:ext cx="213159" cy="213159"/>
            </a:xfrm>
            <a:custGeom>
              <a:avLst/>
              <a:gdLst>
                <a:gd name="connsiteX0" fmla="*/ 0 w 213159"/>
                <a:gd name="connsiteY0" fmla="*/ 56878 h 213159"/>
                <a:gd name="connsiteX1" fmla="*/ 156282 w 213159"/>
                <a:gd name="connsiteY1" fmla="*/ 0 h 213159"/>
                <a:gd name="connsiteX2" fmla="*/ 213160 w 213159"/>
                <a:gd name="connsiteY2" fmla="*/ 156281 h 213159"/>
                <a:gd name="connsiteX3" fmla="*/ 56878 w 213159"/>
                <a:gd name="connsiteY3" fmla="*/ 213159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59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1"/>
                  </a:lnTo>
                  <a:lnTo>
                    <a:pt x="56878" y="213159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7FE5822-6885-76E2-B897-9D46ADE46B96}"/>
                </a:ext>
              </a:extLst>
            </p:cNvPr>
            <p:cNvSpPr/>
            <p:nvPr/>
          </p:nvSpPr>
          <p:spPr>
            <a:xfrm>
              <a:off x="425711" y="969491"/>
              <a:ext cx="213159" cy="213159"/>
            </a:xfrm>
            <a:custGeom>
              <a:avLst/>
              <a:gdLst>
                <a:gd name="connsiteX0" fmla="*/ 0 w 213159"/>
                <a:gd name="connsiteY0" fmla="*/ 56878 h 213159"/>
                <a:gd name="connsiteX1" fmla="*/ 156282 w 213159"/>
                <a:gd name="connsiteY1" fmla="*/ 0 h 213159"/>
                <a:gd name="connsiteX2" fmla="*/ 213160 w 213159"/>
                <a:gd name="connsiteY2" fmla="*/ 156282 h 213159"/>
                <a:gd name="connsiteX3" fmla="*/ 56878 w 213159"/>
                <a:gd name="connsiteY3" fmla="*/ 213160 h 213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3159" h="213159">
                  <a:moveTo>
                    <a:pt x="0" y="56878"/>
                  </a:moveTo>
                  <a:lnTo>
                    <a:pt x="156282" y="0"/>
                  </a:lnTo>
                  <a:lnTo>
                    <a:pt x="213160" y="156282"/>
                  </a:lnTo>
                  <a:lnTo>
                    <a:pt x="56878" y="213160"/>
                  </a:lnTo>
                  <a:close/>
                </a:path>
              </a:pathLst>
            </a:custGeom>
            <a:grpFill/>
            <a:ln w="938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001C83-36AE-A5E2-4E80-B3AD2D747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251998"/>
            <a:ext cx="11232000" cy="100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85944-6880-CBB6-BA63-4A90CA935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0000" y="1296000"/>
            <a:ext cx="11232000" cy="48049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63915-CBC8-75C7-C27B-2ADA3EEF6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" y="6102000"/>
            <a:ext cx="828000" cy="756000"/>
          </a:xfrm>
          <a:prstGeom prst="rect">
            <a:avLst/>
          </a:prstGeom>
        </p:spPr>
        <p:txBody>
          <a:bodyPr vert="horz" lIns="475200" tIns="0" rIns="64800" bIns="176400" rtlCol="0" anchor="b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C1606C5-D483-4832-A0E9-CF578A9B588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0C48B9D-E96E-CF7A-0393-A815621AA3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-208575"/>
            <a:ext cx="0" cy="180000"/>
          </a:xfrm>
          <a:prstGeom prst="line">
            <a:avLst/>
          </a:prstGeom>
          <a:ln>
            <a:solidFill>
              <a:srgbClr val="28180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2A65B7-C498-C19F-571F-ECCE64119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6096000" y="6886575"/>
            <a:ext cx="0" cy="180000"/>
          </a:xfrm>
          <a:prstGeom prst="line">
            <a:avLst/>
          </a:prstGeom>
          <a:ln>
            <a:solidFill>
              <a:srgbClr val="28180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Group 78" hidden="1">
            <a:extLst>
              <a:ext uri="{FF2B5EF4-FFF2-40B4-BE49-F238E27FC236}">
                <a16:creationId xmlns:a16="http://schemas.microsoft.com/office/drawing/2014/main" id="{BA72FC20-E2CA-59C4-7B21-62C9115E4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-282166" y="-250200"/>
            <a:ext cx="12756333" cy="7357336"/>
            <a:chOff x="-282166" y="-250200"/>
            <a:chExt cx="12756333" cy="735733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2B8D85E-52EF-FA63-9592-265E43AD271D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-282166" y="-249136"/>
              <a:ext cx="766850" cy="1806436"/>
              <a:chOff x="-282166" y="-249136"/>
              <a:chExt cx="766850" cy="1806436"/>
            </a:xfrm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D6D0D5E-5313-2E8E-FAC4-9AE8AC71A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8468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F2E47E72-9EED-156D-E1C9-0EF9F58EB7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24860373-8117-E073-7E3E-240392FEC0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173599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B8D9028B-4948-B67E-79B8-A1A4C3540E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4619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A97BD11A-2E6F-80FC-4AC5-0F4673578EF2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V="1">
              <a:off x="-282166" y="6669000"/>
              <a:ext cx="766850" cy="438136"/>
              <a:chOff x="-282166" y="-249136"/>
              <a:chExt cx="766850" cy="438136"/>
            </a:xfrm>
          </p:grpSpPr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333A3C60-6DDF-0E86-7A5D-C9E2DC700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8468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973A5B8-A847-F13D-C557-F6CAA8F1C3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6D787A70-EF66-4785-95AD-991F81706E7F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H="1">
              <a:off x="11716147" y="-250200"/>
              <a:ext cx="758020" cy="1806436"/>
              <a:chOff x="-282166" y="-249136"/>
              <a:chExt cx="758020" cy="1806436"/>
            </a:xfrm>
          </p:grpSpPr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C36DF73-1683-B9E0-DAE2-CC4FA94117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7585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074D68E9-43F3-F793-E58E-42D96487CD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FA51D9C8-457F-A702-330E-3E83FF49A9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173599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8317C7D4-4BF5-ECE3-AB0F-69BAEB0392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14619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1F3722B-662F-EE1F-F28F-2117DFF43FC7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 flipH="1" flipV="1">
              <a:off x="11716147" y="6669000"/>
              <a:ext cx="758020" cy="438136"/>
              <a:chOff x="-282166" y="-249136"/>
              <a:chExt cx="758020" cy="438136"/>
            </a:xfrm>
          </p:grpSpPr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31A63819-901C-AE9C-B688-44EE3E52D1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>
                <a:off x="475854" y="-249136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E85C02E4-A713-5717-13B4-0D5BEFA009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 noGrp="1" noRot="1" noMove="1" noResize="1" noEditPoints="1" noAdjustHandles="1" noChangeArrowheads="1" noChangeShapeType="1"/>
              </p:cNvCxnSpPr>
              <p:nvPr userDrawn="1"/>
            </p:nvCxnSpPr>
            <p:spPr>
              <a:xfrm rot="16200000" flipH="1">
                <a:off x="-186766" y="93600"/>
                <a:ext cx="0" cy="190800"/>
              </a:xfrm>
              <a:prstGeom prst="line">
                <a:avLst/>
              </a:prstGeom>
              <a:ln>
                <a:solidFill>
                  <a:srgbClr val="281805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8" name="Logo">
            <a:extLst>
              <a:ext uri="{FF2B5EF4-FFF2-40B4-BE49-F238E27FC236}">
                <a16:creationId xmlns:a16="http://schemas.microsoft.com/office/drawing/2014/main" id="{9FAFFEC7-5B44-048A-5234-FB83C136D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rcRect l="26" r="26"/>
          <a:stretch/>
        </p:blipFill>
        <p:spPr>
          <a:xfrm>
            <a:off x="10432800" y="6195600"/>
            <a:ext cx="1554363" cy="819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272C9C-3A4F-B135-05B0-C041BC205DF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ES" sz="10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52390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  <p:sldLayoutId id="2147483693" r:id="rId28"/>
    <p:sldLayoutId id="2147483694" r:id="rId29"/>
    <p:sldLayoutId id="2147483695" r:id="rId30"/>
    <p:sldLayoutId id="2147483696" r:id="rId31"/>
    <p:sldLayoutId id="2147483697" r:id="rId32"/>
    <p:sldLayoutId id="2147483698" r:id="rId33"/>
    <p:sldLayoutId id="2147483699" r:id="rId34"/>
    <p:sldLayoutId id="2147483700" r:id="rId35"/>
    <p:sldLayoutId id="2147483701" r:id="rId36"/>
    <p:sldLayoutId id="2147483702" r:id="rId37"/>
    <p:sldLayoutId id="2147483703" r:id="rId38"/>
    <p:sldLayoutId id="2147483704" r:id="rId39"/>
    <p:sldLayoutId id="2147483705" r:id="rId40"/>
    <p:sldLayoutId id="2147483706" r:id="rId41"/>
    <p:sldLayoutId id="2147483707" r:id="rId42"/>
    <p:sldLayoutId id="2147483708" r:id="rId43"/>
    <p:sldLayoutId id="2147483709" r:id="rId44"/>
    <p:sldLayoutId id="2147483710" r:id="rId45"/>
    <p:sldLayoutId id="2147483711" r:id="rId46"/>
    <p:sldLayoutId id="2147483712" r:id="rId47"/>
    <p:sldLayoutId id="2147483713" r:id="rId48"/>
    <p:sldLayoutId id="2147483714" r:id="rId49"/>
    <p:sldLayoutId id="2147483715" r:id="rId50"/>
    <p:sldLayoutId id="2147483716" r:id="rId51"/>
    <p:sldLayoutId id="2147483717" r:id="rId52"/>
    <p:sldLayoutId id="2147483718" r:id="rId53"/>
    <p:sldLayoutId id="2147483719" r:id="rId54"/>
    <p:sldLayoutId id="2147483720" r:id="rId55"/>
    <p:sldLayoutId id="2147483721" r:id="rId56"/>
    <p:sldLayoutId id="2147483722" r:id="rId57"/>
    <p:sldLayoutId id="2147483723" r:id="rId58"/>
    <p:sldLayoutId id="2147483724" r:id="rId59"/>
    <p:sldLayoutId id="2147483725" r:id="rId60"/>
    <p:sldLayoutId id="2147483726" r:id="rId61"/>
    <p:sldLayoutId id="2147483727" r:id="rId62"/>
    <p:sldLayoutId id="2147483728" r:id="rId63"/>
    <p:sldLayoutId id="2147483729" r:id="rId64"/>
    <p:sldLayoutId id="2147483730" r:id="rId65"/>
    <p:sldLayoutId id="2147483731" r:id="rId66"/>
    <p:sldLayoutId id="2147483732" r:id="rId67"/>
    <p:sldLayoutId id="2147483733" r:id="rId68"/>
    <p:sldLayoutId id="2147483734" r:id="rId69"/>
    <p:sldLayoutId id="2147483735" r:id="rId70"/>
    <p:sldLayoutId id="2147483736" r:id="rId71"/>
    <p:sldLayoutId id="2147483737" r:id="rId72"/>
    <p:sldLayoutId id="2147483738" r:id="rId73"/>
    <p:sldLayoutId id="2147483739" r:id="rId74"/>
    <p:sldLayoutId id="2147483740" r:id="rId75"/>
    <p:sldLayoutId id="2147483741" r:id="rId76"/>
    <p:sldLayoutId id="2147483742" r:id="rId77"/>
    <p:sldLayoutId id="2147483743" r:id="rId78"/>
    <p:sldLayoutId id="2147483744" r:id="rId79"/>
    <p:sldLayoutId id="2147483745" r:id="rId80"/>
    <p:sldLayoutId id="2147483746" r:id="rId81"/>
    <p:sldLayoutId id="2147483747" r:id="rId82"/>
    <p:sldLayoutId id="2147483748" r:id="rId83"/>
    <p:sldLayoutId id="2147483749" r:id="rId84"/>
    <p:sldLayoutId id="2147483750" r:id="rId85"/>
    <p:sldLayoutId id="2147483751" r:id="rId86"/>
    <p:sldLayoutId id="2147483752" r:id="rId87"/>
    <p:sldLayoutId id="2147483753" r:id="rId88"/>
    <p:sldLayoutId id="2147483754" r:id="rId89"/>
    <p:sldLayoutId id="2147483755" r:id="rId90"/>
    <p:sldLayoutId id="2147483756" r:id="rId91"/>
    <p:sldLayoutId id="2147483757" r:id="rId92"/>
    <p:sldLayoutId id="2147483758" r:id="rId93"/>
    <p:sldLayoutId id="2147483759" r:id="rId94"/>
    <p:sldLayoutId id="2147483760" r:id="rId95"/>
    <p:sldLayoutId id="2147483761" r:id="rId96"/>
    <p:sldLayoutId id="2147483762" r:id="rId97"/>
    <p:sldLayoutId id="2147483763" r:id="rId98"/>
    <p:sldLayoutId id="2147483764" r:id="rId99"/>
    <p:sldLayoutId id="2147483765" r:id="rId100"/>
    <p:sldLayoutId id="2147483766" r:id="rId101"/>
    <p:sldLayoutId id="2147483767" r:id="rId102"/>
    <p:sldLayoutId id="2147483768" r:id="rId103"/>
    <p:sldLayoutId id="2147483769" r:id="rId104"/>
    <p:sldLayoutId id="2147483770" r:id="rId105"/>
    <p:sldLayoutId id="2147483771" r:id="rId106"/>
    <p:sldLayoutId id="2147483772" r:id="rId107"/>
    <p:sldLayoutId id="2147483773" r:id="rId108"/>
    <p:sldLayoutId id="2147483774" r:id="rId109"/>
    <p:sldLayoutId id="2147483775" r:id="rId110"/>
    <p:sldLayoutId id="2147483776" r:id="rId111"/>
    <p:sldLayoutId id="2147483777" r:id="rId112"/>
    <p:sldLayoutId id="2147483778" r:id="rId113"/>
    <p:sldLayoutId id="2147483779" r:id="rId114"/>
    <p:sldLayoutId id="2147483780" r:id="rId115"/>
    <p:sldLayoutId id="2147483781" r:id="rId116"/>
    <p:sldLayoutId id="2147483782" r:id="rId117"/>
    <p:sldLayoutId id="2147483783" r:id="rId118"/>
    <p:sldLayoutId id="2147483784" r:id="rId119"/>
    <p:sldLayoutId id="2147483785" r:id="rId120"/>
  </p:sldLayoutIdLst>
  <p:hf hdr="0" ftr="0" dt="0"/>
  <p:txStyles>
    <p:titleStyle>
      <a:lvl1pPr algn="l" defTabSz="914400" rtl="0" eaLnBrk="1" latinLnBrk="0" hangingPunct="1">
        <a:lnSpc>
          <a:spcPct val="92000"/>
        </a:lnSpc>
        <a:spcBef>
          <a:spcPct val="0"/>
        </a:spcBef>
        <a:buNone/>
        <a:defRPr sz="3600" kern="1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Font typeface="Arial" panose="020B0604020202020204" pitchFamily="34" charset="0"/>
        <a:buChar char="​"/>
        <a:defRPr sz="1800" b="0" kern="100" spc="-30" baseline="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95000"/>
        </a:lnSpc>
        <a:spcBef>
          <a:spcPts val="600"/>
        </a:spcBef>
        <a:buClrTx/>
        <a:buFont typeface="Arial" panose="020B0604020202020204" pitchFamily="34" charset="0"/>
        <a:buChar char="▪"/>
        <a:defRPr sz="1800" b="0" kern="100" spc="-30" baseline="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B0604020202020204" pitchFamily="34" charset="0"/>
        <a:buChar char="•"/>
        <a:defRPr sz="1600" b="0" kern="100" spc="-30" baseline="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B0604020202020204" pitchFamily="34" charset="0"/>
        <a:buChar char="◦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95000"/>
        </a:lnSpc>
        <a:spcBef>
          <a:spcPts val="300"/>
        </a:spcBef>
        <a:buClrTx/>
        <a:buSzPct val="100000"/>
        <a:buFont typeface="Arial" panose="020E0502030303020204" pitchFamily="34" charset="0"/>
        <a:buChar char="–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5pPr>
      <a:lvl6pPr marL="358775" indent="-358775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SzPct val="90000"/>
        <a:buFont typeface="+mj-lt"/>
        <a:buAutoNum type="arabicPeriod"/>
        <a:tabLst/>
        <a:defRPr sz="1800" kern="100" spc="-30" baseline="0">
          <a:solidFill>
            <a:schemeClr val="tx1"/>
          </a:solidFill>
          <a:latin typeface="+mn-lt"/>
          <a:ea typeface="+mn-ea"/>
          <a:cs typeface="+mn-cs"/>
        </a:defRPr>
      </a:lvl6pPr>
      <a:lvl7pPr marL="540000" indent="-180000" algn="l" defTabSz="914400" rtl="0" eaLnBrk="1" latinLnBrk="0" hangingPunct="1">
        <a:lnSpc>
          <a:spcPct val="95000"/>
        </a:lnSpc>
        <a:spcBef>
          <a:spcPts val="30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600" kern="100" spc="-30" baseline="0">
          <a:solidFill>
            <a:schemeClr val="tx1"/>
          </a:solidFill>
          <a:latin typeface="+mn-lt"/>
          <a:ea typeface="+mn-ea"/>
          <a:cs typeface="+mn-cs"/>
        </a:defRPr>
      </a:lvl7pPr>
      <a:lvl8pPr marL="360000" indent="-360000" algn="l" defTabSz="914400" rtl="0" eaLnBrk="1" latinLnBrk="0" hangingPunct="1">
        <a:lnSpc>
          <a:spcPct val="95000"/>
        </a:lnSpc>
        <a:spcBef>
          <a:spcPts val="600"/>
        </a:spcBef>
        <a:buClr>
          <a:srgbClr val="281805"/>
        </a:buClr>
        <a:buFont typeface="+mj-lt"/>
        <a:buAutoNum type="alphaLcPeriod"/>
        <a:defRPr sz="1800" b="0" kern="100" spc="-30" baseline="0">
          <a:solidFill>
            <a:srgbClr val="281805"/>
          </a:solidFill>
          <a:latin typeface="+mn-lt"/>
          <a:ea typeface="+mn-ea"/>
          <a:cs typeface="+mn-cs"/>
        </a:defRPr>
      </a:lvl8pPr>
      <a:lvl9pPr marL="540000" indent="-180000" algn="l" defTabSz="914400" rtl="0" eaLnBrk="1" latinLnBrk="0" hangingPunct="1">
        <a:lnSpc>
          <a:spcPct val="95000"/>
        </a:lnSpc>
        <a:spcBef>
          <a:spcPts val="300"/>
        </a:spcBef>
        <a:buClrTx/>
        <a:buFont typeface="Arial" panose="02040503050406030204" pitchFamily="18" charset="0"/>
        <a:buChar char="–"/>
        <a:defRPr sz="1600" b="0" kern="100" spc="-30" baseline="0">
          <a:solidFill>
            <a:srgbClr val="281805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•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–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E05020303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90000"/>
        <a:buFont typeface="+mj-lt"/>
        <a:buAutoNum type="arabicPeriod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60000" indent="-18000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SzPct val="100000"/>
        <a:buFont typeface="Arial" panose="020E0502030303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1" kern="1200">
          <a:solidFill>
            <a:srgbClr val="281805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Clr>
          <a:srgbClr val="281805"/>
        </a:buClr>
        <a:buFont typeface="Arial" panose="020B0604020202020204" pitchFamily="34" charset="0"/>
        <a:buChar char="​"/>
        <a:defRPr sz="1800" b="1" kern="1200">
          <a:solidFill>
            <a:srgbClr val="281805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F08E-D819-7DF2-5897-81E0ECBD94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999" y="2574028"/>
            <a:ext cx="6336000" cy="864000"/>
          </a:xfrm>
        </p:spPr>
        <p:txBody>
          <a:bodyPr/>
          <a:lstStyle/>
          <a:p>
            <a:r>
              <a:rPr lang="es-ES" sz="2800" dirty="0"/>
              <a:t>AWS MSK (</a:t>
            </a:r>
            <a:r>
              <a:rPr lang="es-ES" sz="2800" dirty="0" err="1"/>
              <a:t>Managed</a:t>
            </a:r>
            <a:r>
              <a:rPr lang="es-ES" sz="2800" dirty="0"/>
              <a:t> </a:t>
            </a:r>
            <a:r>
              <a:rPr lang="es-ES" sz="2800" dirty="0" err="1"/>
              <a:t>Streaming</a:t>
            </a:r>
            <a:r>
              <a:rPr lang="es-ES" sz="2800" dirty="0"/>
              <a:t> </a:t>
            </a:r>
            <a:r>
              <a:rPr lang="es-ES" sz="2800" dirty="0" err="1"/>
              <a:t>for</a:t>
            </a:r>
            <a:r>
              <a:rPr lang="es-ES" sz="2800" dirty="0"/>
              <a:t> Kafka)            Kafka-</a:t>
            </a:r>
            <a:r>
              <a:rPr lang="es-ES" sz="2800" dirty="0" err="1"/>
              <a:t>cluster</a:t>
            </a:r>
            <a:r>
              <a:rPr lang="es-ES" sz="2800" dirty="0"/>
              <a:t> </a:t>
            </a:r>
            <a:r>
              <a:rPr lang="es-ES" sz="2800" dirty="0" err="1"/>
              <a:t>permissions</a:t>
            </a:r>
            <a:endParaRPr lang="es-ES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82873F-8644-BC7D-0192-C37DAA2005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i="1"/>
              <a:t>TechOps Cloud</a:t>
            </a:r>
          </a:p>
        </p:txBody>
      </p:sp>
      <p:pic>
        <p:nvPicPr>
          <p:cNvPr id="8" name="Marcador de posición de imagen 7" descr="Mujer sentada en el pasto&#10;&#10;Descripción generada automáticamente con confianza media">
            <a:extLst>
              <a:ext uri="{FF2B5EF4-FFF2-40B4-BE49-F238E27FC236}">
                <a16:creationId xmlns:a16="http://schemas.microsoft.com/office/drawing/2014/main" id="{89F17A84-CF2D-B810-928A-760A10E3ED77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2000" y="0"/>
            <a:ext cx="5160000" cy="6858000"/>
          </a:xfr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5B396CE-C337-C6D1-E2F4-E0662885614A}"/>
              </a:ext>
            </a:extLst>
          </p:cNvPr>
          <p:cNvSpPr txBox="1">
            <a:spLocks/>
          </p:cNvSpPr>
          <p:nvPr/>
        </p:nvSpPr>
        <p:spPr>
          <a:xfrm>
            <a:off x="479999" y="3861000"/>
            <a:ext cx="6336000" cy="32402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00" spc="-12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/>
              <a:t>Internal Proposal: Transitioning to AWS MSK IAM Access Control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3051305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36D5C-6BBB-DEC6-C2F3-F9E68296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D9EF117-7764-5A33-CA09-706FF46F7E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lIns="475200" tIns="0" rIns="64800" bIns="176400" rtlCol="0" anchor="b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1606C5-D483-4832-A0E9-CF578A9B588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585E2-C397-FCB7-21EF-C87682D37089}"/>
              </a:ext>
            </a:extLst>
          </p:cNvPr>
          <p:cNvSpPr txBox="1">
            <a:spLocks/>
          </p:cNvSpPr>
          <p:nvPr/>
        </p:nvSpPr>
        <p:spPr>
          <a:xfrm>
            <a:off x="1743749" y="1544320"/>
            <a:ext cx="8720658" cy="4389119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000000"/>
                </a:solidFill>
              </a:rPr>
              <a:t>Current State: </a:t>
            </a:r>
            <a:r>
              <a:rPr lang="en-US" dirty="0">
                <a:solidFill>
                  <a:srgbClr val="000000"/>
                </a:solidFill>
              </a:rPr>
              <a:t>Our microservices on AWS ECS communicate via REST APIs. This is synchronous, meaning Service A must wait for Service B to respond. This introduces latency and creates tight coupling as if Service B is down, Service A fails.</a:t>
            </a:r>
          </a:p>
          <a:p>
            <a:pPr>
              <a:spcAft>
                <a:spcPts val="600"/>
              </a:spcAft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buNone/>
            </a:pPr>
            <a:endParaRPr lang="en-US" b="1" dirty="0">
              <a:solidFill>
                <a:srgbClr val="000000"/>
              </a:solidFill>
            </a:endParaRPr>
          </a:p>
          <a:p>
            <a:pPr>
              <a:spcAft>
                <a:spcPts val="600"/>
              </a:spcAft>
              <a:buNone/>
            </a:pPr>
            <a:r>
              <a:rPr lang="en-US" b="1" dirty="0">
                <a:solidFill>
                  <a:srgbClr val="000000"/>
                </a:solidFill>
              </a:rPr>
              <a:t>Future State: </a:t>
            </a:r>
            <a:r>
              <a:rPr lang="en-US" dirty="0">
                <a:solidFill>
                  <a:srgbClr val="000000"/>
                </a:solidFill>
              </a:rPr>
              <a:t>We are migrating to AWS MSK (Managed Streaming for Kafka). This allows for asynchronous communication. Services will "produce" messages to a queue, and others will "consume" them when ready. This improves system resilience and significantly reduces end-user latency.</a:t>
            </a:r>
            <a:endParaRPr lang="es-ES" sz="1400" dirty="0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A122BBD7-9AA8-1FD3-9F41-CF6F9D03E37B}"/>
              </a:ext>
            </a:extLst>
          </p:cNvPr>
          <p:cNvSpPr txBox="1">
            <a:spLocks/>
          </p:cNvSpPr>
          <p:nvPr/>
        </p:nvSpPr>
        <p:spPr>
          <a:xfrm>
            <a:off x="632900" y="251998"/>
            <a:ext cx="7456412" cy="1008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3600" kern="1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1. </a:t>
            </a:r>
            <a:r>
              <a:rPr lang="es-ES" dirty="0" err="1"/>
              <a:t>Current</a:t>
            </a:r>
            <a:r>
              <a:rPr lang="es-ES" dirty="0"/>
              <a:t> </a:t>
            </a:r>
            <a:r>
              <a:rPr lang="es-ES" dirty="0" err="1"/>
              <a:t>Scenario</a:t>
            </a:r>
            <a:r>
              <a:rPr lang="es-ES" dirty="0"/>
              <a:t> vs. Future </a:t>
            </a:r>
            <a:r>
              <a:rPr lang="es-ES" dirty="0" err="1"/>
              <a:t>State</a:t>
            </a:r>
            <a:endParaRPr lang="es-ES" dirty="0"/>
          </a:p>
        </p:txBody>
      </p:sp>
      <p:pic>
        <p:nvPicPr>
          <p:cNvPr id="9" name="Graphic 8" descr="Target outline">
            <a:extLst>
              <a:ext uri="{FF2B5EF4-FFF2-40B4-BE49-F238E27FC236}">
                <a16:creationId xmlns:a16="http://schemas.microsoft.com/office/drawing/2014/main" id="{FEC1BEDC-9308-6279-8FDB-94731F3948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2900" y="15443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88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9F135-10E0-F0DF-E7EE-C65CE348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CD41ACD-476A-C31D-9B2F-DB13B79D4D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lIns="475200" tIns="0" rIns="64800" bIns="176400" rtlCol="0" anchor="b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1606C5-D483-4832-A0E9-CF578A9B588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E4B93E4B-4F50-A772-1CEE-3F6FA86AF85B}"/>
              </a:ext>
            </a:extLst>
          </p:cNvPr>
          <p:cNvSpPr txBox="1">
            <a:spLocks/>
          </p:cNvSpPr>
          <p:nvPr/>
        </p:nvSpPr>
        <p:spPr>
          <a:xfrm>
            <a:off x="632900" y="251998"/>
            <a:ext cx="9201980" cy="756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3600" kern="1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2. Control Plane and Data Plane</a:t>
            </a:r>
            <a:endParaRPr lang="es-E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F21D3E2-D9A4-0BDB-EB8B-6522E231A27B}"/>
              </a:ext>
            </a:extLst>
          </p:cNvPr>
          <p:cNvSpPr txBox="1">
            <a:spLocks/>
          </p:cNvSpPr>
          <p:nvPr/>
        </p:nvSpPr>
        <p:spPr>
          <a:xfrm>
            <a:off x="1535727" y="1256722"/>
            <a:ext cx="9787742" cy="3797878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Like Kubernetes and distributed systems, in the AWS ecosystem, permissions for MSK are split into two distinct categories: Control plane and Data Plane.</a:t>
            </a:r>
          </a:p>
          <a:p>
            <a:endParaRPr lang="en-US" dirty="0"/>
          </a:p>
          <a:p>
            <a:pPr lvl="2"/>
            <a:r>
              <a:rPr lang="en-US" b="1" dirty="0" err="1"/>
              <a:t>kafka</a:t>
            </a:r>
            <a:r>
              <a:rPr lang="en-US" b="1" dirty="0"/>
              <a:t>:* (The Control Plane):</a:t>
            </a:r>
            <a:r>
              <a:rPr lang="en-US" dirty="0"/>
              <a:t> These permissions allow you to manage the infrastructure. For example, creating a cluster, deleting it, or changing the instance type of the brokers. </a:t>
            </a:r>
            <a:r>
              <a:rPr lang="en-US" b="1" dirty="0"/>
              <a:t>These permissions do not allow you to send or receive data.</a:t>
            </a:r>
          </a:p>
          <a:p>
            <a:pPr lvl="2"/>
            <a:endParaRPr lang="en-US" b="1" dirty="0"/>
          </a:p>
          <a:p>
            <a:pPr lvl="2"/>
            <a:endParaRPr lang="en-US" b="1" dirty="0"/>
          </a:p>
          <a:p>
            <a:pPr lvl="2"/>
            <a:r>
              <a:rPr lang="en-US" b="1" dirty="0" err="1"/>
              <a:t>kafka</a:t>
            </a:r>
            <a:r>
              <a:rPr lang="en-US" b="1" dirty="0"/>
              <a:t>-cluster:* (The Data Plane):</a:t>
            </a:r>
            <a:r>
              <a:rPr lang="en-US" dirty="0"/>
              <a:t> These are the permissions required for the application to actually use Kafka. They govern "Data Plane" actions such as:</a:t>
            </a:r>
          </a:p>
          <a:p>
            <a:pPr lvl="4"/>
            <a:r>
              <a:rPr lang="en-US" sz="1400" dirty="0" err="1"/>
              <a:t>kafka-cluster:Connect</a:t>
            </a:r>
            <a:r>
              <a:rPr lang="en-US" sz="1400" dirty="0"/>
              <a:t>: Permission to connect to the brokers.</a:t>
            </a:r>
          </a:p>
          <a:p>
            <a:pPr lvl="4"/>
            <a:r>
              <a:rPr lang="en-US" sz="1400" dirty="0" err="1"/>
              <a:t>kafka-cluster:DescribeTopic</a:t>
            </a:r>
            <a:r>
              <a:rPr lang="en-US" sz="1400" dirty="0"/>
              <a:t>: Permission to see if a topic exists.</a:t>
            </a:r>
          </a:p>
          <a:p>
            <a:pPr lvl="4"/>
            <a:r>
              <a:rPr lang="en-US" sz="1400" dirty="0" err="1"/>
              <a:t>kafka-cluster:WriteData</a:t>
            </a:r>
            <a:r>
              <a:rPr lang="en-US" sz="1400" dirty="0"/>
              <a:t>: Permission to send messages to a topic.</a:t>
            </a:r>
          </a:p>
          <a:p>
            <a:pPr lvl="4"/>
            <a:r>
              <a:rPr lang="en-US" sz="1400" dirty="0" err="1"/>
              <a:t>kafka-cluster:ReadData</a:t>
            </a:r>
            <a:r>
              <a:rPr lang="en-US" sz="1400" dirty="0"/>
              <a:t>: Permission to consume messages.</a:t>
            </a:r>
          </a:p>
          <a:p>
            <a:pPr lvl="4"/>
            <a:endParaRPr lang="en-US" sz="1400" dirty="0"/>
          </a:p>
          <a:p>
            <a:pPr lvl="4"/>
            <a:endParaRPr lang="en-US" sz="1400" dirty="0"/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endParaRPr lang="es-ES" sz="1400" dirty="0"/>
          </a:p>
        </p:txBody>
      </p:sp>
      <p:pic>
        <p:nvPicPr>
          <p:cNvPr id="6" name="Gráfico 5" descr="Firma con relleno sólido">
            <a:extLst>
              <a:ext uri="{FF2B5EF4-FFF2-40B4-BE49-F238E27FC236}">
                <a16:creationId xmlns:a16="http://schemas.microsoft.com/office/drawing/2014/main" id="{BA356EC1-29BD-157E-61BC-67EBE6DCBC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68531" y="1253750"/>
            <a:ext cx="504000" cy="504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2B43D-49D8-1A8D-0B30-9A1D08636873}"/>
              </a:ext>
            </a:extLst>
          </p:cNvPr>
          <p:cNvSpPr txBox="1">
            <a:spLocks/>
          </p:cNvSpPr>
          <p:nvPr/>
        </p:nvSpPr>
        <p:spPr>
          <a:xfrm>
            <a:off x="868531" y="5601278"/>
            <a:ext cx="10592538" cy="756000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Why the Separation:</a:t>
            </a:r>
            <a:r>
              <a:rPr lang="en-US" dirty="0"/>
              <a:t>  Separating control and data planes isolates security risks and ensures compliance while protecting data flow from management outages and optimizing independent scaling.</a:t>
            </a:r>
            <a:endParaRPr lang="en-US" sz="1400" dirty="0"/>
          </a:p>
          <a:p>
            <a:pPr>
              <a:spcBef>
                <a:spcPts val="1200"/>
              </a:spcBef>
              <a:spcAft>
                <a:spcPts val="1200"/>
              </a:spcAft>
              <a:buNone/>
            </a:pP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08965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9C3A5-FED0-ABEB-1BAF-1DEEFA108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BBA7B3-7096-A97C-83C7-3C01FADA76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lIns="475200" tIns="0" rIns="64800" bIns="176400" rtlCol="0" anchor="b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1606C5-D483-4832-A0E9-CF578A9B588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02720774-4E29-C5E6-AEEC-CFBAC26F824F}"/>
              </a:ext>
            </a:extLst>
          </p:cNvPr>
          <p:cNvSpPr txBox="1">
            <a:spLocks/>
          </p:cNvSpPr>
          <p:nvPr/>
        </p:nvSpPr>
        <p:spPr>
          <a:xfrm>
            <a:off x="632900" y="251998"/>
            <a:ext cx="11020620" cy="581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3600" kern="1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2. Why we require IAM Roles</a:t>
            </a:r>
            <a:endParaRPr lang="es-E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5ECAD40-6293-FF04-1D98-BBDA82F508BE}"/>
              </a:ext>
            </a:extLst>
          </p:cNvPr>
          <p:cNvSpPr txBox="1">
            <a:spLocks/>
          </p:cNvSpPr>
          <p:nvPr/>
        </p:nvSpPr>
        <p:spPr>
          <a:xfrm>
            <a:off x="1535726" y="2718100"/>
            <a:ext cx="9398974" cy="1815799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Why IAM is superior:</a:t>
            </a:r>
            <a:endParaRPr lang="en-US" dirty="0"/>
          </a:p>
          <a:p>
            <a:pPr lvl="2"/>
            <a:r>
              <a:rPr lang="en-US" b="1" dirty="0"/>
              <a:t>No Long-Lived Credentials:</a:t>
            </a:r>
            <a:r>
              <a:rPr lang="en-US" dirty="0"/>
              <a:t> There are no passwords or API keys to leak. Authentication is handled via temporary, rotating security tokens.</a:t>
            </a:r>
          </a:p>
          <a:p>
            <a:pPr lvl="2"/>
            <a:r>
              <a:rPr lang="en-US" b="1" dirty="0"/>
              <a:t>Fine-Grained Auditing:</a:t>
            </a:r>
            <a:r>
              <a:rPr lang="en-US" dirty="0"/>
              <a:t> Every action (who produced to which topic) is logged in </a:t>
            </a:r>
            <a:r>
              <a:rPr lang="en-US" b="1" dirty="0"/>
              <a:t>AWS CloudTrail</a:t>
            </a:r>
            <a:r>
              <a:rPr lang="en-US" dirty="0"/>
              <a:t>, providing a superior audit trail compared to standard Kafka logs.</a:t>
            </a:r>
          </a:p>
          <a:p>
            <a:pPr lvl="2"/>
            <a:r>
              <a:rPr lang="en-US" b="1" dirty="0"/>
              <a:t>Zero-Trust Architecture:</a:t>
            </a:r>
            <a:r>
              <a:rPr lang="en-US" dirty="0"/>
              <a:t> We can limit a specific microservice to ONLY </a:t>
            </a:r>
            <a:r>
              <a:rPr lang="en-US" dirty="0" err="1"/>
              <a:t>WriteData</a:t>
            </a:r>
            <a:r>
              <a:rPr lang="en-US" dirty="0"/>
              <a:t> on a specific topic name, rather than giving broad access to the whole cluster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E9F776C-9FB2-95D6-5503-551C0C5D00AB}"/>
              </a:ext>
            </a:extLst>
          </p:cNvPr>
          <p:cNvSpPr txBox="1">
            <a:spLocks/>
          </p:cNvSpPr>
          <p:nvPr/>
        </p:nvSpPr>
        <p:spPr>
          <a:xfrm>
            <a:off x="1535727" y="1156878"/>
            <a:ext cx="9487873" cy="1414872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interact with Kafka, there are three main authentication methods:</a:t>
            </a:r>
          </a:p>
          <a:p>
            <a:pPr lvl="2"/>
            <a:r>
              <a:rPr lang="en-US" b="1" dirty="0" err="1"/>
              <a:t>mTLS</a:t>
            </a:r>
            <a:r>
              <a:rPr lang="en-US" b="1" dirty="0"/>
              <a:t>:</a:t>
            </a:r>
            <a:r>
              <a:rPr lang="en-US" dirty="0"/>
              <a:t> Uses certificates. Hard to rotate, high overhead.</a:t>
            </a:r>
          </a:p>
          <a:p>
            <a:pPr lvl="2"/>
            <a:r>
              <a:rPr lang="en-US" b="1" dirty="0"/>
              <a:t>SASL/SCRAM:</a:t>
            </a:r>
            <a:r>
              <a:rPr lang="en-US" dirty="0"/>
              <a:t> Uses usernames and passwords stored in AWS Secrets Manager. Requires manual credential management.</a:t>
            </a:r>
          </a:p>
          <a:p>
            <a:pPr lvl="2"/>
            <a:r>
              <a:rPr lang="en-US" b="1" dirty="0"/>
              <a:t>IAM Access Control (Recommended):</a:t>
            </a:r>
            <a:r>
              <a:rPr lang="en-US" dirty="0"/>
              <a:t> Uses the ECS Task Execution Role to authenticate directly.</a:t>
            </a:r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ES" sz="1400" dirty="0"/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ES" sz="1400" dirty="0"/>
          </a:p>
          <a:p>
            <a:pPr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endParaRPr lang="es-ES" sz="1400" dirty="0">
              <a:cs typeface="Arial" panose="020B0604020202020204"/>
            </a:endParaRPr>
          </a:p>
        </p:txBody>
      </p:sp>
      <p:pic>
        <p:nvPicPr>
          <p:cNvPr id="11" name="Gráfico 10" descr="USB con relleno sólido">
            <a:extLst>
              <a:ext uri="{FF2B5EF4-FFF2-40B4-BE49-F238E27FC236}">
                <a16:creationId xmlns:a16="http://schemas.microsoft.com/office/drawing/2014/main" id="{0A177F23-1662-C8DE-529E-0EA709A86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307" y="1156878"/>
            <a:ext cx="581384" cy="581384"/>
          </a:xfrm>
          <a:prstGeom prst="rect">
            <a:avLst/>
          </a:prstGeom>
        </p:spPr>
      </p:pic>
      <p:pic>
        <p:nvPicPr>
          <p:cNvPr id="8" name="Gráfico 7" descr="Pergamino con relleno sólido">
            <a:extLst>
              <a:ext uri="{FF2B5EF4-FFF2-40B4-BE49-F238E27FC236}">
                <a16:creationId xmlns:a16="http://schemas.microsoft.com/office/drawing/2014/main" id="{2B90E957-4682-25E3-5D61-DEC9DB1AB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307" y="2921197"/>
            <a:ext cx="581384" cy="58138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18969A5-5881-F010-9C9B-E785DB514527}"/>
              </a:ext>
            </a:extLst>
          </p:cNvPr>
          <p:cNvSpPr txBox="1">
            <a:spLocks/>
          </p:cNvSpPr>
          <p:nvPr/>
        </p:nvSpPr>
        <p:spPr>
          <a:xfrm>
            <a:off x="1535726" y="4819650"/>
            <a:ext cx="9487874" cy="2038350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Why </a:t>
            </a:r>
            <a:r>
              <a:rPr lang="en-US" b="1" dirty="0" err="1"/>
              <a:t>kafka</a:t>
            </a:r>
            <a:r>
              <a:rPr lang="en-US" b="1" dirty="0"/>
              <a:t>-cluster is mandatory for IAM Roles</a:t>
            </a:r>
          </a:p>
          <a:p>
            <a:pPr lvl="2"/>
            <a:r>
              <a:rPr lang="en-US" dirty="0"/>
              <a:t>The AWS MSK IAM library is hardcoded to look for the </a:t>
            </a:r>
            <a:r>
              <a:rPr lang="en-US" dirty="0" err="1"/>
              <a:t>kafka</a:t>
            </a:r>
            <a:r>
              <a:rPr lang="en-US" dirty="0"/>
              <a:t>-cluster namespace. When an ECS task tries to connect to MSK using IAM, the MSK broker validates the request against a policy containing </a:t>
            </a:r>
            <a:r>
              <a:rPr lang="en-US" dirty="0" err="1"/>
              <a:t>kafka</a:t>
            </a:r>
            <a:r>
              <a:rPr lang="en-US" dirty="0"/>
              <a:t>-cluster actions.</a:t>
            </a:r>
          </a:p>
          <a:p>
            <a:pPr lvl="2"/>
            <a:r>
              <a:rPr lang="en-US" dirty="0"/>
              <a:t>Without the </a:t>
            </a:r>
            <a:r>
              <a:rPr lang="en-US" dirty="0" err="1"/>
              <a:t>kafka</a:t>
            </a:r>
            <a:r>
              <a:rPr lang="en-US" dirty="0"/>
              <a:t>-cluster permission prefix, </a:t>
            </a:r>
            <a:r>
              <a:rPr lang="en-US" b="1" dirty="0"/>
              <a:t>IAM authentication for Kafka cannot function.</a:t>
            </a:r>
            <a:r>
              <a:rPr lang="en-US" dirty="0"/>
              <a:t> Denying </a:t>
            </a:r>
            <a:r>
              <a:rPr lang="en-US" dirty="0" err="1"/>
              <a:t>kafka</a:t>
            </a:r>
            <a:r>
              <a:rPr lang="en-US" dirty="0"/>
              <a:t>-cluster is effectively the same as forbidding the use of IAM for Kafka communication, which would force us to use less secure methods like static passwords (SASL/SCRAM).</a:t>
            </a:r>
          </a:p>
        </p:txBody>
      </p:sp>
      <p:pic>
        <p:nvPicPr>
          <p:cNvPr id="9" name="Gráfico 8" descr="USB con relleno sólido">
            <a:extLst>
              <a:ext uri="{FF2B5EF4-FFF2-40B4-BE49-F238E27FC236}">
                <a16:creationId xmlns:a16="http://schemas.microsoft.com/office/drawing/2014/main" id="{0EA8C12C-AAE9-8DBE-5E16-6D2B5D70D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307" y="4914331"/>
            <a:ext cx="581384" cy="58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426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C183-3B1C-AF1E-8A70-6CA444D33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88EA33A-7A1A-AE14-26B7-F95C04724E1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prstGeom prst="rect">
            <a:avLst/>
          </a:prstGeom>
        </p:spPr>
        <p:txBody>
          <a:bodyPr vert="horz" lIns="475200" tIns="0" rIns="64800" bIns="176400" rtlCol="0" anchor="b" anchorCtr="0">
            <a:no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C1606C5-D483-4832-A0E9-CF578A9B5883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ítulo 4">
            <a:extLst>
              <a:ext uri="{FF2B5EF4-FFF2-40B4-BE49-F238E27FC236}">
                <a16:creationId xmlns:a16="http://schemas.microsoft.com/office/drawing/2014/main" id="{181D7F93-4FA3-6B1F-6A0E-3C16C4E48057}"/>
              </a:ext>
            </a:extLst>
          </p:cNvPr>
          <p:cNvSpPr txBox="1">
            <a:spLocks/>
          </p:cNvSpPr>
          <p:nvPr/>
        </p:nvSpPr>
        <p:spPr>
          <a:xfrm>
            <a:off x="632900" y="251998"/>
            <a:ext cx="11020620" cy="5813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2000"/>
              </a:lnSpc>
              <a:spcBef>
                <a:spcPct val="0"/>
              </a:spcBef>
              <a:buNone/>
              <a:defRPr sz="3600" kern="100" spc="-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dirty="0"/>
              <a:t>4. What we need from the ARB Team</a:t>
            </a:r>
            <a:endParaRPr lang="es-E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F3E8F06-3A83-BAE0-482D-FE289221DA27}"/>
              </a:ext>
            </a:extLst>
          </p:cNvPr>
          <p:cNvSpPr txBox="1">
            <a:spLocks/>
          </p:cNvSpPr>
          <p:nvPr/>
        </p:nvSpPr>
        <p:spPr>
          <a:xfrm>
            <a:off x="1535727" y="1156877"/>
            <a:ext cx="9687594" cy="2976095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When Spain IT tried to configure IAM-Roles we discovered don’t have </a:t>
            </a:r>
            <a:r>
              <a:rPr lang="en-US" dirty="0" err="1"/>
              <a:t>kafka</a:t>
            </a:r>
            <a:r>
              <a:rPr lang="en-US" dirty="0"/>
              <a:t>-cluster:* permissions </a:t>
            </a:r>
          </a:p>
          <a:p>
            <a:r>
              <a:rPr lang="en-US" dirty="0"/>
              <a:t>After consultancy with ET Cloud Operations Team, they encouraged us to reach out to you to get the service approved for Spain IT IAM Policies.</a:t>
            </a:r>
          </a:p>
          <a:p>
            <a:pPr>
              <a:buNone/>
            </a:pPr>
            <a:r>
              <a:rPr lang="en-US" dirty="0"/>
              <a:t>We don't need </a:t>
            </a:r>
            <a:r>
              <a:rPr lang="en-US" dirty="0" err="1"/>
              <a:t>kafka</a:t>
            </a:r>
            <a:r>
              <a:rPr lang="en-US" dirty="0"/>
              <a:t>-cluster:* (all actions). We can work with ET to define a "Least Privilege" policy that looks like this: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kafka-cluster:Connect</a:t>
            </a:r>
            <a:r>
              <a:rPr lang="es-ES" dirty="0">
                <a:cs typeface="Arial" panose="020B0604020202020204"/>
              </a:rPr>
              <a:t>“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kafka-cluster:AlterCluster</a:t>
            </a:r>
            <a:r>
              <a:rPr lang="es-ES" dirty="0">
                <a:cs typeface="Arial" panose="020B0604020202020204"/>
              </a:rPr>
              <a:t>“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kafka-cluster:DescribeCluster</a:t>
            </a:r>
            <a:r>
              <a:rPr lang="es-ES" dirty="0">
                <a:cs typeface="Arial" panose="020B0604020202020204"/>
              </a:rPr>
              <a:t>“</a:t>
            </a:r>
          </a:p>
          <a:p>
            <a:pPr lvl="3"/>
            <a:r>
              <a:rPr lang="es-ES" dirty="0">
                <a:cs typeface="Arial" panose="020B0604020202020204"/>
              </a:rPr>
              <a:t> "</a:t>
            </a:r>
            <a:r>
              <a:rPr lang="es-ES" dirty="0" err="1">
                <a:cs typeface="Arial" panose="020B0604020202020204"/>
              </a:rPr>
              <a:t>kafka-cluster</a:t>
            </a:r>
            <a:r>
              <a:rPr lang="es-ES" dirty="0">
                <a:cs typeface="Arial" panose="020B0604020202020204"/>
              </a:rPr>
              <a:t>:*</a:t>
            </a:r>
            <a:r>
              <a:rPr lang="es-ES" dirty="0" err="1">
                <a:cs typeface="Arial" panose="020B0604020202020204"/>
              </a:rPr>
              <a:t>Topic</a:t>
            </a:r>
            <a:r>
              <a:rPr lang="es-ES" dirty="0">
                <a:cs typeface="Arial" panose="020B0604020202020204"/>
              </a:rPr>
              <a:t>*",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kafka-cluster:WriteData</a:t>
            </a:r>
            <a:r>
              <a:rPr lang="es-ES" dirty="0">
                <a:cs typeface="Arial" panose="020B0604020202020204"/>
              </a:rPr>
              <a:t>",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kafka-cluster:ReadData</a:t>
            </a:r>
            <a:r>
              <a:rPr lang="es-ES" dirty="0">
                <a:cs typeface="Arial" panose="020B0604020202020204"/>
              </a:rPr>
              <a:t>“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kafka-cluster:AlterGroup</a:t>
            </a:r>
            <a:r>
              <a:rPr lang="es-ES" dirty="0">
                <a:cs typeface="Arial" panose="020B0604020202020204"/>
              </a:rPr>
              <a:t>",</a:t>
            </a:r>
          </a:p>
          <a:p>
            <a:pPr lvl="3"/>
            <a:r>
              <a:rPr lang="es-ES" dirty="0">
                <a:cs typeface="Arial" panose="020B0604020202020204"/>
              </a:rPr>
              <a:t>"</a:t>
            </a:r>
            <a:r>
              <a:rPr lang="es-ES" dirty="0" err="1">
                <a:cs typeface="Arial" panose="020B0604020202020204"/>
              </a:rPr>
              <a:t>kafka-cluster:DescribeGroup</a:t>
            </a:r>
            <a:r>
              <a:rPr lang="es-ES" dirty="0">
                <a:cs typeface="Arial" panose="020B0604020202020204"/>
              </a:rPr>
              <a:t>"</a:t>
            </a:r>
          </a:p>
          <a:p>
            <a:pPr lvl="1"/>
            <a:endParaRPr lang="es-ES" sz="1400" dirty="0">
              <a:cs typeface="Arial" panose="020B0604020202020204"/>
            </a:endParaRPr>
          </a:p>
        </p:txBody>
      </p:sp>
      <p:pic>
        <p:nvPicPr>
          <p:cNvPr id="11" name="Gráfico 10" descr="USB con relleno sólido">
            <a:extLst>
              <a:ext uri="{FF2B5EF4-FFF2-40B4-BE49-F238E27FC236}">
                <a16:creationId xmlns:a16="http://schemas.microsoft.com/office/drawing/2014/main" id="{CFA4B9AD-0224-C305-6128-BC9A11334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9307" y="1156878"/>
            <a:ext cx="581384" cy="581384"/>
          </a:xfrm>
          <a:prstGeom prst="rect">
            <a:avLst/>
          </a:prstGeom>
        </p:spPr>
      </p:pic>
      <p:pic>
        <p:nvPicPr>
          <p:cNvPr id="8" name="Gráfico 7" descr="Pergamino con relleno sólido">
            <a:extLst>
              <a:ext uri="{FF2B5EF4-FFF2-40B4-BE49-F238E27FC236}">
                <a16:creationId xmlns:a16="http://schemas.microsoft.com/office/drawing/2014/main" id="{86E509DF-2FF8-C0A3-DEA1-4818BE4FB9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9307" y="3842281"/>
            <a:ext cx="581384" cy="581384"/>
          </a:xfrm>
          <a:prstGeom prst="rect">
            <a:avLst/>
          </a:prstGeom>
        </p:spPr>
      </p:pic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BEA8983-576E-0B22-6576-3D2DF8012B15}"/>
              </a:ext>
            </a:extLst>
          </p:cNvPr>
          <p:cNvSpPr txBox="1">
            <a:spLocks/>
          </p:cNvSpPr>
          <p:nvPr/>
        </p:nvSpPr>
        <p:spPr>
          <a:xfrm>
            <a:off x="1535727" y="5004100"/>
            <a:ext cx="9687594" cy="1833972"/>
          </a:xfrm>
          <a:prstGeom prst="rect">
            <a:avLst/>
          </a:prstGeom>
        </p:spPr>
        <p:txBody>
          <a:bodyPr lIns="0" tIns="45720" rIns="91440" bIns="45720" anchor="t"/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Arial" panose="020B0604020202020204" pitchFamily="34" charset="0"/>
              <a:buChar char="​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000" indent="-18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▪"/>
              <a:defRPr sz="18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•"/>
              <a:defRPr sz="1600" b="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B0604020202020204" pitchFamily="34" charset="0"/>
              <a:buChar char="◦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8775" indent="-358775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SzPct val="90000"/>
              <a:buFont typeface="+mj-lt"/>
              <a:buAutoNum type="arabicPeriod"/>
              <a:tabLst/>
              <a:defRPr sz="18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>
                <a:srgbClr val="281805"/>
              </a:buClr>
              <a:buSzPct val="100000"/>
              <a:buFont typeface="Arial" panose="020E0502030303020204" pitchFamily="34" charset="0"/>
              <a:buChar char="–"/>
              <a:defRPr sz="1600" kern="100" spc="-3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0000" indent="-36000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rgbClr val="281805"/>
              </a:buClr>
              <a:buFont typeface="+mj-lt"/>
              <a:buAutoNum type="alphaLcPeriod"/>
              <a:defRPr sz="18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8pPr>
            <a:lvl9pPr marL="540000" indent="-180000" algn="l" defTabSz="914400" rtl="0" eaLnBrk="1" latinLnBrk="0" hangingPunct="1">
              <a:lnSpc>
                <a:spcPct val="95000"/>
              </a:lnSpc>
              <a:spcBef>
                <a:spcPts val="300"/>
              </a:spcBef>
              <a:buClrTx/>
              <a:buFont typeface="Arial" panose="02040503050406030204" pitchFamily="18" charset="0"/>
              <a:buChar char="–"/>
              <a:defRPr sz="1600" b="0" kern="100" spc="-30" baseline="0">
                <a:solidFill>
                  <a:srgbClr val="281805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Summary </a:t>
            </a:r>
          </a:p>
          <a:p>
            <a:r>
              <a:rPr lang="en-US"/>
              <a:t>By </a:t>
            </a:r>
            <a:r>
              <a:rPr lang="en-US" dirty="0"/>
              <a:t>approving </a:t>
            </a:r>
            <a:r>
              <a:rPr lang="en-US" dirty="0" err="1"/>
              <a:t>kafka</a:t>
            </a:r>
            <a:r>
              <a:rPr lang="en-US" dirty="0"/>
              <a:t>-cluster permissions, Security is enabling a </a:t>
            </a:r>
            <a:r>
              <a:rPr lang="en-US" b="1" dirty="0"/>
              <a:t>more secure, password-less architecture</a:t>
            </a:r>
            <a:r>
              <a:rPr lang="en-US" dirty="0"/>
              <a:t>. We move away from the risk of hardcoded credentials and gain the ability to use native AWS IAM policies to govern exactly which microservice can talk to which data stream.</a:t>
            </a:r>
          </a:p>
          <a:p>
            <a:endParaRPr lang="es-ES" sz="1400" dirty="0">
              <a:cs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087234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EED1B8EC-1262-A157-DBF7-30375A267A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23489" y="4307984"/>
            <a:ext cx="9372554" cy="169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0738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aegon 2023">
  <a:themeElements>
    <a:clrScheme name="Aegon july2023">
      <a:dk1>
        <a:srgbClr val="000000"/>
      </a:dk1>
      <a:lt1>
        <a:srgbClr val="FFFFFF"/>
      </a:lt1>
      <a:dk2>
        <a:srgbClr val="1D2550"/>
      </a:dk2>
      <a:lt2>
        <a:srgbClr val="E7FF00"/>
      </a:lt2>
      <a:accent1>
        <a:srgbClr val="4CD300"/>
      </a:accent1>
      <a:accent2>
        <a:srgbClr val="641EE0"/>
      </a:accent2>
      <a:accent3>
        <a:srgbClr val="FA69FF"/>
      </a:accent3>
      <a:accent4>
        <a:srgbClr val="1D2550"/>
      </a:accent4>
      <a:accent5>
        <a:srgbClr val="ADD6FB"/>
      </a:accent5>
      <a:accent6>
        <a:srgbClr val="AAA29C"/>
      </a:accent6>
      <a:hlink>
        <a:srgbClr val="641EE0"/>
      </a:hlink>
      <a:folHlink>
        <a:srgbClr val="81368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281805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50800" tIns="50800" rIns="50800" bIns="50800" rtlCol="0">
        <a:noAutofit/>
      </a:bodyPr>
      <a:lstStyle>
        <a:defPPr algn="l">
          <a:defRPr kern="100" spc="-30" smtClean="0"/>
        </a:defPPr>
      </a:lstStyle>
    </a:txDef>
  </a:objectDefaults>
  <a:extraClrSchemeLst/>
  <a:custClrLst>
    <a:custClr>
      <a:srgbClr val="FFFFFF"/>
    </a:custClr>
    <a:custClr name="Fresh Lime">
      <a:srgbClr val="E7FF00"/>
    </a:custClr>
    <a:custClr name="Grass Green">
      <a:srgbClr val="4CD300"/>
    </a:custClr>
    <a:custClr name="Hot Pink">
      <a:srgbClr val="FA69FF"/>
    </a:custClr>
    <a:custClr name="Sky Blue">
      <a:srgbClr val="63B6FF"/>
    </a:custClr>
    <a:custClr name="Lavender Purple">
      <a:srgbClr val="641EE0"/>
    </a:custClr>
    <a:custClr name="Crimson Red">
      <a:srgbClr val="CF0000"/>
    </a:custClr>
    <a:custClr name="Chocolate Brown">
      <a:srgbClr val="5E3930"/>
    </a:custClr>
    <a:custClr name="Forest Green">
      <a:srgbClr val="0B3F2D"/>
    </a:custClr>
    <a:custClr name="Night Blue">
      <a:srgbClr val="1D2550"/>
    </a:custClr>
    <a:custClr name="Pure White">
      <a:srgbClr val="FFFFFF"/>
    </a:custClr>
    <a:custClr>
      <a:srgbClr val="FFFFFF"/>
    </a:custClr>
    <a:custClr name="Grass Green 75%">
      <a:srgbClr val="77DD3E"/>
    </a:custClr>
    <a:custClr name="Hot Pink 75%">
      <a:srgbClr val="FA8BFD"/>
    </a:custClr>
    <a:custClr name="Sky Blue 75%">
      <a:srgbClr val="89C6FD"/>
    </a:custClr>
    <a:custClr name="Lavender Purple 75%">
      <a:srgbClr val="894AE6"/>
    </a:custClr>
    <a:custClr name="Crimson Red 75%">
      <a:srgbClr val="D93D3D"/>
    </a:custClr>
    <a:custClr>
      <a:srgbClr val="FFFFFF"/>
    </a:custClr>
    <a:custClr>
      <a:srgbClr val="FFFFFF"/>
    </a:custClr>
    <a:custClr name="Night Blue 75%">
      <a:srgbClr val="565C7C"/>
    </a:custClr>
    <a:custClr>
      <a:srgbClr val="FFFFFF"/>
    </a:custClr>
    <a:custClr>
      <a:srgbClr val="FFFFFF"/>
    </a:custClr>
    <a:custClr name="Grass Green 50%">
      <a:srgbClr val="A1E67B"/>
    </a:custClr>
    <a:custClr name="Hot Pink 50%">
      <a:srgbClr val="F9AFFB"/>
    </a:custClr>
    <a:custClr name="Sky Blue 50%">
      <a:srgbClr val="ADD6FB"/>
    </a:custClr>
    <a:custClr name="Lavender Purple 50%">
      <a:srgbClr val="AE82EC"/>
    </a:custClr>
    <a:custClr name="Crimson Red 50%">
      <a:srgbClr val="E17A7A"/>
    </a:custClr>
    <a:custClr>
      <a:srgbClr val="FFFFFF"/>
    </a:custClr>
    <a:custClr>
      <a:srgbClr val="FFFFFF"/>
    </a:custClr>
    <a:custClr name="Night Blue 50%">
      <a:srgbClr val="8E92A7"/>
    </a:custClr>
    <a:custClr>
      <a:srgbClr val="FFFFFF"/>
    </a:custClr>
    <a:custClr>
      <a:srgbClr val="FFFFFF"/>
    </a:custClr>
    <a:custClr name="Grass Green 25%">
      <a:srgbClr val="CCEEB8"/>
    </a:custClr>
    <a:custClr name="Hot Pink 25%">
      <a:srgbClr val="F7D2F8"/>
    </a:custClr>
    <a:custClr name="Sky Blue 25%">
      <a:srgbClr val="D1E6F8"/>
    </a:custClr>
    <a:custClr name="Lavender Purple 25%">
      <a:srgbClr val="D2BCF1"/>
    </a:custClr>
    <a:custClr name="Crimson Red 25%">
      <a:srgbClr val="EBB8B8"/>
    </a:custClr>
    <a:custClr>
      <a:srgbClr val="FFFFFF"/>
    </a:custClr>
    <a:custClr>
      <a:srgbClr val="FFFFFF"/>
    </a:custClr>
    <a:custClr name="Night Blue 25%">
      <a:srgbClr val="C6C8D3"/>
    </a:custClr>
    <a:custClr name="Aegon Blue">
      <a:srgbClr val="0066FF"/>
    </a:custClr>
    <a:custClr name="TransAmerica Red">
      <a:srgbClr val="FF2800"/>
    </a:custClr>
    <a:custClr name="Gray">
      <a:srgbClr val="AAA29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E9C7719BA2674E87B7020AFE4BF785" ma:contentTypeVersion="21" ma:contentTypeDescription="Create a new document." ma:contentTypeScope="" ma:versionID="dc1c849e338190c14f9f3d87fdee465a">
  <xsd:schema xmlns:xsd="http://www.w3.org/2001/XMLSchema" xmlns:xs="http://www.w3.org/2001/XMLSchema" xmlns:p="http://schemas.microsoft.com/office/2006/metadata/properties" xmlns:ns1="http://schemas.microsoft.com/sharepoint/v3" xmlns:ns2="487f2fa1-fc72-4f20-8220-1e0526b7e4a2" xmlns:ns3="09732e0d-af8c-4b41-aca2-b8ff35a29c81" xmlns:ns4="bfe6e0b6-a5a6-435d-956e-8490d4b03c3e" targetNamespace="http://schemas.microsoft.com/office/2006/metadata/properties" ma:root="true" ma:fieldsID="9ef168ee8209f67f29bbc45eb12958a5" ns1:_="" ns2:_="" ns3:_="" ns4:_="">
    <xsd:import namespace="http://schemas.microsoft.com/sharepoint/v3"/>
    <xsd:import namespace="487f2fa1-fc72-4f20-8220-1e0526b7e4a2"/>
    <xsd:import namespace="09732e0d-af8c-4b41-aca2-b8ff35a29c81"/>
    <xsd:import namespace="bfe6e0b6-a5a6-435d-956e-8490d4b03c3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1:_ip_UnifiedCompliancePolicyProperties" minOccurs="0"/>
                <xsd:element ref="ns1:_ip_UnifiedCompliancePolicyUIAction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f2fa1-fc72-4f20-8220-1e0526b7e4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3ecf46e-890a-4d8f-8227-d99d79ddb86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7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732e0d-af8c-4b41-aca2-b8ff35a29c81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6e0b6-a5a6-435d-956e-8490d4b03c3e" elementFormDefault="qualified">
    <xsd:import namespace="http://schemas.microsoft.com/office/2006/documentManagement/types"/>
    <xsd:import namespace="http://schemas.microsoft.com/office/infopath/2007/PartnerControls"/>
    <xsd:element name="TaxCatchAll" ma:index="24" nillable="true" ma:displayName="Taxonomy Catch All Column" ma:hidden="true" ma:list="{63556e2d-7100-4b81-867b-4ba5e3eee16c}" ma:internalName="TaxCatchAll" ma:showField="CatchAllData" ma:web="09732e0d-af8c-4b41-aca2-b8ff35a29c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bfe6e0b6-a5a6-435d-956e-8490d4b03c3e" xsi:nil="true"/>
    <_ip_UnifiedCompliancePolicyProperties xmlns="http://schemas.microsoft.com/sharepoint/v3" xsi:nil="true"/>
    <lcf76f155ced4ddcb4097134ff3c332f xmlns="487f2fa1-fc72-4f20-8220-1e0526b7e4a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F8965E2-BDC2-434D-A191-1793205283FE}">
  <ds:schemaRefs>
    <ds:schemaRef ds:uri="09732e0d-af8c-4b41-aca2-b8ff35a29c81"/>
    <ds:schemaRef ds:uri="487f2fa1-fc72-4f20-8220-1e0526b7e4a2"/>
    <ds:schemaRef ds:uri="bfe6e0b6-a5a6-435d-956e-8490d4b03c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DE864B5-7360-40FA-812E-60BFD811F2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0CAEB0-FC91-4AC9-B31C-C19DABBA56E6}">
  <ds:schemaRefs>
    <ds:schemaRef ds:uri="bfe6e0b6-a5a6-435d-956e-8490d4b03c3e"/>
    <ds:schemaRef ds:uri="http://schemas.microsoft.com/office/2006/documentManagement/types"/>
    <ds:schemaRef ds:uri="http://purl.org/dc/elements/1.1/"/>
    <ds:schemaRef ds:uri="http://schemas.microsoft.com/office/2006/metadata/properties"/>
    <ds:schemaRef ds:uri="09732e0d-af8c-4b41-aca2-b8ff35a29c81"/>
    <ds:schemaRef ds:uri="487f2fa1-fc72-4f20-8220-1e0526b7e4a2"/>
    <ds:schemaRef ds:uri="http://schemas.microsoft.com/sharepoint/v3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721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Office Theme</vt:lpstr>
      <vt:lpstr>aegon 2023</vt:lpstr>
      <vt:lpstr>think-cell Slide</vt:lpstr>
      <vt:lpstr>AWS MSK (Managed Streaming for Kafka)            Kafka-cluster permissions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Martín, Álvaro</dc:creator>
  <cp:lastModifiedBy>Ispentchian, Ara</cp:lastModifiedBy>
  <cp:revision>3</cp:revision>
  <dcterms:created xsi:type="dcterms:W3CDTF">2025-03-04T09:08:51Z</dcterms:created>
  <dcterms:modified xsi:type="dcterms:W3CDTF">2026-04-30T14:13:34Z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0x0101009BE9C7719BA2674E87B7020AFE4BF785</vt:lpwstr>
  </property>
  <property fmtid="{D5CDD505-2E9C-101B-9397-08002B2CF9AE}" pid="3" name="MediaServiceImageTags">
    <vt:lpwstr/>
  </property>
  <property fmtid="{D5CDD505-2E9C-101B-9397-08002B2CF9AE}" pid="4" name="MSIP_Label_f80fac54-5887-4bd1-804d-90736ea68144_Enabled">
    <vt:lpwstr>true</vt:lpwstr>
  </property>
  <property fmtid="{D5CDD505-2E9C-101B-9397-08002B2CF9AE}" pid="5" name="MSIP_Label_f80fac54-5887-4bd1-804d-90736ea68144_SiteId">
    <vt:lpwstr>46e16835-c804-41de-be3c-55835d14dee4</vt:lpwstr>
  </property>
  <property fmtid="{D5CDD505-2E9C-101B-9397-08002B2CF9AE}" pid="6" name="MSIP_Label_f80fac54-5887-4bd1-804d-90736ea68144_SetDate">
    <vt:lpwstr>2025-09-09T08:39:26Z</vt:lpwstr>
  </property>
  <property fmtid="{D5CDD505-2E9C-101B-9397-08002B2CF9AE}" pid="7" name="MSIP_Label_f80fac54-5887-4bd1-804d-90736ea68144_Method">
    <vt:lpwstr>Privileged</vt:lpwstr>
  </property>
  <property fmtid="{D5CDD505-2E9C-101B-9397-08002B2CF9AE}" pid="8" name="ClassificationContentMarkingFooterText">
    <vt:lpwstr>Internal</vt:lpwstr>
  </property>
  <property fmtid="{D5CDD505-2E9C-101B-9397-08002B2CF9AE}" pid="9" name="MSIP_Label_f80fac54-5887-4bd1-804d-90736ea68144_Name">
    <vt:lpwstr>!aegon-internal</vt:lpwstr>
  </property>
  <property fmtid="{D5CDD505-2E9C-101B-9397-08002B2CF9AE}" pid="10" name="MSIP_Label_f80fac54-5887-4bd1-804d-90736ea68144_ContentBits">
    <vt:lpwstr>2</vt:lpwstr>
  </property>
  <property fmtid="{D5CDD505-2E9C-101B-9397-08002B2CF9AE}" pid="11" name="ClassificationContentMarkingFooterLocations">
    <vt:lpwstr>Office Theme:8\aegon 2023:7</vt:lpwstr>
  </property>
  <property fmtid="{D5CDD505-2E9C-101B-9397-08002B2CF9AE}" pid="12" name="MSIP_Label_f80fac54-5887-4bd1-804d-90736ea68144_ActionId">
    <vt:lpwstr>3e7aba62-2437-408c-b41c-1ebece83c1ae</vt:lpwstr>
  </property>
  <property fmtid="{D5CDD505-2E9C-101B-9397-08002B2CF9AE}" pid="13" name="MSIP_Label_f80fac54-5887-4bd1-804d-90736ea68144_Tag">
    <vt:lpwstr>10, 0, 1, 1</vt:lpwstr>
  </property>
</Properties>
</file>
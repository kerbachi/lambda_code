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3" r:id="rId4"/>
  </p:sldMasterIdLst>
  <p:notesMasterIdLst>
    <p:notesMasterId r:id="rId18"/>
  </p:notesMasterIdLst>
  <p:handoutMasterIdLst>
    <p:handoutMasterId r:id="rId19"/>
  </p:handoutMasterIdLst>
  <p:sldIdLst>
    <p:sldId id="2145705877" r:id="rId5"/>
    <p:sldId id="2145705955" r:id="rId6"/>
    <p:sldId id="2145705956" r:id="rId7"/>
    <p:sldId id="2145705958" r:id="rId8"/>
    <p:sldId id="2145705957" r:id="rId9"/>
    <p:sldId id="2145705968" r:id="rId10"/>
    <p:sldId id="2145705967" r:id="rId11"/>
    <p:sldId id="2145705964" r:id="rId12"/>
    <p:sldId id="2145705965" r:id="rId13"/>
    <p:sldId id="2145705962" r:id="rId14"/>
    <p:sldId id="2145705952" r:id="rId15"/>
    <p:sldId id="2145705940" r:id="rId16"/>
    <p:sldId id="2145705966" r:id="rId17"/>
  </p:sldIdLst>
  <p:sldSz cx="12192000" cy="6858000"/>
  <p:notesSz cx="6761163" cy="9942513"/>
  <p:custDataLst>
    <p:tags r:id="rId20"/>
  </p:custDataLst>
  <p:defaultTextStyle>
    <a:defPPr>
      <a:defRPr lang="en-US"/>
    </a:defPPr>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defaultTextStyle>
  <p:extLst>
    <p:ext uri="{521415D9-36F7-43E2-AB2F-B90AF26B5E84}">
      <p14:sectionLst xmlns:p14="http://schemas.microsoft.com/office/powerpoint/2010/main">
        <p14:section name="Info" id="{CC1E9568-58ED-40DE-97CA-42AE86D37170}">
          <p14:sldIdLst>
            <p14:sldId id="2145705877"/>
          </p14:sldIdLst>
        </p14:section>
        <p14:section name="Content" id="{B4B5DBE8-259D-4E39-852E-B7395AACDB3D}">
          <p14:sldIdLst>
            <p14:sldId id="2145705955"/>
            <p14:sldId id="2145705956"/>
            <p14:sldId id="2145705958"/>
            <p14:sldId id="2145705957"/>
            <p14:sldId id="2145705968"/>
            <p14:sldId id="2145705967"/>
            <p14:sldId id="2145705964"/>
            <p14:sldId id="2145705965"/>
            <p14:sldId id="2145705962"/>
            <p14:sldId id="2145705952"/>
          </p14:sldIdLst>
        </p14:section>
        <p14:section name="Closing" id="{843E1B55-373F-4F04-A07A-94217B79BB6C}">
          <p14:sldIdLst>
            <p14:sldId id="2145705940"/>
            <p14:sldId id="214570596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838" userDrawn="1">
          <p15:clr>
            <a:srgbClr val="A4A3A4"/>
          </p15:clr>
        </p15:guide>
        <p15:guide id="4" orient="horz" pos="890" userDrawn="1">
          <p15:clr>
            <a:srgbClr val="A4A3A4"/>
          </p15:clr>
        </p15:guide>
        <p15:guide id="6" pos="302" userDrawn="1">
          <p15:clr>
            <a:srgbClr val="A4A3A4"/>
          </p15:clr>
        </p15:guide>
        <p15:guide id="7" pos="7378" userDrawn="1">
          <p15:clr>
            <a:srgbClr val="A4A3A4"/>
          </p15:clr>
        </p15:guide>
        <p15:guide id="8" orient="horz" pos="11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8B77C2-5A68-1EDA-61A5-2447679BE25C}" name="Alicia Castro" initials="AC" userId="S::alicia@totaldesign.com::3977efb3-a04f-4d2d-b648-9a767114394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9D7B26C5-4107-4FEC-AEDC-1716B250A1A1}" styleName="Neutral Grey">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A2}" styleName="Grass Green">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rgbClr val="CCEEB8"/>
          </a:solidFill>
        </a:fill>
      </a:tcStyle>
    </a:band1H>
    <a:band2H>
      <a:tcStyle>
        <a:tcBdr/>
      </a:tcStyle>
    </a:band2H>
    <a:band1V>
      <a:tcStyle>
        <a:tcBdr/>
        <a:fill>
          <a:solidFill>
            <a:srgbClr val="CCEEB8"/>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A3}" styleName="Lavender Purple">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rgbClr val="D2BCF1"/>
          </a:solidFill>
        </a:fill>
      </a:tcStyle>
    </a:band1H>
    <a:band2H>
      <a:tcStyle>
        <a:tcBdr/>
      </a:tcStyle>
    </a:band2H>
    <a:band1V>
      <a:tcStyle>
        <a:tcBdr/>
        <a:fill>
          <a:solidFill>
            <a:srgbClr val="D2BCF1"/>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A4}" styleName="Hot Pink">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rgbClr val="F7D2F8"/>
          </a:solidFill>
        </a:fill>
      </a:tcStyle>
    </a:band1H>
    <a:band2H>
      <a:tcStyle>
        <a:tcBdr/>
      </a:tcStyle>
    </a:band2H>
    <a:band1V>
      <a:tcStyle>
        <a:tcBdr/>
        <a:fill>
          <a:solidFill>
            <a:srgbClr val="F7D2F8"/>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A5}" styleName="Night Blue">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rgbClr val="C6C8D3"/>
          </a:solidFill>
        </a:fill>
      </a:tcStyle>
    </a:band1H>
    <a:band2H>
      <a:tcStyle>
        <a:tcBdr/>
      </a:tcStyle>
    </a:band2H>
    <a:band1V>
      <a:tcStyle>
        <a:tcBdr/>
        <a:fill>
          <a:solidFill>
            <a:srgbClr val="C6C8D3"/>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A6}" styleName="Sky Blue">
    <a:wholeTbl>
      <a:tcTxStyle>
        <a:fontRef idx="minor">
          <a:scrgbClr r="0" g="0" b="0"/>
        </a:fontRef>
        <a:schemeClr val="tx1"/>
      </a:tcTxStyle>
      <a:tcStyle>
        <a:tcBdr>
          <a:left>
            <a:ln>
              <a:noFill/>
            </a:ln>
          </a:left>
          <a:right>
            <a:ln>
              <a:noFill/>
            </a:ln>
          </a:right>
          <a:top>
            <a:ln w="12700" cmpd="sng">
              <a:solidFill>
                <a:srgbClr val="63B6FF"/>
              </a:solidFill>
            </a:ln>
          </a:top>
          <a:bottom>
            <a:ln w="12700" cmpd="sng">
              <a:solidFill>
                <a:srgbClr val="63B6FF"/>
              </a:solidFill>
            </a:ln>
          </a:bottom>
          <a:insideH>
            <a:ln>
              <a:noFill/>
            </a:ln>
          </a:insideH>
          <a:insideV>
            <a:ln>
              <a:noFill/>
            </a:ln>
          </a:insideV>
        </a:tcBdr>
        <a:fill>
          <a:noFill/>
        </a:fill>
      </a:tcStyle>
    </a:wholeTbl>
    <a:band1H>
      <a:tcStyle>
        <a:tcBdr/>
        <a:fill>
          <a:solidFill>
            <a:srgbClr val="D1E6F8"/>
          </a:solidFill>
        </a:fill>
      </a:tcStyle>
    </a:band1H>
    <a:band2H>
      <a:tcStyle>
        <a:tcBdr/>
      </a:tcStyle>
    </a:band2H>
    <a:band1V>
      <a:tcStyle>
        <a:tcBdr/>
        <a:fill>
          <a:solidFill>
            <a:srgbClr val="D1E6F8"/>
          </a:solidFill>
        </a:fill>
      </a:tcStyle>
    </a:band1V>
    <a:lastCol>
      <a:tcTxStyle b="on"/>
      <a:tcStyle>
        <a:tcBdr/>
      </a:tcStyle>
    </a:lastCol>
    <a:firstCol>
      <a:tcTxStyle b="on"/>
      <a:tcStyle>
        <a:tcBdr/>
      </a:tcStyle>
    </a:firstCol>
    <a:lastRow>
      <a:tcTxStyle b="on"/>
      <a:tcStyle>
        <a:tcBdr>
          <a:top>
            <a:ln w="12700" cmpd="sng">
              <a:solidFill>
                <a:srgbClr val="63B6FF"/>
              </a:solidFill>
            </a:ln>
          </a:top>
        </a:tcBdr>
        <a:fill>
          <a:noFill/>
        </a:fill>
      </a:tcStyle>
    </a:lastRow>
    <a:firstRow>
      <a:tcTxStyle b="on"/>
      <a:tcStyle>
        <a:tcBdr>
          <a:bottom>
            <a:ln w="12700" cmpd="sng">
              <a:solidFill>
                <a:srgbClr val="63B6FF"/>
              </a:solidFill>
            </a:ln>
          </a:bottom>
        </a:tcBdr>
        <a:fill>
          <a:noFill/>
        </a:fill>
      </a:tcStyle>
    </a:firstRow>
  </a:tblStyle>
  <a:tblStyle styleId="{68D230F3-CF80-4859-8CE7-A43EE81993A7}" styleName="Crimson Red">
    <a:wholeTbl>
      <a:tcTxStyle>
        <a:fontRef idx="minor">
          <a:scrgbClr r="0" g="0" b="0"/>
        </a:fontRef>
        <a:schemeClr val="tx1"/>
      </a:tcTxStyle>
      <a:tcStyle>
        <a:tcBdr>
          <a:left>
            <a:ln>
              <a:noFill/>
            </a:ln>
          </a:left>
          <a:right>
            <a:ln>
              <a:noFill/>
            </a:ln>
          </a:right>
          <a:top>
            <a:ln w="12700" cmpd="sng">
              <a:solidFill>
                <a:srgbClr val="CF0000"/>
              </a:solidFill>
            </a:ln>
          </a:top>
          <a:bottom>
            <a:ln w="12700" cmpd="sng">
              <a:solidFill>
                <a:srgbClr val="CF0000"/>
              </a:solidFill>
            </a:ln>
          </a:bottom>
          <a:insideH>
            <a:ln>
              <a:noFill/>
            </a:ln>
          </a:insideH>
          <a:insideV>
            <a:ln>
              <a:noFill/>
            </a:ln>
          </a:insideV>
        </a:tcBdr>
        <a:fill>
          <a:noFill/>
        </a:fill>
      </a:tcStyle>
    </a:wholeTbl>
    <a:band1H>
      <a:tcStyle>
        <a:tcBdr/>
        <a:fill>
          <a:solidFill>
            <a:srgbClr val="EBB8B8"/>
          </a:solidFill>
        </a:fill>
      </a:tcStyle>
    </a:band1H>
    <a:band2H>
      <a:tcStyle>
        <a:tcBdr/>
      </a:tcStyle>
    </a:band2H>
    <a:band1V>
      <a:tcStyle>
        <a:tcBdr/>
        <a:fill>
          <a:solidFill>
            <a:srgbClr val="EBB8B8"/>
          </a:solidFill>
        </a:fill>
      </a:tcStyle>
    </a:band1V>
    <a:lastCol>
      <a:tcTxStyle b="on"/>
      <a:tcStyle>
        <a:tcBdr/>
      </a:tcStyle>
    </a:lastCol>
    <a:firstCol>
      <a:tcTxStyle b="on"/>
      <a:tcStyle>
        <a:tcBdr/>
      </a:tcStyle>
    </a:firstCol>
    <a:lastRow>
      <a:tcTxStyle b="on"/>
      <a:tcStyle>
        <a:tcBdr>
          <a:top>
            <a:ln w="12700" cmpd="sng">
              <a:solidFill>
                <a:srgbClr val="CF0000"/>
              </a:solidFill>
            </a:ln>
          </a:top>
        </a:tcBdr>
        <a:fill>
          <a:noFill/>
        </a:fill>
      </a:tcStyle>
    </a:lastRow>
    <a:firstRow>
      <a:tcTxStyle b="on"/>
      <a:tcStyle>
        <a:tcBdr>
          <a:bottom>
            <a:ln w="12700" cmpd="sng">
              <a:solidFill>
                <a:srgbClr val="CF0000"/>
              </a:solidFill>
            </a:ln>
          </a:bottom>
        </a:tcBdr>
        <a:fill>
          <a:noFill/>
        </a:fill>
      </a:tcStyle>
    </a:firstRow>
  </a:tblStyle>
  <a:tblStyle styleId="{9D7B26C5-4107-4FEC-AEDC-1716B250A1EF}" styleName="Neutral Grey">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Grass Green">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rgbClr val="CCEEB8"/>
          </a:solidFill>
        </a:fill>
      </a:tcStyle>
    </a:band1H>
    <a:band2H>
      <a:tcStyle>
        <a:tcBdr/>
      </a:tcStyle>
    </a:band2H>
    <a:band1V>
      <a:tcStyle>
        <a:tcBdr/>
        <a:fill>
          <a:solidFill>
            <a:srgbClr val="CCEEB8"/>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avender Purple">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rgbClr val="D2BCF1"/>
          </a:solidFill>
        </a:fill>
      </a:tcStyle>
    </a:band1H>
    <a:band2H>
      <a:tcStyle>
        <a:tcBdr/>
      </a:tcStyle>
    </a:band2H>
    <a:band1V>
      <a:tcStyle>
        <a:tcBdr/>
        <a:fill>
          <a:solidFill>
            <a:srgbClr val="D2BCF1"/>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Hot Pink">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rgbClr val="F7D2F8"/>
          </a:solidFill>
        </a:fill>
      </a:tcStyle>
    </a:band1H>
    <a:band2H>
      <a:tcStyle>
        <a:tcBdr/>
      </a:tcStyle>
    </a:band2H>
    <a:band1V>
      <a:tcStyle>
        <a:tcBdr/>
        <a:fill>
          <a:solidFill>
            <a:srgbClr val="F7D2F8"/>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Night Blue">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rgbClr val="C6C8D3"/>
          </a:solidFill>
        </a:fill>
      </a:tcStyle>
    </a:band1H>
    <a:band2H>
      <a:tcStyle>
        <a:tcBdr/>
      </a:tcStyle>
    </a:band2H>
    <a:band1V>
      <a:tcStyle>
        <a:tcBdr/>
        <a:fill>
          <a:solidFill>
            <a:srgbClr val="C6C8D3"/>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Sky Blue">
    <a:wholeTbl>
      <a:tcTxStyle>
        <a:fontRef idx="minor">
          <a:scrgbClr r="0" g="0" b="0"/>
        </a:fontRef>
        <a:schemeClr val="tx1"/>
      </a:tcTxStyle>
      <a:tcStyle>
        <a:tcBdr>
          <a:left>
            <a:ln>
              <a:noFill/>
            </a:ln>
          </a:left>
          <a:right>
            <a:ln>
              <a:noFill/>
            </a:ln>
          </a:right>
          <a:top>
            <a:ln w="12700" cmpd="sng">
              <a:solidFill>
                <a:srgbClr val="63B6FF"/>
              </a:solidFill>
            </a:ln>
          </a:top>
          <a:bottom>
            <a:ln w="12700" cmpd="sng">
              <a:solidFill>
                <a:srgbClr val="63B6FF"/>
              </a:solidFill>
            </a:ln>
          </a:bottom>
          <a:insideH>
            <a:ln>
              <a:noFill/>
            </a:ln>
          </a:insideH>
          <a:insideV>
            <a:ln>
              <a:noFill/>
            </a:ln>
          </a:insideV>
        </a:tcBdr>
        <a:fill>
          <a:noFill/>
        </a:fill>
      </a:tcStyle>
    </a:wholeTbl>
    <a:band1H>
      <a:tcStyle>
        <a:tcBdr/>
        <a:fill>
          <a:solidFill>
            <a:srgbClr val="D1E6F8"/>
          </a:solidFill>
        </a:fill>
      </a:tcStyle>
    </a:band1H>
    <a:band2H>
      <a:tcStyle>
        <a:tcBdr/>
      </a:tcStyle>
    </a:band2H>
    <a:band1V>
      <a:tcStyle>
        <a:tcBdr/>
        <a:fill>
          <a:solidFill>
            <a:srgbClr val="D1E6F8"/>
          </a:solidFill>
        </a:fill>
      </a:tcStyle>
    </a:band1V>
    <a:lastCol>
      <a:tcTxStyle b="on"/>
      <a:tcStyle>
        <a:tcBdr/>
      </a:tcStyle>
    </a:lastCol>
    <a:firstCol>
      <a:tcTxStyle b="on"/>
      <a:tcStyle>
        <a:tcBdr/>
      </a:tcStyle>
    </a:firstCol>
    <a:lastRow>
      <a:tcTxStyle b="on"/>
      <a:tcStyle>
        <a:tcBdr>
          <a:top>
            <a:ln w="12700" cmpd="sng">
              <a:solidFill>
                <a:srgbClr val="63B6FF"/>
              </a:solidFill>
            </a:ln>
          </a:top>
        </a:tcBdr>
        <a:fill>
          <a:noFill/>
        </a:fill>
      </a:tcStyle>
    </a:lastRow>
    <a:firstRow>
      <a:tcTxStyle b="on"/>
      <a:tcStyle>
        <a:tcBdr>
          <a:bottom>
            <a:ln w="12700" cmpd="sng">
              <a:solidFill>
                <a:srgbClr val="63B6FF"/>
              </a:solidFill>
            </a:ln>
          </a:bottom>
        </a:tcBdr>
        <a:fill>
          <a:noFill/>
        </a:fill>
      </a:tcStyle>
    </a:firstRow>
  </a:tblStyle>
  <a:tblStyle styleId="{68D230F3-CF80-4859-8CE7-A43EE81993B5}" styleName="Crimson Red">
    <a:wholeTbl>
      <a:tcTxStyle>
        <a:fontRef idx="minor">
          <a:scrgbClr r="0" g="0" b="0"/>
        </a:fontRef>
        <a:schemeClr val="tx1"/>
      </a:tcTxStyle>
      <a:tcStyle>
        <a:tcBdr>
          <a:left>
            <a:ln>
              <a:noFill/>
            </a:ln>
          </a:left>
          <a:right>
            <a:ln>
              <a:noFill/>
            </a:ln>
          </a:right>
          <a:top>
            <a:ln w="12700" cmpd="sng">
              <a:solidFill>
                <a:srgbClr val="CF0000"/>
              </a:solidFill>
            </a:ln>
          </a:top>
          <a:bottom>
            <a:ln w="12700" cmpd="sng">
              <a:solidFill>
                <a:srgbClr val="CF0000"/>
              </a:solidFill>
            </a:ln>
          </a:bottom>
          <a:insideH>
            <a:ln>
              <a:noFill/>
            </a:ln>
          </a:insideH>
          <a:insideV>
            <a:ln>
              <a:noFill/>
            </a:ln>
          </a:insideV>
        </a:tcBdr>
        <a:fill>
          <a:noFill/>
        </a:fill>
      </a:tcStyle>
    </a:wholeTbl>
    <a:band1H>
      <a:tcStyle>
        <a:tcBdr/>
        <a:fill>
          <a:solidFill>
            <a:srgbClr val="EBB8B8"/>
          </a:solidFill>
        </a:fill>
      </a:tcStyle>
    </a:band1H>
    <a:band2H>
      <a:tcStyle>
        <a:tcBdr/>
      </a:tcStyle>
    </a:band2H>
    <a:band1V>
      <a:tcStyle>
        <a:tcBdr/>
        <a:fill>
          <a:solidFill>
            <a:srgbClr val="EBB8B8"/>
          </a:solidFill>
        </a:fill>
      </a:tcStyle>
    </a:band1V>
    <a:lastCol>
      <a:tcTxStyle b="on"/>
      <a:tcStyle>
        <a:tcBdr/>
      </a:tcStyle>
    </a:lastCol>
    <a:firstCol>
      <a:tcTxStyle b="on"/>
      <a:tcStyle>
        <a:tcBdr/>
      </a:tcStyle>
    </a:firstCol>
    <a:lastRow>
      <a:tcTxStyle b="on"/>
      <a:tcStyle>
        <a:tcBdr>
          <a:top>
            <a:ln w="12700" cmpd="sng">
              <a:solidFill>
                <a:srgbClr val="CF0000"/>
              </a:solidFill>
            </a:ln>
          </a:top>
        </a:tcBdr>
        <a:fill>
          <a:noFill/>
        </a:fill>
      </a:tcStyle>
    </a:lastRow>
    <a:firstRow>
      <a:tcTxStyle b="on"/>
      <a:tcStyle>
        <a:tcBdr>
          <a:bottom>
            <a:ln w="12700" cmpd="sng">
              <a:solidFill>
                <a:srgbClr val="CF0000"/>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91" y="178"/>
      </p:cViewPr>
      <p:guideLst>
        <p:guide orient="horz" pos="2160"/>
        <p:guide pos="3840"/>
        <p:guide orient="horz" pos="3838"/>
        <p:guide orient="horz" pos="890"/>
        <p:guide pos="302"/>
        <p:guide pos="7378"/>
        <p:guide orient="horz" pos="111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euw  A Joeng, Henny" userId="d644a47e-b325-48c3-b359-733f231dc72e" providerId="ADAL" clId="{EA3645FC-33F4-4B82-99A7-DABDAD6826DD}"/>
    <pc:docChg chg="undo custSel modSld">
      <pc:chgData name="Lieuw  A Joeng, Henny" userId="d644a47e-b325-48c3-b359-733f231dc72e" providerId="ADAL" clId="{EA3645FC-33F4-4B82-99A7-DABDAD6826DD}" dt="2024-10-15T09:51:23.771" v="711" actId="14100"/>
      <pc:docMkLst>
        <pc:docMk/>
      </pc:docMkLst>
      <pc:sldChg chg="modSp mod">
        <pc:chgData name="Lieuw  A Joeng, Henny" userId="d644a47e-b325-48c3-b359-733f231dc72e" providerId="ADAL" clId="{EA3645FC-33F4-4B82-99A7-DABDAD6826DD}" dt="2024-10-15T09:07:31.956" v="121" actId="20577"/>
        <pc:sldMkLst>
          <pc:docMk/>
          <pc:sldMk cId="3029006354" sldId="2145705877"/>
        </pc:sldMkLst>
        <pc:spChg chg="mod">
          <ac:chgData name="Lieuw  A Joeng, Henny" userId="d644a47e-b325-48c3-b359-733f231dc72e" providerId="ADAL" clId="{EA3645FC-33F4-4B82-99A7-DABDAD6826DD}" dt="2024-10-15T09:04:38.969" v="95" actId="20577"/>
          <ac:spMkLst>
            <pc:docMk/>
            <pc:sldMk cId="3029006354" sldId="2145705877"/>
            <ac:spMk id="4" creationId="{94901B36-4345-7D13-D40E-A9A6C1547980}"/>
          </ac:spMkLst>
        </pc:spChg>
        <pc:spChg chg="mod">
          <ac:chgData name="Lieuw  A Joeng, Henny" userId="d644a47e-b325-48c3-b359-733f231dc72e" providerId="ADAL" clId="{EA3645FC-33F4-4B82-99A7-DABDAD6826DD}" dt="2024-10-15T09:04:33.612" v="92" actId="20577"/>
          <ac:spMkLst>
            <pc:docMk/>
            <pc:sldMk cId="3029006354" sldId="2145705877"/>
            <ac:spMk id="7" creationId="{4BD14AE1-7754-2FE5-C11C-DC3B6E45FC73}"/>
          </ac:spMkLst>
        </pc:spChg>
        <pc:spChg chg="mod">
          <ac:chgData name="Lieuw  A Joeng, Henny" userId="d644a47e-b325-48c3-b359-733f231dc72e" providerId="ADAL" clId="{EA3645FC-33F4-4B82-99A7-DABDAD6826DD}" dt="2024-10-15T09:07:31.956" v="121" actId="20577"/>
          <ac:spMkLst>
            <pc:docMk/>
            <pc:sldMk cId="3029006354" sldId="2145705877"/>
            <ac:spMk id="16" creationId="{E75F70BD-F00F-8B33-F916-21014B7A56D1}"/>
          </ac:spMkLst>
        </pc:spChg>
      </pc:sldChg>
      <pc:sldChg chg="modSp mod">
        <pc:chgData name="Lieuw  A Joeng, Henny" userId="d644a47e-b325-48c3-b359-733f231dc72e" providerId="ADAL" clId="{EA3645FC-33F4-4B82-99A7-DABDAD6826DD}" dt="2024-10-15T09:05:19.560" v="107" actId="20577"/>
        <pc:sldMkLst>
          <pc:docMk/>
          <pc:sldMk cId="946398415" sldId="2145705955"/>
        </pc:sldMkLst>
        <pc:graphicFrameChg chg="modGraphic">
          <ac:chgData name="Lieuw  A Joeng, Henny" userId="d644a47e-b325-48c3-b359-733f231dc72e" providerId="ADAL" clId="{EA3645FC-33F4-4B82-99A7-DABDAD6826DD}" dt="2024-10-15T09:05:19.560" v="107" actId="20577"/>
          <ac:graphicFrameMkLst>
            <pc:docMk/>
            <pc:sldMk cId="946398415" sldId="2145705955"/>
            <ac:graphicFrameMk id="3" creationId="{A0DBF957-6EAC-F051-3ECA-D8ADC4334285}"/>
          </ac:graphicFrameMkLst>
        </pc:graphicFrameChg>
      </pc:sldChg>
      <pc:sldChg chg="modSp mod">
        <pc:chgData name="Lieuw  A Joeng, Henny" userId="d644a47e-b325-48c3-b359-733f231dc72e" providerId="ADAL" clId="{EA3645FC-33F4-4B82-99A7-DABDAD6826DD}" dt="2024-10-15T09:07:44.825" v="122" actId="20577"/>
        <pc:sldMkLst>
          <pc:docMk/>
          <pc:sldMk cId="1816451652" sldId="2145705956"/>
        </pc:sldMkLst>
        <pc:spChg chg="mod">
          <ac:chgData name="Lieuw  A Joeng, Henny" userId="d644a47e-b325-48c3-b359-733f231dc72e" providerId="ADAL" clId="{EA3645FC-33F4-4B82-99A7-DABDAD6826DD}" dt="2024-10-15T09:05:43.221" v="109" actId="5793"/>
          <ac:spMkLst>
            <pc:docMk/>
            <pc:sldMk cId="1816451652" sldId="2145705956"/>
            <ac:spMk id="4" creationId="{46263954-D867-0C03-885E-DB2B5CEB6E98}"/>
          </ac:spMkLst>
        </pc:spChg>
        <pc:graphicFrameChg chg="modGraphic">
          <ac:chgData name="Lieuw  A Joeng, Henny" userId="d644a47e-b325-48c3-b359-733f231dc72e" providerId="ADAL" clId="{EA3645FC-33F4-4B82-99A7-DABDAD6826DD}" dt="2024-10-15T09:07:44.825" v="122" actId="20577"/>
          <ac:graphicFrameMkLst>
            <pc:docMk/>
            <pc:sldMk cId="1816451652" sldId="2145705956"/>
            <ac:graphicFrameMk id="3" creationId="{7CCD0520-FB86-EECE-18E7-FFB93CD37C0B}"/>
          </ac:graphicFrameMkLst>
        </pc:graphicFrameChg>
      </pc:sldChg>
      <pc:sldChg chg="modSp mod">
        <pc:chgData name="Lieuw  A Joeng, Henny" userId="d644a47e-b325-48c3-b359-733f231dc72e" providerId="ADAL" clId="{EA3645FC-33F4-4B82-99A7-DABDAD6826DD}" dt="2024-10-15T09:50:57.954" v="707" actId="20577"/>
        <pc:sldMkLst>
          <pc:docMk/>
          <pc:sldMk cId="240190365" sldId="2145705957"/>
        </pc:sldMkLst>
        <pc:spChg chg="mod">
          <ac:chgData name="Lieuw  A Joeng, Henny" userId="d644a47e-b325-48c3-b359-733f231dc72e" providerId="ADAL" clId="{EA3645FC-33F4-4B82-99A7-DABDAD6826DD}" dt="2024-10-15T09:50:57.954" v="707" actId="20577"/>
          <ac:spMkLst>
            <pc:docMk/>
            <pc:sldMk cId="240190365" sldId="2145705957"/>
            <ac:spMk id="4" creationId="{4EBE6E83-038C-D644-58FD-19EAA25EC3F8}"/>
          </ac:spMkLst>
        </pc:spChg>
      </pc:sldChg>
      <pc:sldChg chg="modSp mod">
        <pc:chgData name="Lieuw  A Joeng, Henny" userId="d644a47e-b325-48c3-b359-733f231dc72e" providerId="ADAL" clId="{EA3645FC-33F4-4B82-99A7-DABDAD6826DD}" dt="2024-10-15T09:28:14.809" v="200" actId="255"/>
        <pc:sldMkLst>
          <pc:docMk/>
          <pc:sldMk cId="4015316841" sldId="2145705958"/>
        </pc:sldMkLst>
        <pc:spChg chg="mod">
          <ac:chgData name="Lieuw  A Joeng, Henny" userId="d644a47e-b325-48c3-b359-733f231dc72e" providerId="ADAL" clId="{EA3645FC-33F4-4B82-99A7-DABDAD6826DD}" dt="2024-10-15T09:23:20.094" v="125"/>
          <ac:spMkLst>
            <pc:docMk/>
            <pc:sldMk cId="4015316841" sldId="2145705958"/>
            <ac:spMk id="12" creationId="{038BF65D-2425-74AE-954E-90662F0196BC}"/>
          </ac:spMkLst>
        </pc:spChg>
        <pc:spChg chg="mod">
          <ac:chgData name="Lieuw  A Joeng, Henny" userId="d644a47e-b325-48c3-b359-733f231dc72e" providerId="ADAL" clId="{EA3645FC-33F4-4B82-99A7-DABDAD6826DD}" dt="2024-10-15T09:28:14.809" v="200" actId="255"/>
          <ac:spMkLst>
            <pc:docMk/>
            <pc:sldMk cId="4015316841" sldId="2145705958"/>
            <ac:spMk id="13" creationId="{12E8663C-AA01-C6EB-E2C6-563C6038491A}"/>
          </ac:spMkLst>
        </pc:spChg>
      </pc:sldChg>
      <pc:sldChg chg="addSp delSp modSp mod">
        <pc:chgData name="Lieuw  A Joeng, Henny" userId="d644a47e-b325-48c3-b359-733f231dc72e" providerId="ADAL" clId="{EA3645FC-33F4-4B82-99A7-DABDAD6826DD}" dt="2024-10-15T09:51:23.771" v="711" actId="14100"/>
        <pc:sldMkLst>
          <pc:docMk/>
          <pc:sldMk cId="2126000999" sldId="2145705959"/>
        </pc:sldMkLst>
        <pc:picChg chg="add mod">
          <ac:chgData name="Lieuw  A Joeng, Henny" userId="d644a47e-b325-48c3-b359-733f231dc72e" providerId="ADAL" clId="{EA3645FC-33F4-4B82-99A7-DABDAD6826DD}" dt="2024-10-15T09:51:23.771" v="711" actId="14100"/>
          <ac:picMkLst>
            <pc:docMk/>
            <pc:sldMk cId="2126000999" sldId="2145705959"/>
            <ac:picMk id="2" creationId="{4D6081B4-DF36-B98B-9B19-4D74FC859865}"/>
          </ac:picMkLst>
        </pc:picChg>
        <pc:picChg chg="del">
          <ac:chgData name="Lieuw  A Joeng, Henny" userId="d644a47e-b325-48c3-b359-733f231dc72e" providerId="ADAL" clId="{EA3645FC-33F4-4B82-99A7-DABDAD6826DD}" dt="2024-10-15T09:51:17.671" v="708" actId="478"/>
          <ac:picMkLst>
            <pc:docMk/>
            <pc:sldMk cId="2126000999" sldId="2145705959"/>
            <ac:picMk id="8" creationId="{CBFC6D26-B33F-C6F5-9BEA-A469ADA1A1EA}"/>
          </ac:picMkLst>
        </pc:picChg>
      </pc:sldChg>
    </pc:docChg>
  </pc:docChgLst>
  <pc:docChgLst>
    <pc:chgData name="Lieuw  A Joeng, Henny" userId="d644a47e-b325-48c3-b359-733f231dc72e" providerId="ADAL" clId="{ED667B1A-7B09-4501-A29A-271CCA571E8E}"/>
    <pc:docChg chg="custSel delSld modSld modSection">
      <pc:chgData name="Lieuw  A Joeng, Henny" userId="d644a47e-b325-48c3-b359-733f231dc72e" providerId="ADAL" clId="{ED667B1A-7B09-4501-A29A-271CCA571E8E}" dt="2024-08-01T13:10:54.593" v="97" actId="2696"/>
      <pc:docMkLst>
        <pc:docMk/>
      </pc:docMkLst>
      <pc:sldChg chg="modSp mod">
        <pc:chgData name="Lieuw  A Joeng, Henny" userId="d644a47e-b325-48c3-b359-733f231dc72e" providerId="ADAL" clId="{ED667B1A-7B09-4501-A29A-271CCA571E8E}" dt="2024-08-01T13:02:22.139" v="93" actId="20577"/>
        <pc:sldMkLst>
          <pc:docMk/>
          <pc:sldMk cId="1816451652" sldId="2145705956"/>
        </pc:sldMkLst>
        <pc:graphicFrameChg chg="modGraphic">
          <ac:chgData name="Lieuw  A Joeng, Henny" userId="d644a47e-b325-48c3-b359-733f231dc72e" providerId="ADAL" clId="{ED667B1A-7B09-4501-A29A-271CCA571E8E}" dt="2024-08-01T13:02:22.139" v="93" actId="20577"/>
          <ac:graphicFrameMkLst>
            <pc:docMk/>
            <pc:sldMk cId="1816451652" sldId="2145705956"/>
            <ac:graphicFrameMk id="3" creationId="{7CCD0520-FB86-EECE-18E7-FFB93CD37C0B}"/>
          </ac:graphicFrameMkLst>
        </pc:graphicFrameChg>
      </pc:sldChg>
      <pc:sldChg chg="modSp mod">
        <pc:chgData name="Lieuw  A Joeng, Henny" userId="d644a47e-b325-48c3-b359-733f231dc72e" providerId="ADAL" clId="{ED667B1A-7B09-4501-A29A-271CCA571E8E}" dt="2024-07-23T12:00:08.568" v="58" actId="20577"/>
        <pc:sldMkLst>
          <pc:docMk/>
          <pc:sldMk cId="4015316841" sldId="2145705958"/>
        </pc:sldMkLst>
        <pc:spChg chg="mod">
          <ac:chgData name="Lieuw  A Joeng, Henny" userId="d644a47e-b325-48c3-b359-733f231dc72e" providerId="ADAL" clId="{ED667B1A-7B09-4501-A29A-271CCA571E8E}" dt="2024-07-23T12:00:08.568" v="58" actId="20577"/>
          <ac:spMkLst>
            <pc:docMk/>
            <pc:sldMk cId="4015316841" sldId="2145705958"/>
            <ac:spMk id="12" creationId="{038BF65D-2425-74AE-954E-90662F0196BC}"/>
          </ac:spMkLst>
        </pc:spChg>
      </pc:sldChg>
      <pc:sldChg chg="addSp delSp modSp mod">
        <pc:chgData name="Lieuw  A Joeng, Henny" userId="d644a47e-b325-48c3-b359-733f231dc72e" providerId="ADAL" clId="{ED667B1A-7B09-4501-A29A-271CCA571E8E}" dt="2024-08-01T13:02:27.458" v="95"/>
        <pc:sldMkLst>
          <pc:docMk/>
          <pc:sldMk cId="2126000999" sldId="2145705959"/>
        </pc:sldMkLst>
        <pc:picChg chg="del">
          <ac:chgData name="Lieuw  A Joeng, Henny" userId="d644a47e-b325-48c3-b359-733f231dc72e" providerId="ADAL" clId="{ED667B1A-7B09-4501-A29A-271CCA571E8E}" dt="2024-08-01T13:02:27.062" v="94" actId="478"/>
          <ac:picMkLst>
            <pc:docMk/>
            <pc:sldMk cId="2126000999" sldId="2145705959"/>
            <ac:picMk id="2" creationId="{49D8ED27-4A18-7C96-8DFC-3F3792AEF43C}"/>
          </ac:picMkLst>
        </pc:picChg>
        <pc:picChg chg="add mod">
          <ac:chgData name="Lieuw  A Joeng, Henny" userId="d644a47e-b325-48c3-b359-733f231dc72e" providerId="ADAL" clId="{ED667B1A-7B09-4501-A29A-271CCA571E8E}" dt="2024-08-01T13:02:27.458" v="95"/>
          <ac:picMkLst>
            <pc:docMk/>
            <pc:sldMk cId="2126000999" sldId="2145705959"/>
            <ac:picMk id="3" creationId="{1B235CF3-F547-3874-D3DB-50521C94F0A2}"/>
          </ac:picMkLst>
        </pc:picChg>
      </pc:sldChg>
      <pc:sldChg chg="modSp mod">
        <pc:chgData name="Lieuw  A Joeng, Henny" userId="d644a47e-b325-48c3-b359-733f231dc72e" providerId="ADAL" clId="{ED667B1A-7B09-4501-A29A-271CCA571E8E}" dt="2024-07-23T12:53:08.471" v="84" actId="27636"/>
        <pc:sldMkLst>
          <pc:docMk/>
          <pc:sldMk cId="482883289" sldId="2145705963"/>
        </pc:sldMkLst>
        <pc:spChg chg="mod">
          <ac:chgData name="Lieuw  A Joeng, Henny" userId="d644a47e-b325-48c3-b359-733f231dc72e" providerId="ADAL" clId="{ED667B1A-7B09-4501-A29A-271CCA571E8E}" dt="2024-07-23T12:53:08.471" v="84" actId="27636"/>
          <ac:spMkLst>
            <pc:docMk/>
            <pc:sldMk cId="482883289" sldId="2145705963"/>
            <ac:spMk id="2" creationId="{2C8DA53E-2D68-59D8-9EA3-CA0B50E04395}"/>
          </ac:spMkLst>
        </pc:spChg>
      </pc:sldChg>
      <pc:sldChg chg="addSp del mod">
        <pc:chgData name="Lieuw  A Joeng, Henny" userId="d644a47e-b325-48c3-b359-733f231dc72e" providerId="ADAL" clId="{ED667B1A-7B09-4501-A29A-271CCA571E8E}" dt="2024-08-01T13:10:54.593" v="97" actId="2696"/>
        <pc:sldMkLst>
          <pc:docMk/>
          <pc:sldMk cId="1133397976" sldId="2145705966"/>
        </pc:sldMkLst>
        <pc:picChg chg="add">
          <ac:chgData name="Lieuw  A Joeng, Henny" userId="d644a47e-b325-48c3-b359-733f231dc72e" providerId="ADAL" clId="{ED667B1A-7B09-4501-A29A-271CCA571E8E}" dt="2024-07-23T13:05:27.246" v="85" actId="22"/>
          <ac:picMkLst>
            <pc:docMk/>
            <pc:sldMk cId="1133397976" sldId="2145705966"/>
            <ac:picMk id="3" creationId="{5C55C08C-1138-5E6A-4E31-0F6ECDEA9C43}"/>
          </ac:picMkLst>
        </pc:picChg>
      </pc:sldChg>
      <pc:sldChg chg="del">
        <pc:chgData name="Lieuw  A Joeng, Henny" userId="d644a47e-b325-48c3-b359-733f231dc72e" providerId="ADAL" clId="{ED667B1A-7B09-4501-A29A-271CCA571E8E}" dt="2024-08-01T13:10:46.901" v="96" actId="2696"/>
        <pc:sldMkLst>
          <pc:docMk/>
          <pc:sldMk cId="716758892" sldId="2145705967"/>
        </pc:sldMkLst>
      </pc:sldChg>
    </pc:docChg>
  </pc:docChgLst>
  <pc:docChgLst>
    <pc:chgData name="Lieuw  A Joeng, Henny" userId="d644a47e-b325-48c3-b359-733f231dc72e" providerId="ADAL" clId="{8EE220AB-BAE2-494C-9297-B98D96805FD2}"/>
    <pc:docChg chg="undo redo custSel addSld delSld modSld sldOrd modSection">
      <pc:chgData name="Lieuw  A Joeng, Henny" userId="d644a47e-b325-48c3-b359-733f231dc72e" providerId="ADAL" clId="{8EE220AB-BAE2-494C-9297-B98D96805FD2}" dt="2024-10-15T13:11:36.882" v="1148" actId="6549"/>
      <pc:docMkLst>
        <pc:docMk/>
      </pc:docMkLst>
      <pc:sldChg chg="addSp delSp modSp mod ord">
        <pc:chgData name="Lieuw  A Joeng, Henny" userId="d644a47e-b325-48c3-b359-733f231dc72e" providerId="ADAL" clId="{8EE220AB-BAE2-494C-9297-B98D96805FD2}" dt="2024-10-15T12:18:01.391" v="212"/>
        <pc:sldMkLst>
          <pc:docMk/>
          <pc:sldMk cId="240190365" sldId="2145705957"/>
        </pc:sldMkLst>
        <pc:spChg chg="mod">
          <ac:chgData name="Lieuw  A Joeng, Henny" userId="d644a47e-b325-48c3-b359-733f231dc72e" providerId="ADAL" clId="{8EE220AB-BAE2-494C-9297-B98D96805FD2}" dt="2024-10-15T12:15:06.304" v="170" actId="20577"/>
          <ac:spMkLst>
            <pc:docMk/>
            <pc:sldMk cId="240190365" sldId="2145705957"/>
            <ac:spMk id="2" creationId="{6D0B1B2D-69C8-0178-19B2-0D2117FA28B7}"/>
          </ac:spMkLst>
        </pc:spChg>
        <pc:spChg chg="del mod">
          <ac:chgData name="Lieuw  A Joeng, Henny" userId="d644a47e-b325-48c3-b359-733f231dc72e" providerId="ADAL" clId="{8EE220AB-BAE2-494C-9297-B98D96805FD2}" dt="2024-10-15T12:15:15.294" v="172" actId="478"/>
          <ac:spMkLst>
            <pc:docMk/>
            <pc:sldMk cId="240190365" sldId="2145705957"/>
            <ac:spMk id="3" creationId="{DCCB1621-1874-8F26-8FFD-4136CCDA7DC8}"/>
          </ac:spMkLst>
        </pc:spChg>
        <pc:spChg chg="del mod">
          <ac:chgData name="Lieuw  A Joeng, Henny" userId="d644a47e-b325-48c3-b359-733f231dc72e" providerId="ADAL" clId="{8EE220AB-BAE2-494C-9297-B98D96805FD2}" dt="2024-10-15T12:15:24.448" v="174" actId="478"/>
          <ac:spMkLst>
            <pc:docMk/>
            <pc:sldMk cId="240190365" sldId="2145705957"/>
            <ac:spMk id="4" creationId="{4EBE6E83-038C-D644-58FD-19EAA25EC3F8}"/>
          </ac:spMkLst>
        </pc:spChg>
        <pc:picChg chg="add del">
          <ac:chgData name="Lieuw  A Joeng, Henny" userId="d644a47e-b325-48c3-b359-733f231dc72e" providerId="ADAL" clId="{8EE220AB-BAE2-494C-9297-B98D96805FD2}" dt="2024-10-15T12:15:57.566" v="176" actId="478"/>
          <ac:picMkLst>
            <pc:docMk/>
            <pc:sldMk cId="240190365" sldId="2145705957"/>
            <ac:picMk id="7" creationId="{1D45DCD2-8E33-E0C0-8118-86A4B6CB73EE}"/>
          </ac:picMkLst>
        </pc:picChg>
        <pc:picChg chg="add mod">
          <ac:chgData name="Lieuw  A Joeng, Henny" userId="d644a47e-b325-48c3-b359-733f231dc72e" providerId="ADAL" clId="{8EE220AB-BAE2-494C-9297-B98D96805FD2}" dt="2024-10-15T12:16:04.004" v="179" actId="14100"/>
          <ac:picMkLst>
            <pc:docMk/>
            <pc:sldMk cId="240190365" sldId="2145705957"/>
            <ac:picMk id="9" creationId="{18BDAAF9-17C2-5F5A-6A09-E19DD634BAB2}"/>
          </ac:picMkLst>
        </pc:picChg>
      </pc:sldChg>
      <pc:sldChg chg="modSp mod">
        <pc:chgData name="Lieuw  A Joeng, Henny" userId="d644a47e-b325-48c3-b359-733f231dc72e" providerId="ADAL" clId="{8EE220AB-BAE2-494C-9297-B98D96805FD2}" dt="2024-10-15T12:50:54.706" v="987" actId="255"/>
        <pc:sldMkLst>
          <pc:docMk/>
          <pc:sldMk cId="4015316841" sldId="2145705958"/>
        </pc:sldMkLst>
        <pc:spChg chg="mod">
          <ac:chgData name="Lieuw  A Joeng, Henny" userId="d644a47e-b325-48c3-b359-733f231dc72e" providerId="ADAL" clId="{8EE220AB-BAE2-494C-9297-B98D96805FD2}" dt="2024-10-15T12:17:27.629" v="210" actId="20577"/>
          <ac:spMkLst>
            <pc:docMk/>
            <pc:sldMk cId="4015316841" sldId="2145705958"/>
            <ac:spMk id="2" creationId="{A5137F86-8207-594E-00B8-71AADA717479}"/>
          </ac:spMkLst>
        </pc:spChg>
        <pc:spChg chg="mod">
          <ac:chgData name="Lieuw  A Joeng, Henny" userId="d644a47e-b325-48c3-b359-733f231dc72e" providerId="ADAL" clId="{8EE220AB-BAE2-494C-9297-B98D96805FD2}" dt="2024-10-15T12:50:43.878" v="985" actId="14100"/>
          <ac:spMkLst>
            <pc:docMk/>
            <pc:sldMk cId="4015316841" sldId="2145705958"/>
            <ac:spMk id="10" creationId="{8B85E280-78C8-00FC-A9CA-9151BA97921A}"/>
          </ac:spMkLst>
        </pc:spChg>
        <pc:spChg chg="mod">
          <ac:chgData name="Lieuw  A Joeng, Henny" userId="d644a47e-b325-48c3-b359-733f231dc72e" providerId="ADAL" clId="{8EE220AB-BAE2-494C-9297-B98D96805FD2}" dt="2024-10-15T12:50:38.377" v="984" actId="1076"/>
          <ac:spMkLst>
            <pc:docMk/>
            <pc:sldMk cId="4015316841" sldId="2145705958"/>
            <ac:spMk id="11" creationId="{B76827D9-212E-9641-0B1E-BAD7F07C804C}"/>
          </ac:spMkLst>
        </pc:spChg>
        <pc:spChg chg="mod">
          <ac:chgData name="Lieuw  A Joeng, Henny" userId="d644a47e-b325-48c3-b359-733f231dc72e" providerId="ADAL" clId="{8EE220AB-BAE2-494C-9297-B98D96805FD2}" dt="2024-10-15T12:50:30.712" v="983" actId="1076"/>
          <ac:spMkLst>
            <pc:docMk/>
            <pc:sldMk cId="4015316841" sldId="2145705958"/>
            <ac:spMk id="12" creationId="{038BF65D-2425-74AE-954E-90662F0196BC}"/>
          </ac:spMkLst>
        </pc:spChg>
        <pc:spChg chg="mod">
          <ac:chgData name="Lieuw  A Joeng, Henny" userId="d644a47e-b325-48c3-b359-733f231dc72e" providerId="ADAL" clId="{8EE220AB-BAE2-494C-9297-B98D96805FD2}" dt="2024-10-15T12:50:54.706" v="987" actId="255"/>
          <ac:spMkLst>
            <pc:docMk/>
            <pc:sldMk cId="4015316841" sldId="2145705958"/>
            <ac:spMk id="13" creationId="{12E8663C-AA01-C6EB-E2C6-563C6038491A}"/>
          </ac:spMkLst>
        </pc:spChg>
      </pc:sldChg>
      <pc:sldChg chg="modSp del mod">
        <pc:chgData name="Lieuw  A Joeng, Henny" userId="d644a47e-b325-48c3-b359-733f231dc72e" providerId="ADAL" clId="{8EE220AB-BAE2-494C-9297-B98D96805FD2}" dt="2024-10-15T12:14:36.306" v="135" actId="47"/>
        <pc:sldMkLst>
          <pc:docMk/>
          <pc:sldMk cId="2126000999" sldId="2145705959"/>
        </pc:sldMkLst>
        <pc:spChg chg="mod">
          <ac:chgData name="Lieuw  A Joeng, Henny" userId="d644a47e-b325-48c3-b359-733f231dc72e" providerId="ADAL" clId="{8EE220AB-BAE2-494C-9297-B98D96805FD2}" dt="2024-10-15T11:54:47.071" v="132" actId="20577"/>
          <ac:spMkLst>
            <pc:docMk/>
            <pc:sldMk cId="2126000999" sldId="2145705959"/>
            <ac:spMk id="7" creationId="{46B4BDC4-926C-5D6C-C285-21F4770E8841}"/>
          </ac:spMkLst>
        </pc:spChg>
      </pc:sldChg>
      <pc:sldChg chg="modSp mod">
        <pc:chgData name="Lieuw  A Joeng, Henny" userId="d644a47e-b325-48c3-b359-733f231dc72e" providerId="ADAL" clId="{8EE220AB-BAE2-494C-9297-B98D96805FD2}" dt="2024-10-15T12:45:59.789" v="920" actId="20577"/>
        <pc:sldMkLst>
          <pc:docMk/>
          <pc:sldMk cId="3286567334" sldId="2145705962"/>
        </pc:sldMkLst>
        <pc:spChg chg="mod">
          <ac:chgData name="Lieuw  A Joeng, Henny" userId="d644a47e-b325-48c3-b359-733f231dc72e" providerId="ADAL" clId="{8EE220AB-BAE2-494C-9297-B98D96805FD2}" dt="2024-10-15T12:45:59.789" v="920" actId="20577"/>
          <ac:spMkLst>
            <pc:docMk/>
            <pc:sldMk cId="3286567334" sldId="2145705962"/>
            <ac:spMk id="4" creationId="{FE053CE8-CF71-C576-ADFF-4C4641FDF837}"/>
          </ac:spMkLst>
        </pc:spChg>
        <pc:graphicFrameChg chg="modGraphic">
          <ac:chgData name="Lieuw  A Joeng, Henny" userId="d644a47e-b325-48c3-b359-733f231dc72e" providerId="ADAL" clId="{8EE220AB-BAE2-494C-9297-B98D96805FD2}" dt="2024-10-15T12:45:50.274" v="901" actId="6549"/>
          <ac:graphicFrameMkLst>
            <pc:docMk/>
            <pc:sldMk cId="3286567334" sldId="2145705962"/>
            <ac:graphicFrameMk id="10" creationId="{433C0625-77E9-3708-1DFF-3A1CDDE293AD}"/>
          </ac:graphicFrameMkLst>
        </pc:graphicFrameChg>
      </pc:sldChg>
      <pc:sldChg chg="del">
        <pc:chgData name="Lieuw  A Joeng, Henny" userId="d644a47e-b325-48c3-b359-733f231dc72e" providerId="ADAL" clId="{8EE220AB-BAE2-494C-9297-B98D96805FD2}" dt="2024-10-15T12:45:16.142" v="891" actId="2696"/>
        <pc:sldMkLst>
          <pc:docMk/>
          <pc:sldMk cId="482883289" sldId="2145705963"/>
        </pc:sldMkLst>
      </pc:sldChg>
      <pc:sldChg chg="addSp delSp modSp mod">
        <pc:chgData name="Lieuw  A Joeng, Henny" userId="d644a47e-b325-48c3-b359-733f231dc72e" providerId="ADAL" clId="{8EE220AB-BAE2-494C-9297-B98D96805FD2}" dt="2024-10-15T12:59:36.529" v="1031" actId="20577"/>
        <pc:sldMkLst>
          <pc:docMk/>
          <pc:sldMk cId="3567203298" sldId="2145705964"/>
        </pc:sldMkLst>
        <pc:spChg chg="del mod">
          <ac:chgData name="Lieuw  A Joeng, Henny" userId="d644a47e-b325-48c3-b359-733f231dc72e" providerId="ADAL" clId="{8EE220AB-BAE2-494C-9297-B98D96805FD2}" dt="2024-10-15T12:39:19.301" v="539" actId="478"/>
          <ac:spMkLst>
            <pc:docMk/>
            <pc:sldMk cId="3567203298" sldId="2145705964"/>
            <ac:spMk id="2" creationId="{76C26E9B-B784-91FC-EB29-ADD58D918D19}"/>
          </ac:spMkLst>
        </pc:spChg>
        <pc:spChg chg="mod">
          <ac:chgData name="Lieuw  A Joeng, Henny" userId="d644a47e-b325-48c3-b359-733f231dc72e" providerId="ADAL" clId="{8EE220AB-BAE2-494C-9297-B98D96805FD2}" dt="2024-10-15T12:31:43.867" v="391" actId="20577"/>
          <ac:spMkLst>
            <pc:docMk/>
            <pc:sldMk cId="3567203298" sldId="2145705964"/>
            <ac:spMk id="4" creationId="{FE053CE8-CF71-C576-ADFF-4C4641FDF837}"/>
          </ac:spMkLst>
        </pc:spChg>
        <pc:spChg chg="mod">
          <ac:chgData name="Lieuw  A Joeng, Henny" userId="d644a47e-b325-48c3-b359-733f231dc72e" providerId="ADAL" clId="{8EE220AB-BAE2-494C-9297-B98D96805FD2}" dt="2024-10-15T12:31:46.717" v="392" actId="6549"/>
          <ac:spMkLst>
            <pc:docMk/>
            <pc:sldMk cId="3567203298" sldId="2145705964"/>
            <ac:spMk id="6" creationId="{D82FE635-3BCC-3656-0E55-9778D2773C2C}"/>
          </ac:spMkLst>
        </pc:spChg>
        <pc:graphicFrameChg chg="add del mod modGraphic">
          <ac:chgData name="Lieuw  A Joeng, Henny" userId="d644a47e-b325-48c3-b359-733f231dc72e" providerId="ADAL" clId="{8EE220AB-BAE2-494C-9297-B98D96805FD2}" dt="2024-10-15T12:36:54.387" v="407" actId="3680"/>
          <ac:graphicFrameMkLst>
            <pc:docMk/>
            <pc:sldMk cId="3567203298" sldId="2145705964"/>
            <ac:graphicFrameMk id="3" creationId="{9D098FC1-559C-2674-1281-CEAD4D01D59C}"/>
          </ac:graphicFrameMkLst>
        </pc:graphicFrameChg>
        <pc:graphicFrameChg chg="add mod modGraphic">
          <ac:chgData name="Lieuw  A Joeng, Henny" userId="d644a47e-b325-48c3-b359-733f231dc72e" providerId="ADAL" clId="{8EE220AB-BAE2-494C-9297-B98D96805FD2}" dt="2024-10-15T12:59:36.529" v="1031" actId="20577"/>
          <ac:graphicFrameMkLst>
            <pc:docMk/>
            <pc:sldMk cId="3567203298" sldId="2145705964"/>
            <ac:graphicFrameMk id="7" creationId="{96A649A7-7387-EE32-8A7A-19DFF9CB2553}"/>
          </ac:graphicFrameMkLst>
        </pc:graphicFrameChg>
      </pc:sldChg>
      <pc:sldChg chg="modSp mod">
        <pc:chgData name="Lieuw  A Joeng, Henny" userId="d644a47e-b325-48c3-b359-733f231dc72e" providerId="ADAL" clId="{8EE220AB-BAE2-494C-9297-B98D96805FD2}" dt="2024-10-15T13:11:36.882" v="1148" actId="6549"/>
        <pc:sldMkLst>
          <pc:docMk/>
          <pc:sldMk cId="2206509473" sldId="2145705965"/>
        </pc:sldMkLst>
        <pc:spChg chg="mod">
          <ac:chgData name="Lieuw  A Joeng, Henny" userId="d644a47e-b325-48c3-b359-733f231dc72e" providerId="ADAL" clId="{8EE220AB-BAE2-494C-9297-B98D96805FD2}" dt="2024-10-15T13:11:36.882" v="1148" actId="6549"/>
          <ac:spMkLst>
            <pc:docMk/>
            <pc:sldMk cId="2206509473" sldId="2145705965"/>
            <ac:spMk id="12" creationId="{A26B5242-E8D1-804B-60C7-19C84BCE8241}"/>
          </ac:spMkLst>
        </pc:spChg>
      </pc:sldChg>
      <pc:sldChg chg="addSp delSp modSp mod">
        <pc:chgData name="Lieuw  A Joeng, Henny" userId="d644a47e-b325-48c3-b359-733f231dc72e" providerId="ADAL" clId="{8EE220AB-BAE2-494C-9297-B98D96805FD2}" dt="2024-10-15T12:50:00.656" v="981" actId="478"/>
        <pc:sldMkLst>
          <pc:docMk/>
          <pc:sldMk cId="2195086134" sldId="2145705966"/>
        </pc:sldMkLst>
        <pc:spChg chg="mod">
          <ac:chgData name="Lieuw  A Joeng, Henny" userId="d644a47e-b325-48c3-b359-733f231dc72e" providerId="ADAL" clId="{8EE220AB-BAE2-494C-9297-B98D96805FD2}" dt="2024-10-15T12:46:26.639" v="937" actId="20577"/>
          <ac:spMkLst>
            <pc:docMk/>
            <pc:sldMk cId="2195086134" sldId="2145705966"/>
            <ac:spMk id="7" creationId="{287ED3DE-D93D-05FF-C657-A0EB770292DE}"/>
          </ac:spMkLst>
        </pc:spChg>
        <pc:spChg chg="mod">
          <ac:chgData name="Lieuw  A Joeng, Henny" userId="d644a47e-b325-48c3-b359-733f231dc72e" providerId="ADAL" clId="{8EE220AB-BAE2-494C-9297-B98D96805FD2}" dt="2024-10-15T12:46:49.227" v="945" actId="6549"/>
          <ac:spMkLst>
            <pc:docMk/>
            <pc:sldMk cId="2195086134" sldId="2145705966"/>
            <ac:spMk id="9" creationId="{FC9C734A-9778-F18E-AA7F-C96ADA47E99B}"/>
          </ac:spMkLst>
        </pc:spChg>
        <pc:spChg chg="add del mod">
          <ac:chgData name="Lieuw  A Joeng, Henny" userId="d644a47e-b325-48c3-b359-733f231dc72e" providerId="ADAL" clId="{8EE220AB-BAE2-494C-9297-B98D96805FD2}" dt="2024-10-15T12:49:54.623" v="980"/>
          <ac:spMkLst>
            <pc:docMk/>
            <pc:sldMk cId="2195086134" sldId="2145705966"/>
            <ac:spMk id="11" creationId="{0F78DF71-C8F5-2E0F-EF0D-1621874160B5}"/>
          </ac:spMkLst>
        </pc:spChg>
        <pc:picChg chg="del">
          <ac:chgData name="Lieuw  A Joeng, Henny" userId="d644a47e-b325-48c3-b359-733f231dc72e" providerId="ADAL" clId="{8EE220AB-BAE2-494C-9297-B98D96805FD2}" dt="2024-10-15T12:50:00.656" v="981" actId="478"/>
          <ac:picMkLst>
            <pc:docMk/>
            <pc:sldMk cId="2195086134" sldId="2145705966"/>
            <ac:picMk id="12" creationId="{697FA41A-3FB5-46EF-0C45-4AFAB2FC8763}"/>
          </ac:picMkLst>
        </pc:picChg>
      </pc:sldChg>
      <pc:sldChg chg="addSp delSp modSp add mod">
        <pc:chgData name="Lieuw  A Joeng, Henny" userId="d644a47e-b325-48c3-b359-733f231dc72e" providerId="ADAL" clId="{8EE220AB-BAE2-494C-9297-B98D96805FD2}" dt="2024-10-15T12:31:04.717" v="364" actId="27636"/>
        <pc:sldMkLst>
          <pc:docMk/>
          <pc:sldMk cId="1935273417" sldId="2145705967"/>
        </pc:sldMkLst>
        <pc:spChg chg="mod">
          <ac:chgData name="Lieuw  A Joeng, Henny" userId="d644a47e-b325-48c3-b359-733f231dc72e" providerId="ADAL" clId="{8EE220AB-BAE2-494C-9297-B98D96805FD2}" dt="2024-10-15T12:31:04.717" v="364" actId="27636"/>
          <ac:spMkLst>
            <pc:docMk/>
            <pc:sldMk cId="1935273417" sldId="2145705967"/>
            <ac:spMk id="7" creationId="{46B4BDC4-926C-5D6C-C285-21F4770E8841}"/>
          </ac:spMkLst>
        </pc:spChg>
        <pc:picChg chg="del">
          <ac:chgData name="Lieuw  A Joeng, Henny" userId="d644a47e-b325-48c3-b359-733f231dc72e" providerId="ADAL" clId="{8EE220AB-BAE2-494C-9297-B98D96805FD2}" dt="2024-10-15T12:26:16.074" v="356" actId="478"/>
          <ac:picMkLst>
            <pc:docMk/>
            <pc:sldMk cId="1935273417" sldId="2145705967"/>
            <ac:picMk id="2" creationId="{4D6081B4-DF36-B98B-9B19-4D74FC859865}"/>
          </ac:picMkLst>
        </pc:picChg>
        <pc:picChg chg="add del mod">
          <ac:chgData name="Lieuw  A Joeng, Henny" userId="d644a47e-b325-48c3-b359-733f231dc72e" providerId="ADAL" clId="{8EE220AB-BAE2-494C-9297-B98D96805FD2}" dt="2024-10-15T12:30:50.469" v="360" actId="478"/>
          <ac:picMkLst>
            <pc:docMk/>
            <pc:sldMk cId="1935273417" sldId="2145705967"/>
            <ac:picMk id="8" creationId="{9899B4BF-AD1D-96E3-56EB-20843E2428C4}"/>
          </ac:picMkLst>
        </pc:picChg>
        <pc:picChg chg="add mod">
          <ac:chgData name="Lieuw  A Joeng, Henny" userId="d644a47e-b325-48c3-b359-733f231dc72e" providerId="ADAL" clId="{8EE220AB-BAE2-494C-9297-B98D96805FD2}" dt="2024-10-15T12:30:55.317" v="362" actId="1076"/>
          <ac:picMkLst>
            <pc:docMk/>
            <pc:sldMk cId="1935273417" sldId="2145705967"/>
            <ac:picMk id="10" creationId="{DDEE82AD-8C7F-5CEE-C9F2-AE4ADA590CD9}"/>
          </ac:picMkLst>
        </pc:picChg>
      </pc:sldChg>
      <pc:sldChg chg="modSp add mod">
        <pc:chgData name="Lieuw  A Joeng, Henny" userId="d644a47e-b325-48c3-b359-733f231dc72e" providerId="ADAL" clId="{8EE220AB-BAE2-494C-9297-B98D96805FD2}" dt="2024-10-15T13:08:24.058" v="1033" actId="20577"/>
        <pc:sldMkLst>
          <pc:docMk/>
          <pc:sldMk cId="459030309" sldId="2145705968"/>
        </pc:sldMkLst>
        <pc:spChg chg="mod">
          <ac:chgData name="Lieuw  A Joeng, Henny" userId="d644a47e-b325-48c3-b359-733f231dc72e" providerId="ADAL" clId="{8EE220AB-BAE2-494C-9297-B98D96805FD2}" dt="2024-10-15T13:08:24.058" v="1033" actId="20577"/>
          <ac:spMkLst>
            <pc:docMk/>
            <pc:sldMk cId="459030309" sldId="2145705968"/>
            <ac:spMk id="4" creationId="{4EBE6E83-038C-D644-58FD-19EAA25EC3F8}"/>
          </ac:spMkLst>
        </pc:spChg>
      </pc:sldChg>
    </pc:docChg>
  </pc:docChgLst>
  <pc:docChgLst>
    <pc:chgData name="Lieuw  A Joeng, Henny" userId="d644a47e-b325-48c3-b359-733f231dc72e" providerId="ADAL" clId="{9908FE44-2525-430C-9164-0634D1677BA8}"/>
    <pc:docChg chg="modSld">
      <pc:chgData name="Lieuw  A Joeng, Henny" userId="d644a47e-b325-48c3-b359-733f231dc72e" providerId="ADAL" clId="{9908FE44-2525-430C-9164-0634D1677BA8}" dt="2024-10-17T13:28:27.228" v="158" actId="1076"/>
      <pc:docMkLst>
        <pc:docMk/>
      </pc:docMkLst>
      <pc:sldChg chg="modSp mod">
        <pc:chgData name="Lieuw  A Joeng, Henny" userId="d644a47e-b325-48c3-b359-733f231dc72e" providerId="ADAL" clId="{9908FE44-2525-430C-9164-0634D1677BA8}" dt="2024-10-17T13:28:27.228" v="158" actId="1076"/>
        <pc:sldMkLst>
          <pc:docMk/>
          <pc:sldMk cId="2206509473" sldId="2145705965"/>
        </pc:sldMkLst>
        <pc:spChg chg="mod">
          <ac:chgData name="Lieuw  A Joeng, Henny" userId="d644a47e-b325-48c3-b359-733f231dc72e" providerId="ADAL" clId="{9908FE44-2525-430C-9164-0634D1677BA8}" dt="2024-10-17T13:28:27.228" v="158" actId="1076"/>
          <ac:spMkLst>
            <pc:docMk/>
            <pc:sldMk cId="2206509473" sldId="2145705965"/>
            <ac:spMk id="12" creationId="{A26B5242-E8D1-804B-60C7-19C84BCE8241}"/>
          </ac:spMkLst>
        </pc:spChg>
      </pc:sldChg>
      <pc:sldChg chg="modSp mod">
        <pc:chgData name="Lieuw  A Joeng, Henny" userId="d644a47e-b325-48c3-b359-733f231dc72e" providerId="ADAL" clId="{9908FE44-2525-430C-9164-0634D1677BA8}" dt="2024-10-17T13:16:05.040" v="157" actId="20577"/>
        <pc:sldMkLst>
          <pc:docMk/>
          <pc:sldMk cId="1935273417" sldId="2145705967"/>
        </pc:sldMkLst>
        <pc:spChg chg="mod">
          <ac:chgData name="Lieuw  A Joeng, Henny" userId="d644a47e-b325-48c3-b359-733f231dc72e" providerId="ADAL" clId="{9908FE44-2525-430C-9164-0634D1677BA8}" dt="2024-10-17T13:16:05.040" v="157" actId="20577"/>
          <ac:spMkLst>
            <pc:docMk/>
            <pc:sldMk cId="1935273417" sldId="2145705967"/>
            <ac:spMk id="7" creationId="{46B4BDC4-926C-5D6C-C285-21F4770E8841}"/>
          </ac:spMkLst>
        </pc:spChg>
      </pc:sldChg>
      <pc:sldChg chg="modSp mod">
        <pc:chgData name="Lieuw  A Joeng, Henny" userId="d644a47e-b325-48c3-b359-733f231dc72e" providerId="ADAL" clId="{9908FE44-2525-430C-9164-0634D1677BA8}" dt="2024-10-17T12:00:26.290" v="134" actId="20577"/>
        <pc:sldMkLst>
          <pc:docMk/>
          <pc:sldMk cId="459030309" sldId="2145705968"/>
        </pc:sldMkLst>
        <pc:spChg chg="mod">
          <ac:chgData name="Lieuw  A Joeng, Henny" userId="d644a47e-b325-48c3-b359-733f231dc72e" providerId="ADAL" clId="{9908FE44-2525-430C-9164-0634D1677BA8}" dt="2024-10-17T12:00:26.290" v="134" actId="20577"/>
          <ac:spMkLst>
            <pc:docMk/>
            <pc:sldMk cId="459030309" sldId="2145705968"/>
            <ac:spMk id="4" creationId="{4EBE6E83-038C-D644-58FD-19EAA25EC3F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C53C66-4E0F-4E98-61C1-2D66F8D5143E}"/>
              </a:ext>
            </a:extLst>
          </p:cNvPr>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457B237-9685-D8EA-D770-8D2191741471}"/>
              </a:ext>
            </a:extLst>
          </p:cNvPr>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50B698E3-1BF5-416C-AA27-7FC310EBF94F}" type="datetimeFigureOut">
              <a:rPr lang="en-US" smtClean="0"/>
              <a:t>10/17/2024</a:t>
            </a:fld>
            <a:endParaRPr lang="en-US"/>
          </a:p>
        </p:txBody>
      </p:sp>
      <p:sp>
        <p:nvSpPr>
          <p:cNvPr id="4" name="Footer Placeholder 3">
            <a:extLst>
              <a:ext uri="{FF2B5EF4-FFF2-40B4-BE49-F238E27FC236}">
                <a16:creationId xmlns:a16="http://schemas.microsoft.com/office/drawing/2014/main" id="{415D2E32-5E6C-3D5E-0ED0-DE0D01F757D0}"/>
              </a:ext>
            </a:extLst>
          </p:cNvPr>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C80DCA4-8EA3-CD58-B535-4D19F687F9CD}"/>
              </a:ext>
            </a:extLst>
          </p:cNvPr>
          <p:cNvSpPr>
            <a:spLocks noGrp="1"/>
          </p:cNvSpPr>
          <p:nvPr>
            <p:ph type="sldNum" sz="quarter" idx="3"/>
          </p:nvPr>
        </p:nvSpPr>
        <p:spPr>
          <a:xfrm>
            <a:off x="3829761" y="9443662"/>
            <a:ext cx="2929837" cy="498851"/>
          </a:xfrm>
          <a:prstGeom prst="rect">
            <a:avLst/>
          </a:prstGeom>
        </p:spPr>
        <p:txBody>
          <a:bodyPr vert="horz" lIns="91440" tIns="45720" rIns="91440" bIns="45720" rtlCol="0" anchor="b"/>
          <a:lstStyle>
            <a:lvl1pPr algn="r">
              <a:defRPr sz="1200"/>
            </a:lvl1pPr>
          </a:lstStyle>
          <a:p>
            <a:fld id="{E5EDB665-0922-435D-A8F8-146386179D17}" type="slidenum">
              <a:rPr lang="en-US" smtClean="0"/>
              <a:t>‹#›</a:t>
            </a:fld>
            <a:endParaRPr lang="en-US"/>
          </a:p>
        </p:txBody>
      </p:sp>
    </p:spTree>
    <p:extLst>
      <p:ext uri="{BB962C8B-B14F-4D97-AF65-F5344CB8AC3E}">
        <p14:creationId xmlns:p14="http://schemas.microsoft.com/office/powerpoint/2010/main" val="417817880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2" userDrawn="1">
          <p15:clr>
            <a:srgbClr val="F26B43"/>
          </p15:clr>
        </p15:guide>
        <p15:guide id="2" pos="213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78139B51-E015-40B8-89BF-480588B58013}" type="datetimeFigureOut">
              <a:rPr lang="nl-NL" smtClean="0"/>
              <a:t>17-10-2024</a:t>
            </a:fld>
            <a:endParaRPr lang="nl-NL"/>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7A43FB1B-E0F4-426A-B06A-F89B35785A4F}" type="slidenum">
              <a:rPr lang="nl-NL" smtClean="0"/>
              <a:t>‹#›</a:t>
            </a:fld>
            <a:endParaRPr lang="nl-NL"/>
          </a:p>
        </p:txBody>
      </p:sp>
    </p:spTree>
    <p:extLst>
      <p:ext uri="{BB962C8B-B14F-4D97-AF65-F5344CB8AC3E}">
        <p14:creationId xmlns:p14="http://schemas.microsoft.com/office/powerpoint/2010/main" val="2070052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a:t>
            </a:fld>
            <a:endParaRPr lang="nl-NL"/>
          </a:p>
        </p:txBody>
      </p:sp>
    </p:spTree>
    <p:extLst>
      <p:ext uri="{BB962C8B-B14F-4D97-AF65-F5344CB8AC3E}">
        <p14:creationId xmlns:p14="http://schemas.microsoft.com/office/powerpoint/2010/main" val="11175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2</a:t>
            </a:fld>
            <a:endParaRPr lang="nl-NL"/>
          </a:p>
        </p:txBody>
      </p:sp>
    </p:spTree>
    <p:extLst>
      <p:ext uri="{BB962C8B-B14F-4D97-AF65-F5344CB8AC3E}">
        <p14:creationId xmlns:p14="http://schemas.microsoft.com/office/powerpoint/2010/main" val="1552847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3</a:t>
            </a:fld>
            <a:endParaRPr lang="nl-NL"/>
          </a:p>
        </p:txBody>
      </p:sp>
    </p:spTree>
    <p:extLst>
      <p:ext uri="{BB962C8B-B14F-4D97-AF65-F5344CB8AC3E}">
        <p14:creationId xmlns:p14="http://schemas.microsoft.com/office/powerpoint/2010/main" val="1321663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4</a:t>
            </a:fld>
            <a:endParaRPr lang="nl-NL"/>
          </a:p>
        </p:txBody>
      </p:sp>
    </p:spTree>
    <p:extLst>
      <p:ext uri="{BB962C8B-B14F-4D97-AF65-F5344CB8AC3E}">
        <p14:creationId xmlns:p14="http://schemas.microsoft.com/office/powerpoint/2010/main" val="2100514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5</a:t>
            </a:fld>
            <a:endParaRPr lang="nl-NL"/>
          </a:p>
        </p:txBody>
      </p:sp>
    </p:spTree>
    <p:extLst>
      <p:ext uri="{BB962C8B-B14F-4D97-AF65-F5344CB8AC3E}">
        <p14:creationId xmlns:p14="http://schemas.microsoft.com/office/powerpoint/2010/main" val="601860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6</a:t>
            </a:fld>
            <a:endParaRPr lang="nl-NL"/>
          </a:p>
        </p:txBody>
      </p:sp>
    </p:spTree>
    <p:extLst>
      <p:ext uri="{BB962C8B-B14F-4D97-AF65-F5344CB8AC3E}">
        <p14:creationId xmlns:p14="http://schemas.microsoft.com/office/powerpoint/2010/main" val="3048686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7</a:t>
            </a:fld>
            <a:endParaRPr lang="nl-NL"/>
          </a:p>
        </p:txBody>
      </p:sp>
    </p:spTree>
    <p:extLst>
      <p:ext uri="{BB962C8B-B14F-4D97-AF65-F5344CB8AC3E}">
        <p14:creationId xmlns:p14="http://schemas.microsoft.com/office/powerpoint/2010/main" val="13483050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8</a:t>
            </a:fld>
            <a:endParaRPr lang="nl-NL"/>
          </a:p>
        </p:txBody>
      </p:sp>
    </p:spTree>
    <p:extLst>
      <p:ext uri="{BB962C8B-B14F-4D97-AF65-F5344CB8AC3E}">
        <p14:creationId xmlns:p14="http://schemas.microsoft.com/office/powerpoint/2010/main" val="328737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9</a:t>
            </a:fld>
            <a:endParaRPr lang="nl-NL"/>
          </a:p>
        </p:txBody>
      </p:sp>
    </p:spTree>
    <p:extLst>
      <p:ext uri="{BB962C8B-B14F-4D97-AF65-F5344CB8AC3E}">
        <p14:creationId xmlns:p14="http://schemas.microsoft.com/office/powerpoint/2010/main" val="1292864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10</a:t>
            </a:fld>
            <a:endParaRPr lang="nl-NL"/>
          </a:p>
        </p:txBody>
      </p:sp>
    </p:spTree>
    <p:extLst>
      <p:ext uri="{BB962C8B-B14F-4D97-AF65-F5344CB8AC3E}">
        <p14:creationId xmlns:p14="http://schemas.microsoft.com/office/powerpoint/2010/main" val="1764284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11</a:t>
            </a:fld>
            <a:endParaRPr lang="nl-NL"/>
          </a:p>
        </p:txBody>
      </p:sp>
    </p:spTree>
    <p:extLst>
      <p:ext uri="{BB962C8B-B14F-4D97-AF65-F5344CB8AC3E}">
        <p14:creationId xmlns:p14="http://schemas.microsoft.com/office/powerpoint/2010/main" val="216678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12</a:t>
            </a:fld>
            <a:endParaRPr lang="nl-NL"/>
          </a:p>
        </p:txBody>
      </p:sp>
    </p:spTree>
    <p:extLst>
      <p:ext uri="{BB962C8B-B14F-4D97-AF65-F5344CB8AC3E}">
        <p14:creationId xmlns:p14="http://schemas.microsoft.com/office/powerpoint/2010/main" val="1999971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13</a:t>
            </a:fld>
            <a:endParaRPr lang="nl-NL"/>
          </a:p>
        </p:txBody>
      </p:sp>
    </p:spTree>
    <p:extLst>
      <p:ext uri="{BB962C8B-B14F-4D97-AF65-F5344CB8AC3E}">
        <p14:creationId xmlns:p14="http://schemas.microsoft.com/office/powerpoint/2010/main" val="12372859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emf"/><Relationship Id="rId5" Type="http://schemas.openxmlformats.org/officeDocument/2006/relationships/oleObject" Target="../embeddings/oleObject9.bin"/><Relationship Id="rId4"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4.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4.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4.emf"/></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29.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3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9DA44C5-759C-86D6-2BFE-0A72E0BD523B}"/>
              </a:ext>
            </a:extLst>
          </p:cNvPr>
          <p:cNvGraphicFramePr>
            <a:graphicFrameLocks noChangeAspect="1"/>
          </p:cNvGraphicFramePr>
          <p:nvPr userDrawn="1">
            <p:custDataLst>
              <p:tags r:id="rId1"/>
            </p:custDataLst>
            <p:extLst>
              <p:ext uri="{D42A27DB-BD31-4B8C-83A1-F6EECF244321}">
                <p14:modId xmlns:p14="http://schemas.microsoft.com/office/powerpoint/2010/main" val="413382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39DA44C5-759C-86D6-2BFE-0A72E0BD5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9360104" cy="2448000"/>
          </a:xfrm>
        </p:spPr>
        <p:txBody>
          <a:bodyPr vert="horz" wrap="square" anchor="b" anchorCtr="0">
            <a:noAutofit/>
          </a:bodyPr>
          <a:lstStyle>
            <a:lvl1pPr algn="l">
              <a:lnSpc>
                <a:spcPct val="85000"/>
              </a:lnSpc>
              <a:defRPr sz="5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336"/>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0CC4EF57-160A-9B3D-8186-1D6FB2CFB8B8}"/>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5" name="Logo">
            <a:extLst>
              <a:ext uri="{FF2B5EF4-FFF2-40B4-BE49-F238E27FC236}">
                <a16:creationId xmlns:a16="http://schemas.microsoft.com/office/drawing/2014/main" id="{53289920-CD43-7CB8-0AAA-A2C3754FB3A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86680598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A">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CBF8F5F-733E-74E4-7C64-9117FC4D5B05}"/>
              </a:ext>
            </a:extLst>
          </p:cNvPr>
          <p:cNvGraphicFramePr>
            <a:graphicFrameLocks noChangeAspect="1"/>
          </p:cNvGraphicFramePr>
          <p:nvPr userDrawn="1">
            <p:custDataLst>
              <p:tags r:id="rId1"/>
            </p:custDataLst>
            <p:extLst>
              <p:ext uri="{D42A27DB-BD31-4B8C-83A1-F6EECF244321}">
                <p14:modId xmlns:p14="http://schemas.microsoft.com/office/powerpoint/2010/main" val="3462025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FCBF8F5F-733E-74E4-7C64-9117FC4D5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5868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B0D234E-CB90-3D6B-1677-D7591043CBF4}"/>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4" name="Picture Placeholder 13">
            <a:extLst>
              <a:ext uri="{FF2B5EF4-FFF2-40B4-BE49-F238E27FC236}">
                <a16:creationId xmlns:a16="http://schemas.microsoft.com/office/drawing/2014/main" id="{5147A533-2FD3-9753-3ADE-EB1C9100D2F4}"/>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41DE89F7-364A-A2D0-6579-DECC755BF94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5423890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B">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EE5D4DD8-351D-44AA-1072-4D8EFEF43228}"/>
              </a:ext>
            </a:extLst>
          </p:cNvPr>
          <p:cNvGraphicFramePr>
            <a:graphicFrameLocks noChangeAspect="1"/>
          </p:cNvGraphicFramePr>
          <p:nvPr userDrawn="1">
            <p:custDataLst>
              <p:tags r:id="rId1"/>
            </p:custDataLst>
            <p:extLst>
              <p:ext uri="{D42A27DB-BD31-4B8C-83A1-F6EECF244321}">
                <p14:modId xmlns:p14="http://schemas.microsoft.com/office/powerpoint/2010/main" val="4013300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EE5D4DD8-351D-44AA-1072-4D8EFEF43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4000"/>
            <a:ext cx="6336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A3F50D0-EC98-413B-93C8-1D1D918B3CA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1" name="Picture Placeholder 11">
            <a:extLst>
              <a:ext uri="{FF2B5EF4-FFF2-40B4-BE49-F238E27FC236}">
                <a16:creationId xmlns:a16="http://schemas.microsoft.com/office/drawing/2014/main" id="{E3E4B855-D6FE-45F4-28AB-00C307E09BF6}"/>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3" name="Logo">
            <a:extLst>
              <a:ext uri="{FF2B5EF4-FFF2-40B4-BE49-F238E27FC236}">
                <a16:creationId xmlns:a16="http://schemas.microsoft.com/office/drawing/2014/main" id="{555FFE8B-9687-80D9-BFE9-BCD182C9F61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06097636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C">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EC261A2-C7BD-0672-61C2-02612A82E281}"/>
              </a:ext>
            </a:extLst>
          </p:cNvPr>
          <p:cNvGraphicFramePr>
            <a:graphicFrameLocks noChangeAspect="1"/>
          </p:cNvGraphicFramePr>
          <p:nvPr userDrawn="1">
            <p:custDataLst>
              <p:tags r:id="rId1"/>
            </p:custDataLst>
            <p:extLst>
              <p:ext uri="{D42A27DB-BD31-4B8C-83A1-F6EECF244321}">
                <p14:modId xmlns:p14="http://schemas.microsoft.com/office/powerpoint/2010/main" val="3598632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3EC261A2-C7BD-0672-61C2-02612A82E2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6300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F6DCF01F-7E45-E8CB-BC9A-68C7CD9B1C2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BA6C0EB9-6612-9349-33C0-B254B608C4AC}"/>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544B47FC-2ABD-EB1B-853D-2E1EB32107DA}"/>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8669208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DE485D1B-E628-6B49-B07F-271523F56FBD}"/>
              </a:ext>
            </a:extLst>
          </p:cNvPr>
          <p:cNvGraphicFramePr>
            <a:graphicFrameLocks noChangeAspect="1"/>
          </p:cNvGraphicFramePr>
          <p:nvPr userDrawn="1">
            <p:custDataLst>
              <p:tags r:id="rId1"/>
            </p:custDataLst>
            <p:extLst>
              <p:ext uri="{D42A27DB-BD31-4B8C-83A1-F6EECF244321}">
                <p14:modId xmlns:p14="http://schemas.microsoft.com/office/powerpoint/2010/main" val="28242541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DE485D1B-E628-6B49-B07F-271523F56F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044000"/>
            <a:ext cx="5652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8214009E-F788-E23D-0C90-470BD060D17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3" name="Picture Placeholder 22">
            <a:extLst>
              <a:ext uri="{FF2B5EF4-FFF2-40B4-BE49-F238E27FC236}">
                <a16:creationId xmlns:a16="http://schemas.microsoft.com/office/drawing/2014/main" id="{E27DECF5-F9C0-3F23-B881-8BA36288E145}"/>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37085745-44F8-7C15-54D2-D993A5A8737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13337357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06E0B0B-B457-8E37-02B8-520A38E243F0}"/>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453654D-C27E-C9BA-B320-454ABF59D44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12B811F9-C589-C658-1947-8A149467844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C16541A9-B23B-9E51-6DD4-67A45A35F2ED}"/>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57A7E174-FE3F-7DE4-30D8-CDCB6CB08743}"/>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7" name="Logo">
            <a:extLst>
              <a:ext uri="{FF2B5EF4-FFF2-40B4-BE49-F238E27FC236}">
                <a16:creationId xmlns:a16="http://schemas.microsoft.com/office/drawing/2014/main" id="{29223FCB-DCAA-673D-EF75-B0A9A04F2AF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400856367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A">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5F2B86-CBBF-AFE6-449D-F6DD528AA2EC}"/>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3F2D98DB-AA9C-5848-26D4-46351A829E2C}"/>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E0DC130-6210-830D-3850-8343B6894F3A}"/>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A90D1592-B8FD-E552-0964-CF09F17A2BA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4A63DBE0-B945-6653-7F07-B203EBD69B51}"/>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368A8EC4-8506-7F5C-72C3-0FC8B818DE8E}"/>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8CFACD96-0E65-E80D-4D56-94604B65D839}"/>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0883341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B">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DDB771B-C9BC-A314-70F8-4918D8B4135E}"/>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230357F9-5628-F5D7-EA9E-2F62D4BC7CBE}"/>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5302AEF8-6D87-9EFD-325B-B67BAF5749B7}"/>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EC08A76-A3F6-9879-9591-108E2CD22127}"/>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31371E65-7DA5-7458-872B-335AB444DFF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00E6FCFC-74E8-C53E-CDEB-B1E58B5CFDBA}"/>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E9048233-C6D5-B390-92BF-02E1FE2D741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9121597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C">
    <p:bg>
      <p:bgPr>
        <a:solidFill>
          <a:srgbClr val="1D255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9F3101-543D-726A-76D5-F500F18117CB}"/>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CBE6131-9D21-5FAC-1A46-1184AE5A4CA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40D0C13A-FA1E-0370-9716-08FDF79DF00B}"/>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677EF421-BCDA-5760-CA12-3EC8BFBB1EF4}"/>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556FE34F-6F3D-0AF4-F904-39925EF3E0E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36D14BD4-737F-044B-C857-C1680F45EFA1}"/>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12A6F8-BAB2-79C8-D018-A24EA5B3049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66120153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D">
    <p:bg>
      <p:bgPr>
        <a:solidFill>
          <a:srgbClr val="1D2550"/>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2E6F75A-B9D7-EAF2-96EF-5C4BB706C4C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17" name="Subtitle 2">
            <a:extLst>
              <a:ext uri="{FF2B5EF4-FFF2-40B4-BE49-F238E27FC236}">
                <a16:creationId xmlns:a16="http://schemas.microsoft.com/office/drawing/2014/main" id="{EE03E868-C5AC-3FA0-4D5C-B7555A40FD95}"/>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7">
            <a:extLst>
              <a:ext uri="{FF2B5EF4-FFF2-40B4-BE49-F238E27FC236}">
                <a16:creationId xmlns:a16="http://schemas.microsoft.com/office/drawing/2014/main" id="{94449CF5-1C3D-0F25-9F39-32183FE63E3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9" name="Text Placeholder 7">
            <a:extLst>
              <a:ext uri="{FF2B5EF4-FFF2-40B4-BE49-F238E27FC236}">
                <a16:creationId xmlns:a16="http://schemas.microsoft.com/office/drawing/2014/main" id="{F7D3BA49-2252-193B-08A0-0F5F454950BC}"/>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20" name="Disclaimer">
            <a:extLst>
              <a:ext uri="{FF2B5EF4-FFF2-40B4-BE49-F238E27FC236}">
                <a16:creationId xmlns:a16="http://schemas.microsoft.com/office/drawing/2014/main" id="{EF7AB693-1387-9071-46E4-6E76F1F2CA48}"/>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1" name="Picture Placeholder 22">
            <a:extLst>
              <a:ext uri="{FF2B5EF4-FFF2-40B4-BE49-F238E27FC236}">
                <a16:creationId xmlns:a16="http://schemas.microsoft.com/office/drawing/2014/main" id="{86F96333-BF9F-D235-6129-B23E84A07A26}"/>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CA2DCEE9-B90E-B27D-0202-F232571B2B7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45297056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p:bg>
      <p:bgPr>
        <a:solidFill>
          <a:srgbClr val="63B6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34DCEB-A2B9-7D10-4BEA-09C4EFDC9AC8}"/>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lvl1pPr>
          </a:lstStyle>
          <a:p>
            <a:r>
              <a:rPr lang="en-US"/>
              <a:t>Click to edit title</a:t>
            </a:r>
          </a:p>
        </p:txBody>
      </p:sp>
      <p:sp>
        <p:nvSpPr>
          <p:cNvPr id="5" name="Subtitle 2">
            <a:extLst>
              <a:ext uri="{FF2B5EF4-FFF2-40B4-BE49-F238E27FC236}">
                <a16:creationId xmlns:a16="http://schemas.microsoft.com/office/drawing/2014/main" id="{C03BF681-E041-212F-1FDB-1B7DFA956FC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F1242B42-28A7-191E-911E-BFB97050E866}"/>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7" name="Text Placeholder 7">
            <a:extLst>
              <a:ext uri="{FF2B5EF4-FFF2-40B4-BE49-F238E27FC236}">
                <a16:creationId xmlns:a16="http://schemas.microsoft.com/office/drawing/2014/main" id="{0E8356C8-BD44-0E04-13EE-46D47744C301}"/>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8" name="Disclaimer">
            <a:extLst>
              <a:ext uri="{FF2B5EF4-FFF2-40B4-BE49-F238E27FC236}">
                <a16:creationId xmlns:a16="http://schemas.microsoft.com/office/drawing/2014/main" id="{87E3262A-0086-3B7C-A376-A6C07FE459AA}"/>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9" name="Logo">
            <a:extLst>
              <a:ext uri="{FF2B5EF4-FFF2-40B4-BE49-F238E27FC236}">
                <a16:creationId xmlns:a16="http://schemas.microsoft.com/office/drawing/2014/main" id="{E69D3970-098C-021F-A57C-DF61B63E8F0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54032816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A">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31EC33-65E4-C19F-0B44-3E21361728CA}"/>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5CEF09BA-1159-E7A1-E4CC-A4351FB6D0FB}"/>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F0625006-84B5-CAD3-1E73-ADA1ED733E7C}"/>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12" name="Text Placeholder 7">
            <a:extLst>
              <a:ext uri="{FF2B5EF4-FFF2-40B4-BE49-F238E27FC236}">
                <a16:creationId xmlns:a16="http://schemas.microsoft.com/office/drawing/2014/main" id="{C361CC56-CF23-A0B7-3177-55077B1DA88A}"/>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23BD44E8-E89B-7B23-33FB-80594FF3D932}"/>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4" name="Disclaimer">
            <a:extLst>
              <a:ext uri="{FF2B5EF4-FFF2-40B4-BE49-F238E27FC236}">
                <a16:creationId xmlns:a16="http://schemas.microsoft.com/office/drawing/2014/main" id="{1B9ED0D5-C6C8-0AB6-879F-053B5FA87639}"/>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3">
            <a:extLst>
              <a:ext uri="{FF2B5EF4-FFF2-40B4-BE49-F238E27FC236}">
                <a16:creationId xmlns:a16="http://schemas.microsoft.com/office/drawing/2014/main" id="{818FDCF4-D564-F92C-A91F-6036885B17F5}"/>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B713D883-7814-D55F-9150-7AE3691327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29425706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B">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6F852D-335F-A336-AFBC-347B5C9DF86F}"/>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7B320BCF-3C64-B99E-657C-7B6E980C543F}"/>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D18BB9C8-7F40-0D74-D54B-EDDEBB80584F}"/>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6E6A8E42-1CF5-209B-27A2-3B4207CB89C1}"/>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5A77E39D-F1EE-4844-DF8B-A8C414EFE432}"/>
              </a:ext>
            </a:extLst>
          </p:cNvPr>
          <p:cNvSpPr>
            <a:spLocks noGrp="1"/>
          </p:cNvSpPr>
          <p:nvPr>
            <p:ph type="body" sz="quarter" idx="22"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D949E21B-0134-DAB6-3694-3A163188A927}"/>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1">
            <a:extLst>
              <a:ext uri="{FF2B5EF4-FFF2-40B4-BE49-F238E27FC236}">
                <a16:creationId xmlns:a16="http://schemas.microsoft.com/office/drawing/2014/main" id="{80D99342-E3F8-8397-079F-AF9F8F78EBE7}"/>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73E89C-5EE0-ACA5-054A-98EDBFB1242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58939011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C">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D337C6-B66B-3482-98D7-0E9C85A74521}"/>
              </a:ext>
            </a:extLst>
          </p:cNvPr>
          <p:cNvSpPr>
            <a:spLocks noGrp="1"/>
          </p:cNvSpPr>
          <p:nvPr>
            <p:ph type="ctrTitle" hasCustomPrompt="1"/>
          </p:nvPr>
        </p:nvSpPr>
        <p:spPr>
          <a:xfrm>
            <a:off x="480000" y="1044000"/>
            <a:ext cx="6300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C4EAD39C-187A-27D3-99EA-8AADC920F2C6}"/>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AC0A6845-A6FA-64F6-8B98-E063C7E56DBC}"/>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258AB11D-DFB6-529B-2E90-BAC2003F5C64}"/>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7" name="Text Placeholder 7">
            <a:extLst>
              <a:ext uri="{FF2B5EF4-FFF2-40B4-BE49-F238E27FC236}">
                <a16:creationId xmlns:a16="http://schemas.microsoft.com/office/drawing/2014/main" id="{2FAEC182-6D0D-6E1A-AA42-6A07E838CB13}"/>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52884152-F226-D815-274F-6CB0E5ECA34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63ACBE8A-A386-6462-15AB-24DE532558FA}"/>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FC8F9B9-536E-E82F-791F-049F1225C6B3}"/>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243156717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D">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536A1E-F919-A56F-9819-DA5F984135B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B78653E3-6DD4-CEC8-F778-0A57D131B93E}"/>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B8FD7A1A-52FF-3B6B-7A4F-D634AA968A76}"/>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4001646D-2AD6-AFF2-07F7-B24CF8CB97F5}"/>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63E61F3E-6F19-F1B4-C8E3-0C84124B9DE8}"/>
              </a:ext>
            </a:extLst>
          </p:cNvPr>
          <p:cNvSpPr>
            <a:spLocks noGrp="1"/>
          </p:cNvSpPr>
          <p:nvPr>
            <p:ph type="body" sz="quarter" idx="24"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F4F09EAA-2036-6DB5-E190-0CE6F6278EC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22">
            <a:extLst>
              <a:ext uri="{FF2B5EF4-FFF2-40B4-BE49-F238E27FC236}">
                <a16:creationId xmlns:a16="http://schemas.microsoft.com/office/drawing/2014/main" id="{393096AF-22CA-CDB9-3811-23C9184F7C4B}"/>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0078521A-46AB-A031-6A3E-E46A0806BE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6165609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p:bg>
      <p:bgPr>
        <a:solidFill>
          <a:srgbClr val="0B3F2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C2533D8-F0A2-F95A-2EC4-8B643E4C8A0A}"/>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15" name="Subtitle 2">
            <a:extLst>
              <a:ext uri="{FF2B5EF4-FFF2-40B4-BE49-F238E27FC236}">
                <a16:creationId xmlns:a16="http://schemas.microsoft.com/office/drawing/2014/main" id="{EE9BF218-6ADF-0E94-38C7-C005BA6054B5}"/>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Text Placeholder 7">
            <a:extLst>
              <a:ext uri="{FF2B5EF4-FFF2-40B4-BE49-F238E27FC236}">
                <a16:creationId xmlns:a16="http://schemas.microsoft.com/office/drawing/2014/main" id="{7E6075DF-A7ED-8F97-5C55-EBD2FC0D3B7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7" name="Text Placeholder 7">
            <a:extLst>
              <a:ext uri="{FF2B5EF4-FFF2-40B4-BE49-F238E27FC236}">
                <a16:creationId xmlns:a16="http://schemas.microsoft.com/office/drawing/2014/main" id="{E0D84B8B-093C-542B-C0AD-EB89AF373913}"/>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8" name="Disclaimer">
            <a:extLst>
              <a:ext uri="{FF2B5EF4-FFF2-40B4-BE49-F238E27FC236}">
                <a16:creationId xmlns:a16="http://schemas.microsoft.com/office/drawing/2014/main" id="{67404896-078F-3742-50FF-E765542EE575}"/>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2" name="Logo">
            <a:extLst>
              <a:ext uri="{FF2B5EF4-FFF2-40B4-BE49-F238E27FC236}">
                <a16:creationId xmlns:a16="http://schemas.microsoft.com/office/drawing/2014/main" id="{844B9A04-1122-5CFD-DBD9-58241C4D27BA}"/>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41892961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A">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0442A8A-ADB8-26ED-6F30-DDA9D8966DC4}"/>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789ADFA-5BED-141E-EC7F-E8FBE1852366}"/>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7DF8595-66AB-3014-0381-A6993BA49673}"/>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35956562-13A4-CC58-2C19-49B8215DDD4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E976559E-2BA1-5D1B-40B7-79143544D9EE}"/>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9091E836-4E6C-A256-9BF2-41CAC6B8B71B}"/>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66767146-40BD-2D4F-81ED-E5DA5161660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75550358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B">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5270EE-1BCD-812B-C377-7AF2E630BD8C}"/>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DB75F152-A55F-CC0F-E787-C0975438FD28}"/>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D1C3256D-7069-1642-307C-BF05DD12B4E0}"/>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F56B531-79B5-14CB-B459-9E213AF5A7AF}"/>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97539383-5370-F299-5F4F-D40B488AE29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81A9D18D-ED16-70A1-3BF8-A7C68C66857C}"/>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8FF40A1-A4F6-CB90-E8FD-F4B63891A5E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404550306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C">
    <p:bg>
      <p:bgPr>
        <a:solidFill>
          <a:srgbClr val="0B3F2D"/>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9B04B0-BE4F-D447-A531-74EC9777FB88}"/>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976F6CA5-C139-4C92-A82E-567B0ACF0B0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766A9B29-CF3B-4BA8-4A64-77DC8CB89181}"/>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96092C18-3637-9308-2941-07262D3C90FA}"/>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21D21E89-61C1-A944-A5BE-9197A4F0C9D3}"/>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5">
            <a:extLst>
              <a:ext uri="{FF2B5EF4-FFF2-40B4-BE49-F238E27FC236}">
                <a16:creationId xmlns:a16="http://schemas.microsoft.com/office/drawing/2014/main" id="{4AE03DC9-58D7-B975-20F6-A49273B61038}"/>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98B0DFC3-4C63-6B3D-EB69-161D88F1AEB7}"/>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19795632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D">
    <p:bg>
      <p:bgPr>
        <a:solidFill>
          <a:srgbClr val="0B3F2D"/>
        </a:solidFill>
        <a:effectLst/>
      </p:bgPr>
    </p:bg>
    <p:spTree>
      <p:nvGrpSpPr>
        <p:cNvPr id="1" name=""/>
        <p:cNvGrpSpPr/>
        <p:nvPr/>
      </p:nvGrpSpPr>
      <p:grpSpPr>
        <a:xfrm>
          <a:off x="0" y="0"/>
          <a:ext cx="0" cy="0"/>
          <a:chOff x="0" y="0"/>
          <a:chExt cx="0" cy="0"/>
        </a:xfrm>
      </p:grpSpPr>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4" name="Title 1">
            <a:extLst>
              <a:ext uri="{FF2B5EF4-FFF2-40B4-BE49-F238E27FC236}">
                <a16:creationId xmlns:a16="http://schemas.microsoft.com/office/drawing/2014/main" id="{9D5796EE-538C-4976-70F3-F97CC056A112}"/>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3A88F250-BAD0-6F06-5116-F8B6145A0546}"/>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B180E8F6-EE91-B4F4-08C7-D086C84701A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1F274F18-4D6D-3FA9-D421-F2D087C7701F}"/>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2" name="Disclaimer">
            <a:extLst>
              <a:ext uri="{FF2B5EF4-FFF2-40B4-BE49-F238E27FC236}">
                <a16:creationId xmlns:a16="http://schemas.microsoft.com/office/drawing/2014/main" id="{5F397B1D-6C9B-4621-3541-6724BE030200}"/>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22">
            <a:extLst>
              <a:ext uri="{FF2B5EF4-FFF2-40B4-BE49-F238E27FC236}">
                <a16:creationId xmlns:a16="http://schemas.microsoft.com/office/drawing/2014/main" id="{D09542B5-1DE3-A258-3204-FEF817767E1D}"/>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27FA41EF-4A06-5783-312F-1C261C42C8DD}"/>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62998757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for awards">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C6EED3F-2EA2-A094-6035-DBDE0D4938C5}"/>
              </a:ext>
            </a:extLst>
          </p:cNvPr>
          <p:cNvGraphicFramePr>
            <a:graphicFrameLocks noChangeAspect="1"/>
          </p:cNvGraphicFramePr>
          <p:nvPr userDrawn="1">
            <p:custDataLst>
              <p:tags r:id="rId1"/>
            </p:custDataLst>
            <p:extLst>
              <p:ext uri="{D42A27DB-BD31-4B8C-83A1-F6EECF244321}">
                <p14:modId xmlns:p14="http://schemas.microsoft.com/office/powerpoint/2010/main" val="2035921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AC6EED3F-2EA2-A094-6035-DBDE0D4938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3999"/>
            <a:ext cx="5616000" cy="1800000"/>
          </a:xfrm>
        </p:spPr>
        <p:txBody>
          <a:bodyPr vert="horz" wrap="square" anchor="b" anchorCtr="0">
            <a:noAutofit/>
          </a:bodyPr>
          <a:lstStyle>
            <a:lvl1pPr algn="l">
              <a:lnSpc>
                <a:spcPct val="85000"/>
              </a:lnSpc>
              <a:defRPr sz="4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2952000"/>
            <a:ext cx="5616000" cy="432000"/>
          </a:xfrm>
        </p:spPr>
        <p:txBody>
          <a:bodyPr anchor="t" anchorCtr="0">
            <a:noAutofit/>
          </a:bodyPr>
          <a:lstStyle>
            <a:lvl1pPr marL="0" indent="0" algn="l">
              <a:buNone/>
              <a:defRPr sz="20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11">
            <a:extLst>
              <a:ext uri="{FF2B5EF4-FFF2-40B4-BE49-F238E27FC236}">
                <a16:creationId xmlns:a16="http://schemas.microsoft.com/office/drawing/2014/main" id="{7FEC4283-FBE8-D966-8481-1F84E1F0A027}"/>
              </a:ext>
              <a:ext uri="{C183D7F6-B498-43B3-948B-1728B52AA6E4}">
                <adec:decorative xmlns:adec="http://schemas.microsoft.com/office/drawing/2017/decorative" val="1"/>
              </a:ext>
            </a:extLst>
          </p:cNvPr>
          <p:cNvSpPr>
            <a:spLocks noGrp="1"/>
          </p:cNvSpPr>
          <p:nvPr>
            <p:ph type="pic" sz="quarter" idx="19" hasCustomPrompt="1"/>
          </p:nvPr>
        </p:nvSpPr>
        <p:spPr>
          <a:xfrm>
            <a:off x="6072000" y="0"/>
            <a:ext cx="6120000" cy="6858000"/>
          </a:xfrm>
          <a:custGeom>
            <a:avLst/>
            <a:gdLst>
              <a:gd name="connsiteX0" fmla="*/ 0 w 5753100"/>
              <a:gd name="connsiteY0" fmla="*/ 0 h 6857998"/>
              <a:gd name="connsiteX1" fmla="*/ 5753100 w 5753100"/>
              <a:gd name="connsiteY1" fmla="*/ 0 h 6857998"/>
              <a:gd name="connsiteX2" fmla="*/ 5753100 w 5753100"/>
              <a:gd name="connsiteY2" fmla="*/ 6857998 h 6857998"/>
              <a:gd name="connsiteX3" fmla="*/ 4186008 w 5753100"/>
              <a:gd name="connsiteY3" fmla="*/ 6857998 h 6857998"/>
              <a:gd name="connsiteX4" fmla="*/ 4073498 w 5753100"/>
              <a:gd name="connsiteY4" fmla="*/ 6857998 h 6857998"/>
              <a:gd name="connsiteX5" fmla="*/ 4059488 w 5753100"/>
              <a:gd name="connsiteY5" fmla="*/ 6857998 h 6857998"/>
              <a:gd name="connsiteX6" fmla="*/ 3947432 w 5753100"/>
              <a:gd name="connsiteY6" fmla="*/ 6857998 h 6857998"/>
              <a:gd name="connsiteX7" fmla="*/ 0 w 5753100"/>
              <a:gd name="connsiteY7" fmla="*/ 6857998 h 6857998"/>
              <a:gd name="connsiteX8" fmla="*/ 0 w 5753100"/>
              <a:gd name="connsiteY8" fmla="*/ 6857997 h 6857998"/>
              <a:gd name="connsiteX9" fmla="*/ 2300860 w 5753100"/>
              <a:gd name="connsiteY9" fmla="*/ 3428999 h 6857998"/>
              <a:gd name="connsiteX10" fmla="*/ 0 w 5753100"/>
              <a:gd name="connsiteY10"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3100" h="6857998">
                <a:moveTo>
                  <a:pt x="0" y="0"/>
                </a:moveTo>
                <a:lnTo>
                  <a:pt x="5753100" y="0"/>
                </a:lnTo>
                <a:lnTo>
                  <a:pt x="5753100" y="6857998"/>
                </a:lnTo>
                <a:lnTo>
                  <a:pt x="4186008" y="6857998"/>
                </a:lnTo>
                <a:lnTo>
                  <a:pt x="4073498" y="6857998"/>
                </a:lnTo>
                <a:lnTo>
                  <a:pt x="4059488" y="6857998"/>
                </a:lnTo>
                <a:lnTo>
                  <a:pt x="3947432" y="6857998"/>
                </a:lnTo>
                <a:lnTo>
                  <a:pt x="0" y="6857998"/>
                </a:lnTo>
                <a:lnTo>
                  <a:pt x="0" y="6857997"/>
                </a:lnTo>
                <a:lnTo>
                  <a:pt x="2300860" y="3428999"/>
                </a:lnTo>
                <a:lnTo>
                  <a:pt x="0" y="1"/>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sp>
        <p:nvSpPr>
          <p:cNvPr id="9" name="Text Placeholder 7">
            <a:extLst>
              <a:ext uri="{FF2B5EF4-FFF2-40B4-BE49-F238E27FC236}">
                <a16:creationId xmlns:a16="http://schemas.microsoft.com/office/drawing/2014/main" id="{A294DF71-363D-DF08-3AE2-2B6CFB9E7A4F}"/>
              </a:ext>
            </a:extLst>
          </p:cNvPr>
          <p:cNvSpPr>
            <a:spLocks noGrp="1"/>
          </p:cNvSpPr>
          <p:nvPr>
            <p:ph type="body" sz="quarter" idx="17" hasCustomPrompt="1"/>
          </p:nvPr>
        </p:nvSpPr>
        <p:spPr>
          <a:xfrm>
            <a:off x="479999" y="3528000"/>
            <a:ext cx="5616000" cy="288000"/>
          </a:xfrm>
        </p:spPr>
        <p:txBody>
          <a:bodyPr>
            <a:noAutofit/>
          </a:bodyPr>
          <a:lstStyle>
            <a:lvl1pPr>
              <a:spcBef>
                <a:spcPts val="0"/>
              </a:spcBef>
              <a:defRPr sz="1600" b="1"/>
            </a:lvl1pPr>
          </a:lstStyle>
          <a:p>
            <a:pPr lvl="0"/>
            <a:r>
              <a:rPr lang="en-US"/>
              <a:t>[Presenter name]</a:t>
            </a:r>
          </a:p>
        </p:txBody>
      </p:sp>
      <p:sp>
        <p:nvSpPr>
          <p:cNvPr id="10" name="Text Placeholder 7">
            <a:extLst>
              <a:ext uri="{FF2B5EF4-FFF2-40B4-BE49-F238E27FC236}">
                <a16:creationId xmlns:a16="http://schemas.microsoft.com/office/drawing/2014/main" id="{F2471D44-7B4A-FF5C-8429-F5D1BD0269FE}"/>
              </a:ext>
            </a:extLst>
          </p:cNvPr>
          <p:cNvSpPr>
            <a:spLocks noGrp="1"/>
          </p:cNvSpPr>
          <p:nvPr>
            <p:ph type="body" sz="quarter" idx="13" hasCustomPrompt="1"/>
          </p:nvPr>
        </p:nvSpPr>
        <p:spPr>
          <a:xfrm>
            <a:off x="479999" y="3816000"/>
            <a:ext cx="5616000" cy="252000"/>
          </a:xfrm>
        </p:spPr>
        <p:txBody>
          <a:bodyPr>
            <a:noAutofit/>
          </a:bodyPr>
          <a:lstStyle>
            <a:lvl1pPr>
              <a:spcBef>
                <a:spcPts val="0"/>
              </a:spcBef>
              <a:defRPr sz="1600"/>
            </a:lvl1pPr>
          </a:lstStyle>
          <a:p>
            <a:pPr lvl="0"/>
            <a:r>
              <a:rPr lang="en-US"/>
              <a:t>[Month date year]</a:t>
            </a:r>
          </a:p>
        </p:txBody>
      </p:sp>
      <p:sp>
        <p:nvSpPr>
          <p:cNvPr id="11" name="Text Placeholder 7">
            <a:extLst>
              <a:ext uri="{FF2B5EF4-FFF2-40B4-BE49-F238E27FC236}">
                <a16:creationId xmlns:a16="http://schemas.microsoft.com/office/drawing/2014/main" id="{CB075F6E-F3D2-779E-9FF0-22017CB7762D}"/>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5" name="Disclaimer">
            <a:extLst>
              <a:ext uri="{FF2B5EF4-FFF2-40B4-BE49-F238E27FC236}">
                <a16:creationId xmlns:a16="http://schemas.microsoft.com/office/drawing/2014/main" id="{E7D9A33F-CE2F-611D-0565-DDD871D7C7B1}"/>
              </a:ext>
            </a:extLst>
          </p:cNvPr>
          <p:cNvSpPr>
            <a:spLocks noGrp="1"/>
          </p:cNvSpPr>
          <p:nvPr>
            <p:ph type="body" sz="quarter" idx="14" hasCustomPrompt="1"/>
          </p:nvPr>
        </p:nvSpPr>
        <p:spPr>
          <a:xfrm>
            <a:off x="479999" y="6078150"/>
            <a:ext cx="561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8" name="Logo">
            <a:extLst>
              <a:ext uri="{FF2B5EF4-FFF2-40B4-BE49-F238E27FC236}">
                <a16:creationId xmlns:a16="http://schemas.microsoft.com/office/drawing/2014/main" id="{4BF8BE42-C84D-CF50-18BD-DF77F2A1B8F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66208023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414800"/>
            <a:ext cx="11232000" cy="4679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FE4C5731-EBC5-5F94-2A14-4F3B770ED7A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Title 5">
            <a:extLst>
              <a:ext uri="{FF2B5EF4-FFF2-40B4-BE49-F238E27FC236}">
                <a16:creationId xmlns:a16="http://schemas.microsoft.com/office/drawing/2014/main" id="{1FC4E808-7203-4917-098B-02B3326D1865}"/>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7A93D9DA-2B5A-DFC9-85FC-EDE989E4938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2347556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A4799F-9603-C7F5-FC7C-3B147396CD2A}"/>
              </a:ext>
            </a:extLst>
          </p:cNvPr>
          <p:cNvSpPr>
            <a:spLocks noGrp="1"/>
          </p:cNvSpPr>
          <p:nvPr>
            <p:ph type="title"/>
          </p:nvPr>
        </p:nvSpPr>
        <p:spPr/>
        <p:txBody>
          <a:bodyPr/>
          <a:lstStyle/>
          <a:p>
            <a:r>
              <a:rPr lang="en-US"/>
              <a:t>Click to edit Master title style</a:t>
            </a:r>
          </a:p>
        </p:txBody>
      </p:sp>
      <p:sp>
        <p:nvSpPr>
          <p:cNvPr id="9" name="Subtitle 2">
            <a:extLst>
              <a:ext uri="{FF2B5EF4-FFF2-40B4-BE49-F238E27FC236}">
                <a16:creationId xmlns:a16="http://schemas.microsoft.com/office/drawing/2014/main" id="{B1DC5A23-6973-07D0-BF89-D1918D14F882}"/>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773000"/>
            <a:ext cx="11232000" cy="4319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00C6F27-CA37-5CD7-43D5-6EF8C6AFBF5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E41F25AE-0F93-7DC7-2213-F7CDE74EABDE}"/>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0638462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genda A1">
    <p:bg>
      <p:bgPr>
        <a:solidFill>
          <a:srgbClr val="4CD300"/>
        </a:solidFill>
        <a:effectLst/>
      </p:bgPr>
    </p:bg>
    <p:spTree>
      <p:nvGrpSpPr>
        <p:cNvPr id="1" name=""/>
        <p:cNvGrpSpPr/>
        <p:nvPr/>
      </p:nvGrpSpPr>
      <p:grpSpPr>
        <a:xfrm>
          <a:off x="0" y="0"/>
          <a:ext cx="0" cy="0"/>
          <a:chOff x="0" y="0"/>
          <a:chExt cx="0" cy="0"/>
        </a:xfrm>
      </p:grpSpPr>
      <p:graphicFrame>
        <p:nvGraphicFramePr>
          <p:cNvPr id="107" name="think-cell data - do not delete" hidden="1">
            <a:extLst>
              <a:ext uri="{FF2B5EF4-FFF2-40B4-BE49-F238E27FC236}">
                <a16:creationId xmlns:a16="http://schemas.microsoft.com/office/drawing/2014/main" id="{E344D579-EFFA-CB08-7550-795A1D5F11AE}"/>
              </a:ext>
            </a:extLst>
          </p:cNvPr>
          <p:cNvGraphicFramePr>
            <a:graphicFrameLocks noChangeAspect="1"/>
          </p:cNvGraphicFramePr>
          <p:nvPr userDrawn="1">
            <p:custDataLst>
              <p:tags r:id="rId1"/>
            </p:custDataLst>
            <p:extLst>
              <p:ext uri="{D42A27DB-BD31-4B8C-83A1-F6EECF244321}">
                <p14:modId xmlns:p14="http://schemas.microsoft.com/office/powerpoint/2010/main" val="1443198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07" name="think-cell data - do not delete" hidden="1">
                        <a:extLst>
                          <a:ext uri="{FF2B5EF4-FFF2-40B4-BE49-F238E27FC236}">
                            <a16:creationId xmlns:a16="http://schemas.microsoft.com/office/drawing/2014/main" id="{E344D579-EFFA-CB08-7550-795A1D5F11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Shape">
            <a:extLst>
              <a:ext uri="{FF2B5EF4-FFF2-40B4-BE49-F238E27FC236}">
                <a16:creationId xmlns:a16="http://schemas.microsoft.com/office/drawing/2014/main" id="{2105BD05-E1D8-4F7C-5D84-6656B92AD606}"/>
              </a:ext>
              <a:ext uri="{C183D7F6-B498-43B3-948B-1728B52AA6E4}">
                <adec:decorative xmlns:adec="http://schemas.microsoft.com/office/drawing/2017/decorative" val="1"/>
              </a:ext>
            </a:extLst>
          </p:cNvPr>
          <p:cNvSpPr/>
          <p:nvPr userDrawn="1"/>
        </p:nvSpPr>
        <p:spPr>
          <a:xfrm>
            <a:off x="2926050" y="0"/>
            <a:ext cx="9265951" cy="6858000"/>
          </a:xfrm>
          <a:custGeom>
            <a:avLst/>
            <a:gdLst>
              <a:gd name="connsiteX0" fmla="*/ 0 w 9265951"/>
              <a:gd name="connsiteY0" fmla="*/ 0 h 6858000"/>
              <a:gd name="connsiteX1" fmla="*/ 9265951 w 9265951"/>
              <a:gd name="connsiteY1" fmla="*/ 0 h 6858000"/>
              <a:gd name="connsiteX2" fmla="*/ 9265951 w 9265951"/>
              <a:gd name="connsiteY2" fmla="*/ 6858000 h 6858000"/>
              <a:gd name="connsiteX3" fmla="*/ 0 w 9265951"/>
              <a:gd name="connsiteY3" fmla="*/ 6858000 h 6858000"/>
              <a:gd name="connsiteX4" fmla="*/ 2008745 w 9265951"/>
              <a:gd name="connsiteY4" fmla="*/ 4849258 h 6858000"/>
              <a:gd name="connsiteX5" fmla="*/ 2008745 w 9265951"/>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5951" h="6858000">
                <a:moveTo>
                  <a:pt x="0" y="0"/>
                </a:moveTo>
                <a:lnTo>
                  <a:pt x="9265951" y="0"/>
                </a:lnTo>
                <a:lnTo>
                  <a:pt x="9265951" y="6858000"/>
                </a:lnTo>
                <a:lnTo>
                  <a:pt x="0" y="6858000"/>
                </a:lnTo>
                <a:lnTo>
                  <a:pt x="2008745" y="4849258"/>
                </a:lnTo>
                <a:lnTo>
                  <a:pt x="2008745"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Shape">
            <a:extLst>
              <a:ext uri="{FF2B5EF4-FFF2-40B4-BE49-F238E27FC236}">
                <a16:creationId xmlns:a16="http://schemas.microsoft.com/office/drawing/2014/main" id="{69730063-4D1C-29DA-1DA8-7B49303CF7A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7290BFB2-423F-59A3-D617-C8CE6299A77B}"/>
              </a:ext>
            </a:extLst>
          </p:cNvPr>
          <p:cNvSpPr>
            <a:spLocks noGrp="1"/>
          </p:cNvSpPr>
          <p:nvPr>
            <p:ph type="title" hasCustomPrompt="1"/>
          </p:nvPr>
        </p:nvSpPr>
        <p:spPr>
          <a:xfrm>
            <a:off x="480000" y="1989000"/>
            <a:ext cx="396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547EBA7-0F9D-B1D0-FAC4-D0B08441E771}"/>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8" name="Text Placeholder 21">
            <a:extLst>
              <a:ext uri="{FF2B5EF4-FFF2-40B4-BE49-F238E27FC236}">
                <a16:creationId xmlns:a16="http://schemas.microsoft.com/office/drawing/2014/main" id="{936E5692-013B-1533-67BD-251533B391F9}"/>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0247BDE-6AE3-F86E-C533-0DF50E7E24BE}"/>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1" name="Text Placeholder 21">
            <a:extLst>
              <a:ext uri="{FF2B5EF4-FFF2-40B4-BE49-F238E27FC236}">
                <a16:creationId xmlns:a16="http://schemas.microsoft.com/office/drawing/2014/main" id="{DB92ECD0-57CC-096B-AB77-7489FD4D3EEB}"/>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2" name="Text Placeholder 19">
            <a:extLst>
              <a:ext uri="{FF2B5EF4-FFF2-40B4-BE49-F238E27FC236}">
                <a16:creationId xmlns:a16="http://schemas.microsoft.com/office/drawing/2014/main" id="{F7FF78BA-26F9-DC27-1117-95F73AD1C9C1}"/>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3" name="Text Placeholder 21">
            <a:extLst>
              <a:ext uri="{FF2B5EF4-FFF2-40B4-BE49-F238E27FC236}">
                <a16:creationId xmlns:a16="http://schemas.microsoft.com/office/drawing/2014/main" id="{9943FFEF-73AC-2E14-88FD-B7A5C3DCC9F7}"/>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4" name="Text Placeholder 19">
            <a:extLst>
              <a:ext uri="{FF2B5EF4-FFF2-40B4-BE49-F238E27FC236}">
                <a16:creationId xmlns:a16="http://schemas.microsoft.com/office/drawing/2014/main" id="{5E7B4412-1997-B2F4-2CE6-23D58C87853F}"/>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5" name="Text Placeholder 21">
            <a:extLst>
              <a:ext uri="{FF2B5EF4-FFF2-40B4-BE49-F238E27FC236}">
                <a16:creationId xmlns:a16="http://schemas.microsoft.com/office/drawing/2014/main" id="{ABE22D9F-E579-CFEA-ED2C-5C47A536ACE4}"/>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6" name="Text Placeholder 19">
            <a:extLst>
              <a:ext uri="{FF2B5EF4-FFF2-40B4-BE49-F238E27FC236}">
                <a16:creationId xmlns:a16="http://schemas.microsoft.com/office/drawing/2014/main" id="{730B9C9D-9968-B0B7-62C2-A751106E65B7}"/>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7" name="Text Placeholder 21">
            <a:extLst>
              <a:ext uri="{FF2B5EF4-FFF2-40B4-BE49-F238E27FC236}">
                <a16:creationId xmlns:a16="http://schemas.microsoft.com/office/drawing/2014/main" id="{176C385E-FED2-D58A-98EA-0E179CAA44D0}"/>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8" name="Text Placeholder 19">
            <a:extLst>
              <a:ext uri="{FF2B5EF4-FFF2-40B4-BE49-F238E27FC236}">
                <a16:creationId xmlns:a16="http://schemas.microsoft.com/office/drawing/2014/main" id="{9D3C9BA7-D056-C0C1-0109-2ED42FED2D97}"/>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19" name="Text Placeholder 21">
            <a:extLst>
              <a:ext uri="{FF2B5EF4-FFF2-40B4-BE49-F238E27FC236}">
                <a16:creationId xmlns:a16="http://schemas.microsoft.com/office/drawing/2014/main" id="{BA732A09-FA5A-E632-A5FA-33D465574126}"/>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1" name="Text Placeholder 19">
            <a:extLst>
              <a:ext uri="{FF2B5EF4-FFF2-40B4-BE49-F238E27FC236}">
                <a16:creationId xmlns:a16="http://schemas.microsoft.com/office/drawing/2014/main" id="{87CE19CF-53A1-ADDB-5196-555034F9E766}"/>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3" name="Text Placeholder 21">
            <a:extLst>
              <a:ext uri="{FF2B5EF4-FFF2-40B4-BE49-F238E27FC236}">
                <a16:creationId xmlns:a16="http://schemas.microsoft.com/office/drawing/2014/main" id="{CBB4B3D0-586F-A2CE-8546-F559D89AA178}"/>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4" name="Text Placeholder 19">
            <a:extLst>
              <a:ext uri="{FF2B5EF4-FFF2-40B4-BE49-F238E27FC236}">
                <a16:creationId xmlns:a16="http://schemas.microsoft.com/office/drawing/2014/main" id="{39E49226-C251-4B90-3395-51FA39BAFFF3}"/>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5" name="Text Placeholder 21">
            <a:extLst>
              <a:ext uri="{FF2B5EF4-FFF2-40B4-BE49-F238E27FC236}">
                <a16:creationId xmlns:a16="http://schemas.microsoft.com/office/drawing/2014/main" id="{9F5C05DF-687D-754D-4686-DF753BF554B0}"/>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6" name="Text Placeholder 19">
            <a:extLst>
              <a:ext uri="{FF2B5EF4-FFF2-40B4-BE49-F238E27FC236}">
                <a16:creationId xmlns:a16="http://schemas.microsoft.com/office/drawing/2014/main" id="{D647973D-D207-77A9-E746-0C8D3380C63B}"/>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7" name="Text Placeholder 21">
            <a:extLst>
              <a:ext uri="{FF2B5EF4-FFF2-40B4-BE49-F238E27FC236}">
                <a16:creationId xmlns:a16="http://schemas.microsoft.com/office/drawing/2014/main" id="{7F2244D1-8F86-50FC-75D8-2A75F7C3E421}"/>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B82CF0E8-FBB6-0B99-6DF2-88D48B547300}"/>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7" name="Logo">
            <a:extLst>
              <a:ext uri="{FF2B5EF4-FFF2-40B4-BE49-F238E27FC236}">
                <a16:creationId xmlns:a16="http://schemas.microsoft.com/office/drawing/2014/main" id="{64493CAB-69B0-895D-778C-EF1424AAE54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67421703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Agenda A2">
    <p:bg>
      <p:bgPr>
        <a:solidFill>
          <a:srgbClr val="1D2550"/>
        </a:solidFill>
        <a:effectLst/>
      </p:bgPr>
    </p:bg>
    <p:spTree>
      <p:nvGrpSpPr>
        <p:cNvPr id="1" name=""/>
        <p:cNvGrpSpPr/>
        <p:nvPr/>
      </p:nvGrpSpPr>
      <p:grpSpPr>
        <a:xfrm>
          <a:off x="0" y="0"/>
          <a:ext cx="0" cy="0"/>
          <a:chOff x="0" y="0"/>
          <a:chExt cx="0" cy="0"/>
        </a:xfrm>
      </p:grpSpPr>
      <p:pic>
        <p:nvPicPr>
          <p:cNvPr id="4" name="Logo">
            <a:extLst>
              <a:ext uri="{FF2B5EF4-FFF2-40B4-BE49-F238E27FC236}">
                <a16:creationId xmlns:a16="http://schemas.microsoft.com/office/drawing/2014/main" id="{E2B6C0D4-694D-67F4-FE12-ABCC9974F9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9" r="9"/>
          <a:stretch/>
        </p:blipFill>
        <p:spPr>
          <a:xfrm>
            <a:off x="-37499" y="6157011"/>
            <a:ext cx="2367418" cy="817868"/>
          </a:xfrm>
          <a:prstGeom prst="rect">
            <a:avLst/>
          </a:prstGeom>
        </p:spPr>
      </p:pic>
      <p:graphicFrame>
        <p:nvGraphicFramePr>
          <p:cNvPr id="20" name="think-cell data - do not delete" hidden="1">
            <a:extLst>
              <a:ext uri="{FF2B5EF4-FFF2-40B4-BE49-F238E27FC236}">
                <a16:creationId xmlns:a16="http://schemas.microsoft.com/office/drawing/2014/main" id="{AA3EB579-731D-0E8D-FF53-824F97358E7F}"/>
              </a:ext>
            </a:extLst>
          </p:cNvPr>
          <p:cNvGraphicFramePr>
            <a:graphicFrameLocks noChangeAspect="1"/>
          </p:cNvGraphicFramePr>
          <p:nvPr userDrawn="1">
            <p:custDataLst>
              <p:tags r:id="rId1"/>
            </p:custDataLst>
            <p:extLst>
              <p:ext uri="{D42A27DB-BD31-4B8C-83A1-F6EECF244321}">
                <p14:modId xmlns:p14="http://schemas.microsoft.com/office/powerpoint/2010/main" val="494247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06" imgH="306" progId="TCLayout.ActiveDocument.1">
                  <p:embed/>
                </p:oleObj>
              </mc:Choice>
              <mc:Fallback>
                <p:oleObj name="think-cell Slide" r:id="rId5" imgW="306" imgH="306" progId="TCLayout.ActiveDocument.1">
                  <p:embed/>
                  <p:pic>
                    <p:nvPicPr>
                      <p:cNvPr id="20" name="think-cell data - do not delete" hidden="1">
                        <a:extLst>
                          <a:ext uri="{FF2B5EF4-FFF2-40B4-BE49-F238E27FC236}">
                            <a16:creationId xmlns:a16="http://schemas.microsoft.com/office/drawing/2014/main" id="{AA3EB579-731D-0E8D-FF53-824F97358E7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Shape">
            <a:extLst>
              <a:ext uri="{FF2B5EF4-FFF2-40B4-BE49-F238E27FC236}">
                <a16:creationId xmlns:a16="http://schemas.microsoft.com/office/drawing/2014/main" id="{3722AD90-5929-7E7B-0CC7-AC1EC53991E5}"/>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192D28ED-2411-A6E4-F557-B138442359C9}"/>
              </a:ext>
            </a:extLst>
          </p:cNvPr>
          <p:cNvSpPr>
            <a:spLocks noGrp="1"/>
          </p:cNvSpPr>
          <p:nvPr>
            <p:ph type="title" hasCustomPrompt="1"/>
          </p:nvPr>
        </p:nvSpPr>
        <p:spPr>
          <a:xfrm>
            <a:off x="478800" y="19890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FE467D07-74E8-B9A8-0477-E1750E727387}"/>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10" name="Text Placeholder 21">
            <a:extLst>
              <a:ext uri="{FF2B5EF4-FFF2-40B4-BE49-F238E27FC236}">
                <a16:creationId xmlns:a16="http://schemas.microsoft.com/office/drawing/2014/main" id="{D99EB841-632F-40BD-250E-7B9A671D4C96}"/>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1" name="Text Placeholder 19">
            <a:extLst>
              <a:ext uri="{FF2B5EF4-FFF2-40B4-BE49-F238E27FC236}">
                <a16:creationId xmlns:a16="http://schemas.microsoft.com/office/drawing/2014/main" id="{056205AA-6953-B29E-6950-CA25195B0D61}"/>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AF6097EE-E432-E4AB-9829-B341D6DB7D65}"/>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D3C25B2-659D-AB1F-58BE-B325185B8867}"/>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A0DBB53F-6A37-9C7C-313F-67D8CD9F22E4}"/>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4BEC7A50-95DD-F7DD-BC77-82B03E616106}"/>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D3E5C7D-9C76-54D7-A448-0C0FEB10CDA3}"/>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20A6223F-25F4-BDA2-14B5-2956A8B8D68E}"/>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322E9951-078D-BE93-E86E-265A6CCFC2DA}"/>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A314A35E-C7DD-F257-321D-CD1A8A36992B}"/>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F39A3C41-70F1-C212-AC04-6182DB0FB6D1}"/>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276BACCB-F384-EB58-454B-82CC0FDABE2A}"/>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7FC3984-AE98-2006-C5CF-F58544D33D53}"/>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772C55DD-418B-98EF-BFCB-89FEC0E509E1}"/>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1EE8EE22-190C-65DB-599C-B57B87879D64}"/>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8B4A61A5-F13B-2DBD-E236-79D7F071E59F}"/>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7B47E442-4E71-C12D-E01C-8C57087C0570}"/>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36FAE014-332E-C939-C32D-7C95AA6B3B5A}"/>
              </a:ext>
            </a:extLst>
          </p:cNvPr>
          <p:cNvSpPr>
            <a:spLocks noGrp="1"/>
          </p:cNvSpPr>
          <p:nvPr>
            <p:ph type="sldNum" sz="quarter" idx="31"/>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91586205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genda A3">
    <p:bg>
      <p:bgPr>
        <a:solidFill>
          <a:srgbClr val="4CD300"/>
        </a:solidFill>
        <a:effectLst/>
      </p:bgPr>
    </p:bg>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990E3632-6A23-F2B2-40A1-77E0AC15CBFD}"/>
              </a:ext>
            </a:extLst>
          </p:cNvPr>
          <p:cNvGraphicFramePr>
            <a:graphicFrameLocks noChangeAspect="1"/>
          </p:cNvGraphicFramePr>
          <p:nvPr userDrawn="1">
            <p:custDataLst>
              <p:tags r:id="rId1"/>
            </p:custDataLst>
            <p:extLst>
              <p:ext uri="{D42A27DB-BD31-4B8C-83A1-F6EECF244321}">
                <p14:modId xmlns:p14="http://schemas.microsoft.com/office/powerpoint/2010/main" val="1551112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22" name="think-cell data - do not delete" hidden="1">
                        <a:extLst>
                          <a:ext uri="{FF2B5EF4-FFF2-40B4-BE49-F238E27FC236}">
                            <a16:creationId xmlns:a16="http://schemas.microsoft.com/office/drawing/2014/main" id="{990E3632-6A23-F2B2-40A1-77E0AC15CB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EFC98BF4-B2D7-702F-B149-DC7C03813FCC}"/>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D8CD2B39-5218-7990-DBEF-2281CF56D406}"/>
              </a:ext>
            </a:extLst>
          </p:cNvPr>
          <p:cNvSpPr>
            <a:spLocks noGrp="1"/>
          </p:cNvSpPr>
          <p:nvPr>
            <p:ph type="title" hasCustomPrompt="1"/>
          </p:nvPr>
        </p:nvSpPr>
        <p:spPr>
          <a:xfrm>
            <a:off x="478800" y="1989000"/>
            <a:ext cx="3960000" cy="2880000"/>
          </a:xfrm>
        </p:spPr>
        <p:txBody>
          <a:bodyPr vert="horz" anchor="ctr" anchorCtr="0"/>
          <a:lstStyle>
            <a:lvl1pPr algn="r">
              <a:defRPr/>
            </a:lvl1pPr>
          </a:lstStyle>
          <a:p>
            <a:r>
              <a:rPr lang="en-US"/>
              <a:t>Click to edit Master title style</a:t>
            </a:r>
          </a:p>
        </p:txBody>
      </p:sp>
      <p:sp>
        <p:nvSpPr>
          <p:cNvPr id="8" name="Text Placeholder 19">
            <a:extLst>
              <a:ext uri="{FF2B5EF4-FFF2-40B4-BE49-F238E27FC236}">
                <a16:creationId xmlns:a16="http://schemas.microsoft.com/office/drawing/2014/main" id="{7D005A4A-0BC0-5A25-2C05-B787F2A47D3C}"/>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1C0955CB-82F6-4404-7276-9115D0C7C9A8}"/>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3C1736D-95B7-371B-C340-B6BAB7E1DD8B}"/>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AEF7250-D833-1590-FAED-FADCEF4B601F}"/>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5F9217C4-2984-38E2-FA80-AAF50CEA3BD8}"/>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F4410E3C-9C63-5E5E-B146-D171B745095F}"/>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0B06B394-D153-E648-86F1-74EC23C3F030}"/>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72C6DAE0-DD77-0ECE-03E7-117D2C4E503B}"/>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6A9A5D66-51D6-466C-CE2D-B64B842B8B27}"/>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05145816-D5A5-C8C8-F0F8-BC055154CCF3}"/>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E2934F8E-8E6D-4221-CF40-0F3C239E99BC}"/>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2BDF83B0-48EB-45EA-24DA-B6639E1EE3CA}"/>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A875A90D-887E-D017-F0FE-1A726E5D73A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13D25D6-C968-29E4-B78A-D5D9E2722F1D}"/>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477766307"/>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Agenda A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218586-CFF9-D1B9-A7B1-D06ABC4D3841}"/>
              </a:ext>
            </a:extLst>
          </p:cNvPr>
          <p:cNvGraphicFramePr>
            <a:graphicFrameLocks noChangeAspect="1"/>
          </p:cNvGraphicFramePr>
          <p:nvPr userDrawn="1">
            <p:custDataLst>
              <p:tags r:id="rId1"/>
            </p:custDataLst>
            <p:extLst>
              <p:ext uri="{D42A27DB-BD31-4B8C-83A1-F6EECF244321}">
                <p14:modId xmlns:p14="http://schemas.microsoft.com/office/powerpoint/2010/main" val="1287956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A1218586-CFF9-D1B9-A7B1-D06ABC4D38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30D817C6-F486-A385-9A34-67A627CEEB6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2B6FC3B0-D36F-1EAC-E756-1040EB21F6A5}"/>
              </a:ext>
            </a:extLst>
          </p:cNvPr>
          <p:cNvSpPr>
            <a:spLocks noGrp="1"/>
          </p:cNvSpPr>
          <p:nvPr>
            <p:ph type="title" hasCustomPrompt="1"/>
          </p:nvPr>
        </p:nvSpPr>
        <p:spPr>
          <a:xfrm>
            <a:off x="478800" y="19908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8" name="Text Placeholder 19">
            <a:extLst>
              <a:ext uri="{FF2B5EF4-FFF2-40B4-BE49-F238E27FC236}">
                <a16:creationId xmlns:a16="http://schemas.microsoft.com/office/drawing/2014/main" id="{21B11C8A-95E4-FA97-3593-EBA151E16C7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9146D62C-B037-86B2-F031-9D7CB1AE9682}"/>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76FA0464-8B17-496A-FA4C-57E96C00D2ED}"/>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FF1CCA5E-6795-1E3C-5218-0B3080BC06D7}"/>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DF651931-7D32-AF36-EB33-181A9C5ED445}"/>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E3EBF013-1DF3-6C0C-5595-34FA4DDD2139}"/>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3988DFE-A57F-87ED-75E3-003856244E8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BCAAFFA4-9925-CF4B-EDD6-C21D117C970F}"/>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4E3D30E5-8A57-CDD7-DA25-100B803CA79C}"/>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98896E69-B5C1-DD0C-DEBD-1D6342335331}"/>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64B036E8-0AB2-175D-6923-18F103BC90BD}"/>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656E6B1-C23F-11A3-AAEA-E43A083EE0B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E818F3E3-264A-4C83-A974-080846FB4969}"/>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285580ED-5FC2-2E18-2BA3-F71F88F27C0A}"/>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32556017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genda B3">
    <p:bg>
      <p:bgPr>
        <a:solidFill>
          <a:srgbClr val="4CD3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1A0ACED-E331-1403-1DFD-5D1ABE86233A}"/>
              </a:ext>
            </a:extLst>
          </p:cNvPr>
          <p:cNvGraphicFramePr>
            <a:graphicFrameLocks noChangeAspect="1"/>
          </p:cNvGraphicFramePr>
          <p:nvPr userDrawn="1">
            <p:custDataLst>
              <p:tags r:id="rId1"/>
            </p:custDataLst>
            <p:extLst>
              <p:ext uri="{D42A27DB-BD31-4B8C-83A1-F6EECF244321}">
                <p14:modId xmlns:p14="http://schemas.microsoft.com/office/powerpoint/2010/main" val="1959635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F1A0ACED-E331-1403-1DFD-5D1ABE8623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0FF496D-74BD-D90E-B686-EB8C1EC6E0BC}"/>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361E5FA9-B762-5539-1BBD-BE891C614EC4}"/>
              </a:ext>
            </a:extLst>
          </p:cNvPr>
          <p:cNvSpPr>
            <a:spLocks noGrp="1"/>
          </p:cNvSpPr>
          <p:nvPr>
            <p:ph type="title" hasCustomPrompt="1"/>
          </p:nvPr>
        </p:nvSpPr>
        <p:spPr>
          <a:xfrm>
            <a:off x="478800" y="1990800"/>
            <a:ext cx="3528000" cy="2880000"/>
          </a:xfrm>
        </p:spPr>
        <p:txBody>
          <a:bodyPr vert="horz" anchor="ctr" anchorCtr="0"/>
          <a:lstStyle>
            <a:lvl1pPr algn="r">
              <a:defRPr/>
            </a:lvl1pPr>
          </a:lstStyle>
          <a:p>
            <a:r>
              <a:rPr lang="en-US"/>
              <a:t>Click to edit Master title style</a:t>
            </a:r>
          </a:p>
        </p:txBody>
      </p:sp>
      <p:sp>
        <p:nvSpPr>
          <p:cNvPr id="9" name="Text Placeholder 19">
            <a:extLst>
              <a:ext uri="{FF2B5EF4-FFF2-40B4-BE49-F238E27FC236}">
                <a16:creationId xmlns:a16="http://schemas.microsoft.com/office/drawing/2014/main" id="{7341C52D-490F-1432-1653-501EF401A026}"/>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0E215712-819F-2D9E-EA72-3DC5951C570E}"/>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B43CAF3E-D765-8A25-4BEC-02C5A1FD850E}"/>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9FD24BAF-68F2-E28B-790E-7D6F0A5F4EA6}"/>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98D4B18B-5FE7-79B1-BD85-0B5E78D303FB}"/>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86F4F90-3EF8-6E78-2BE0-F933FFE9A021}"/>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F9870F8B-0915-7A65-3BAA-83EE3446E806}"/>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1E30E7F4-CD4D-A152-1D72-1F0D8ABE17B9}"/>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F25BFA45-C130-F0AB-AA11-784D4F62219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1421A988-A0D7-014D-AC35-35B80B0FD92A}"/>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34DE0C-AD30-1996-B4A5-6EE4399CE814}"/>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5D7EF3CF-1F48-BE4F-D625-4D90E45F60A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50E28157-5628-6602-C7F1-3D4A648C2CC7}"/>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77AEE46D-B4F2-4107-8A7F-B14B6409319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421125338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genda B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D2B15E-6D4C-4809-66C2-430DBD332EF0}"/>
              </a:ext>
            </a:extLst>
          </p:cNvPr>
          <p:cNvGraphicFramePr>
            <a:graphicFrameLocks noChangeAspect="1"/>
          </p:cNvGraphicFramePr>
          <p:nvPr userDrawn="1">
            <p:custDataLst>
              <p:tags r:id="rId1"/>
            </p:custDataLst>
            <p:extLst>
              <p:ext uri="{D42A27DB-BD31-4B8C-83A1-F6EECF244321}">
                <p14:modId xmlns:p14="http://schemas.microsoft.com/office/powerpoint/2010/main" val="711137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90D2B15E-6D4C-4809-66C2-430DBD332E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0D8853-18BA-D989-188F-A49B3D604691}"/>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79F0E98-9B0C-EA2A-F3ED-F272FE5B5399}"/>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651590A3-C7A3-74C1-B3FD-950E6CA36F0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8513A37A-8453-D00A-15A6-DBA4A1C8CC4C}"/>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824F957-6B5C-9690-8DBB-C58D996C6F78}"/>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B366B9BB-D562-A477-C43B-177914D0DEA3}"/>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585F5E58-1A5B-1AEE-E293-417AAA7C8F36}"/>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27C1F407-D543-D126-18EF-2027DC07FD84}"/>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E4116AAB-8440-E072-B686-6DD310760AA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D9952F24-3326-2EA9-C9C4-26B26A2EEDB1}"/>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9F97E5EE-1A24-3AA3-981C-8820699CBDE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1A3C679-9EC8-21CC-9B66-0779A462BF34}"/>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0F657BF5-19D2-86E7-9EAE-E00A19E14CA8}"/>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AE78B7F-4E12-C13C-49D5-4C3E404B9011}"/>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1A0FFD85-F4AC-F6CD-822C-70699098E071}"/>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02603E47-1182-8408-3574-B0763C5AD4A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81076937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genda B5">
    <p:bg>
      <p:bgPr>
        <a:solidFill>
          <a:srgbClr val="4CD30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D1D3A82-DD59-235A-767E-8C50DD7DF6DB}"/>
              </a:ext>
            </a:extLst>
          </p:cNvPr>
          <p:cNvGraphicFramePr>
            <a:graphicFrameLocks noChangeAspect="1"/>
          </p:cNvGraphicFramePr>
          <p:nvPr userDrawn="1">
            <p:custDataLst>
              <p:tags r:id="rId1"/>
            </p:custDataLst>
            <p:extLst>
              <p:ext uri="{D42A27DB-BD31-4B8C-83A1-F6EECF244321}">
                <p14:modId xmlns:p14="http://schemas.microsoft.com/office/powerpoint/2010/main" val="2168603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CD1D3A82-DD59-235A-767E-8C50DD7DF6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F93BD7-6629-2BDA-2DDE-0C905A4F1BA7}"/>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7CB66C06-7B2F-7BE2-A367-7DDD72632E2A}"/>
              </a:ext>
            </a:extLst>
          </p:cNvPr>
          <p:cNvSpPr>
            <a:spLocks noGrp="1"/>
          </p:cNvSpPr>
          <p:nvPr>
            <p:ph type="title" hasCustomPrompt="1"/>
          </p:nvPr>
        </p:nvSpPr>
        <p:spPr>
          <a:xfrm>
            <a:off x="478800" y="1990799"/>
            <a:ext cx="342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6ED309D-FD15-68C4-E2F1-BE4E904F6BA2}"/>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0" name="Text Placeholder 21">
            <a:extLst>
              <a:ext uri="{FF2B5EF4-FFF2-40B4-BE49-F238E27FC236}">
                <a16:creationId xmlns:a16="http://schemas.microsoft.com/office/drawing/2014/main" id="{047C52C7-8864-3BB3-2836-73796CCABF97}"/>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0" name="Text Placeholder 19">
            <a:extLst>
              <a:ext uri="{FF2B5EF4-FFF2-40B4-BE49-F238E27FC236}">
                <a16:creationId xmlns:a16="http://schemas.microsoft.com/office/drawing/2014/main" id="{19344FF3-624C-456D-BB87-B0DEEFF54F37}"/>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2" name="Text Placeholder 21">
            <a:extLst>
              <a:ext uri="{FF2B5EF4-FFF2-40B4-BE49-F238E27FC236}">
                <a16:creationId xmlns:a16="http://schemas.microsoft.com/office/drawing/2014/main" id="{15968EF6-F968-3F1D-D6EA-258E58B582DD}"/>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4" name="Text Placeholder 19">
            <a:extLst>
              <a:ext uri="{FF2B5EF4-FFF2-40B4-BE49-F238E27FC236}">
                <a16:creationId xmlns:a16="http://schemas.microsoft.com/office/drawing/2014/main" id="{1A67B7A3-26B4-B088-B38B-A4EC10795179}"/>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5" name="Text Placeholder 21">
            <a:extLst>
              <a:ext uri="{FF2B5EF4-FFF2-40B4-BE49-F238E27FC236}">
                <a16:creationId xmlns:a16="http://schemas.microsoft.com/office/drawing/2014/main" id="{C66B580D-0D66-09A6-C58B-ECE8F569C39B}"/>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6" name="Text Placeholder 19">
            <a:extLst>
              <a:ext uri="{FF2B5EF4-FFF2-40B4-BE49-F238E27FC236}">
                <a16:creationId xmlns:a16="http://schemas.microsoft.com/office/drawing/2014/main" id="{ADB76CFE-1E27-4B7E-FC94-06990F8D062F}"/>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7" name="Text Placeholder 21">
            <a:extLst>
              <a:ext uri="{FF2B5EF4-FFF2-40B4-BE49-F238E27FC236}">
                <a16:creationId xmlns:a16="http://schemas.microsoft.com/office/drawing/2014/main" id="{8B8D081D-9B4F-F6EC-B455-CE69A72CE132}"/>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8" name="Text Placeholder 19">
            <a:extLst>
              <a:ext uri="{FF2B5EF4-FFF2-40B4-BE49-F238E27FC236}">
                <a16:creationId xmlns:a16="http://schemas.microsoft.com/office/drawing/2014/main" id="{31E03DD0-C0DC-23EA-808B-5F7A1982B0A1}"/>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9" name="Text Placeholder 21">
            <a:extLst>
              <a:ext uri="{FF2B5EF4-FFF2-40B4-BE49-F238E27FC236}">
                <a16:creationId xmlns:a16="http://schemas.microsoft.com/office/drawing/2014/main" id="{3793D01F-0860-98F2-29FB-1C4AE36F7D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0" name="Text Placeholder 19">
            <a:extLst>
              <a:ext uri="{FF2B5EF4-FFF2-40B4-BE49-F238E27FC236}">
                <a16:creationId xmlns:a16="http://schemas.microsoft.com/office/drawing/2014/main" id="{5A820D2B-DC0E-CB92-F4E4-41D8DBFE474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A4933F59-9C6B-BD06-18AC-8BE0C9B8CE18}"/>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2DBCD96-BAED-99F7-F511-59C8FCB4F71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9AFD3CE-B9C6-DD2D-4D3D-1C988CF93DC9}"/>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62460929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genda B6">
    <p:bg>
      <p:bgPr>
        <a:solidFill>
          <a:srgbClr val="1D255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F7E659-09C6-F64B-03E2-84676E702F39}"/>
              </a:ext>
            </a:extLst>
          </p:cNvPr>
          <p:cNvGraphicFramePr>
            <a:graphicFrameLocks noChangeAspect="1"/>
          </p:cNvGraphicFramePr>
          <p:nvPr userDrawn="1">
            <p:custDataLst>
              <p:tags r:id="rId1"/>
            </p:custDataLst>
            <p:extLst>
              <p:ext uri="{D42A27DB-BD31-4B8C-83A1-F6EECF244321}">
                <p14:modId xmlns:p14="http://schemas.microsoft.com/office/powerpoint/2010/main" val="581289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F5F7E659-09C6-F64B-03E2-84676E702F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F48D65F2-5B45-F86A-C4F2-07779F0ED2A2}"/>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0DF7FA5-A05F-4246-C79F-001C468007D1}"/>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7" name="Text Placeholder 19">
            <a:extLst>
              <a:ext uri="{FF2B5EF4-FFF2-40B4-BE49-F238E27FC236}">
                <a16:creationId xmlns:a16="http://schemas.microsoft.com/office/drawing/2014/main" id="{34D64BFD-9C90-593A-5B75-12D2434CFCF6}"/>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0" name="Text Placeholder 21">
            <a:extLst>
              <a:ext uri="{FF2B5EF4-FFF2-40B4-BE49-F238E27FC236}">
                <a16:creationId xmlns:a16="http://schemas.microsoft.com/office/drawing/2014/main" id="{A0DD48D7-E4D3-B7F6-6407-529AA5D70781}"/>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2" name="Text Placeholder 19">
            <a:extLst>
              <a:ext uri="{FF2B5EF4-FFF2-40B4-BE49-F238E27FC236}">
                <a16:creationId xmlns:a16="http://schemas.microsoft.com/office/drawing/2014/main" id="{E1270E38-B76C-FB66-AF86-F5A5D9BA5E53}"/>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4" name="Text Placeholder 21">
            <a:extLst>
              <a:ext uri="{FF2B5EF4-FFF2-40B4-BE49-F238E27FC236}">
                <a16:creationId xmlns:a16="http://schemas.microsoft.com/office/drawing/2014/main" id="{B43C5AA4-095B-1A36-0743-40E26176FEF6}"/>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5" name="Text Placeholder 19">
            <a:extLst>
              <a:ext uri="{FF2B5EF4-FFF2-40B4-BE49-F238E27FC236}">
                <a16:creationId xmlns:a16="http://schemas.microsoft.com/office/drawing/2014/main" id="{2D66FE62-C743-B687-35BE-926213FE70DB}"/>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6" name="Text Placeholder 21">
            <a:extLst>
              <a:ext uri="{FF2B5EF4-FFF2-40B4-BE49-F238E27FC236}">
                <a16:creationId xmlns:a16="http://schemas.microsoft.com/office/drawing/2014/main" id="{D06B808A-B24A-4A34-8FEB-77AC08F6F1F6}"/>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7" name="Text Placeholder 19">
            <a:extLst>
              <a:ext uri="{FF2B5EF4-FFF2-40B4-BE49-F238E27FC236}">
                <a16:creationId xmlns:a16="http://schemas.microsoft.com/office/drawing/2014/main" id="{CABB420A-92EF-3AE6-E3BE-02E077D5BDD5}"/>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8" name="Text Placeholder 21">
            <a:extLst>
              <a:ext uri="{FF2B5EF4-FFF2-40B4-BE49-F238E27FC236}">
                <a16:creationId xmlns:a16="http://schemas.microsoft.com/office/drawing/2014/main" id="{EF97800C-FDC3-D439-322C-DB550C6A02DF}"/>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9" name="Text Placeholder 19">
            <a:extLst>
              <a:ext uri="{FF2B5EF4-FFF2-40B4-BE49-F238E27FC236}">
                <a16:creationId xmlns:a16="http://schemas.microsoft.com/office/drawing/2014/main" id="{590AE51B-59A3-37F5-AFFA-92D888F327F3}"/>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0" name="Text Placeholder 21">
            <a:extLst>
              <a:ext uri="{FF2B5EF4-FFF2-40B4-BE49-F238E27FC236}">
                <a16:creationId xmlns:a16="http://schemas.microsoft.com/office/drawing/2014/main" id="{B4A6DB1E-9602-E368-6205-5DAD677F45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1" name="Text Placeholder 19">
            <a:extLst>
              <a:ext uri="{FF2B5EF4-FFF2-40B4-BE49-F238E27FC236}">
                <a16:creationId xmlns:a16="http://schemas.microsoft.com/office/drawing/2014/main" id="{BA825D2C-AAA8-6CA1-78D5-DD9AACF965E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93B5A6D9-3E97-A018-F608-E1789B189E8D}"/>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49F159C1-971B-AE53-D1B1-8B4987AC406C}"/>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5E9135F0-0001-B72A-AC68-5175C8296340}"/>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200725405"/>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genda C1">
    <p:bg>
      <p:bgPr>
        <a:solidFill>
          <a:srgbClr val="4CD3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56DC24F-C58B-A46E-946F-B9309A93ED79}"/>
              </a:ext>
            </a:extLst>
          </p:cNvPr>
          <p:cNvGraphicFramePr>
            <a:graphicFrameLocks noChangeAspect="1"/>
          </p:cNvGraphicFramePr>
          <p:nvPr userDrawn="1">
            <p:custDataLst>
              <p:tags r:id="rId1"/>
            </p:custDataLst>
            <p:extLst>
              <p:ext uri="{D42A27DB-BD31-4B8C-83A1-F6EECF244321}">
                <p14:modId xmlns:p14="http://schemas.microsoft.com/office/powerpoint/2010/main" val="3045821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5" name="think-cell data - do not delete" hidden="1">
                        <a:extLst>
                          <a:ext uri="{FF2B5EF4-FFF2-40B4-BE49-F238E27FC236}">
                            <a16:creationId xmlns:a16="http://schemas.microsoft.com/office/drawing/2014/main" id="{456DC24F-C58B-A46E-946F-B9309A93ED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Shape">
            <a:extLst>
              <a:ext uri="{FF2B5EF4-FFF2-40B4-BE49-F238E27FC236}">
                <a16:creationId xmlns:a16="http://schemas.microsoft.com/office/drawing/2014/main" id="{1C7DFE98-A72A-B24C-47DF-92462089460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Title">
            <a:extLst>
              <a:ext uri="{FF2B5EF4-FFF2-40B4-BE49-F238E27FC236}">
                <a16:creationId xmlns:a16="http://schemas.microsoft.com/office/drawing/2014/main" id="{F4442CFC-D399-50C4-C673-13B47B05620C}"/>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62" name="Text Placeholder 19">
            <a:extLst>
              <a:ext uri="{FF2B5EF4-FFF2-40B4-BE49-F238E27FC236}">
                <a16:creationId xmlns:a16="http://schemas.microsoft.com/office/drawing/2014/main" id="{D32178DD-8527-BDD4-3B53-E257A9F39A25}"/>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63" name="Text Placeholder 21">
            <a:extLst>
              <a:ext uri="{FF2B5EF4-FFF2-40B4-BE49-F238E27FC236}">
                <a16:creationId xmlns:a16="http://schemas.microsoft.com/office/drawing/2014/main" id="{646A0726-B96A-8DA4-3FCC-DF297A887126}"/>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64" name="Text Placeholder 19">
            <a:extLst>
              <a:ext uri="{FF2B5EF4-FFF2-40B4-BE49-F238E27FC236}">
                <a16:creationId xmlns:a16="http://schemas.microsoft.com/office/drawing/2014/main" id="{7F694670-8215-AF5D-2F2F-6F529D079201}"/>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65" name="Text Placeholder 21">
            <a:extLst>
              <a:ext uri="{FF2B5EF4-FFF2-40B4-BE49-F238E27FC236}">
                <a16:creationId xmlns:a16="http://schemas.microsoft.com/office/drawing/2014/main" id="{97A38BD3-583B-E404-B524-A7B9FF6E5A2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66" name="Text Placeholder 19">
            <a:extLst>
              <a:ext uri="{FF2B5EF4-FFF2-40B4-BE49-F238E27FC236}">
                <a16:creationId xmlns:a16="http://schemas.microsoft.com/office/drawing/2014/main" id="{2853EA1E-FDD8-CE47-3166-A764F945B550}"/>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67" name="Text Placeholder 21">
            <a:extLst>
              <a:ext uri="{FF2B5EF4-FFF2-40B4-BE49-F238E27FC236}">
                <a16:creationId xmlns:a16="http://schemas.microsoft.com/office/drawing/2014/main" id="{6F4E89E5-D63F-8F9D-8FE6-E37E804050EF}"/>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68" name="Text Placeholder 19">
            <a:extLst>
              <a:ext uri="{FF2B5EF4-FFF2-40B4-BE49-F238E27FC236}">
                <a16:creationId xmlns:a16="http://schemas.microsoft.com/office/drawing/2014/main" id="{AFEE4559-625F-5E6C-F99E-25D2A0C7C997}"/>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69" name="Text Placeholder 21">
            <a:extLst>
              <a:ext uri="{FF2B5EF4-FFF2-40B4-BE49-F238E27FC236}">
                <a16:creationId xmlns:a16="http://schemas.microsoft.com/office/drawing/2014/main" id="{6E1E0F5F-071B-1464-A0D9-58B10A955D36}"/>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70" name="Text Placeholder 19">
            <a:extLst>
              <a:ext uri="{FF2B5EF4-FFF2-40B4-BE49-F238E27FC236}">
                <a16:creationId xmlns:a16="http://schemas.microsoft.com/office/drawing/2014/main" id="{9E0F224C-12FE-E76F-1A9E-9E216FC532D5}"/>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71" name="Text Placeholder 21">
            <a:extLst>
              <a:ext uri="{FF2B5EF4-FFF2-40B4-BE49-F238E27FC236}">
                <a16:creationId xmlns:a16="http://schemas.microsoft.com/office/drawing/2014/main" id="{A86D9899-4D7C-FC51-7009-6B67588D661B}"/>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72" name="Text Placeholder 19">
            <a:extLst>
              <a:ext uri="{FF2B5EF4-FFF2-40B4-BE49-F238E27FC236}">
                <a16:creationId xmlns:a16="http://schemas.microsoft.com/office/drawing/2014/main" id="{574E6916-32A8-9EAF-084D-F6F5CD709243}"/>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73" name="Text Placeholder 21">
            <a:extLst>
              <a:ext uri="{FF2B5EF4-FFF2-40B4-BE49-F238E27FC236}">
                <a16:creationId xmlns:a16="http://schemas.microsoft.com/office/drawing/2014/main" id="{5CBBAE38-AD5E-2471-A409-4D2BD0A244C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74" name="Text Placeholder 19">
            <a:extLst>
              <a:ext uri="{FF2B5EF4-FFF2-40B4-BE49-F238E27FC236}">
                <a16:creationId xmlns:a16="http://schemas.microsoft.com/office/drawing/2014/main" id="{29F46D8A-65C5-6FA7-E416-B9CD2F4335D2}"/>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75" name="Text Placeholder 21">
            <a:extLst>
              <a:ext uri="{FF2B5EF4-FFF2-40B4-BE49-F238E27FC236}">
                <a16:creationId xmlns:a16="http://schemas.microsoft.com/office/drawing/2014/main" id="{324CA7D8-CE46-9460-F434-96CE0C1723D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76" name="Text Placeholder 19">
            <a:extLst>
              <a:ext uri="{FF2B5EF4-FFF2-40B4-BE49-F238E27FC236}">
                <a16:creationId xmlns:a16="http://schemas.microsoft.com/office/drawing/2014/main" id="{47FE7DDD-4DE2-5E0D-C1A2-6C5B022BD280}"/>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77" name="Text Placeholder 21">
            <a:extLst>
              <a:ext uri="{FF2B5EF4-FFF2-40B4-BE49-F238E27FC236}">
                <a16:creationId xmlns:a16="http://schemas.microsoft.com/office/drawing/2014/main" id="{E203E916-8E51-91EB-1E2E-210C4B5D26EB}"/>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78" name="Text Placeholder 19">
            <a:extLst>
              <a:ext uri="{FF2B5EF4-FFF2-40B4-BE49-F238E27FC236}">
                <a16:creationId xmlns:a16="http://schemas.microsoft.com/office/drawing/2014/main" id="{A4164FB2-877B-7BEE-7048-E13866F24869}"/>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79" name="Text Placeholder 21">
            <a:extLst>
              <a:ext uri="{FF2B5EF4-FFF2-40B4-BE49-F238E27FC236}">
                <a16:creationId xmlns:a16="http://schemas.microsoft.com/office/drawing/2014/main" id="{A7FB8E93-BEB7-4497-9540-87E30AC9928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4815505E-3074-C6B6-2E88-8B17F4A76C42}"/>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93E65D-EA66-126D-2D49-2ACB491DA6D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28657457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genda C2">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B2A751B-BEE2-5E48-BF58-00CB3B368BB9}"/>
              </a:ext>
            </a:extLst>
          </p:cNvPr>
          <p:cNvGraphicFramePr>
            <a:graphicFrameLocks noChangeAspect="1"/>
          </p:cNvGraphicFramePr>
          <p:nvPr userDrawn="1">
            <p:custDataLst>
              <p:tags r:id="rId1"/>
            </p:custDataLst>
            <p:extLst>
              <p:ext uri="{D42A27DB-BD31-4B8C-83A1-F6EECF244321}">
                <p14:modId xmlns:p14="http://schemas.microsoft.com/office/powerpoint/2010/main" val="1119951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B2A751B-BEE2-5E48-BF58-00CB3B368B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89537572-0E57-45CD-C97B-E0BB52E7301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a:extLst>
              <a:ext uri="{FF2B5EF4-FFF2-40B4-BE49-F238E27FC236}">
                <a16:creationId xmlns:a16="http://schemas.microsoft.com/office/drawing/2014/main" id="{18CBDB4D-0EB6-3B1E-347B-C9E02AF01884}"/>
              </a:ext>
            </a:extLst>
          </p:cNvPr>
          <p:cNvSpPr>
            <a:spLocks noGrp="1"/>
          </p:cNvSpPr>
          <p:nvPr>
            <p:ph type="title" hasCustomPrompt="1"/>
          </p:nvPr>
        </p:nvSpPr>
        <p:spPr>
          <a:xfrm>
            <a:off x="478800" y="1990800"/>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09A1FD2A-FDCF-7768-ED02-C7BA59A9AEB1}"/>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438E143-92E3-7B4C-74A4-8E50D4578C1A}"/>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38D06E11-7C80-BCA0-2269-C4CE309DA6E4}"/>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1EE8578A-61C1-5377-D10E-706A208A8EA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1B3F1BD-2CE1-CEBF-FC31-FDCFB8754D67}"/>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3A58B886-0749-9CD1-9AF0-4870B14C3F72}"/>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3D5A0A71-4606-1779-D5F9-80F8CE964196}"/>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83248F4A-0750-ED62-7DF8-F129C6C4A037}"/>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8E66CCF1-7C7E-CFFF-7AE8-857BDBC62279}"/>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8A534D67-265E-8D8F-FE7F-13B2AA324829}"/>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42823B-DA68-1A2F-613F-A2137BDC5616}"/>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0A26121A-1815-CF18-0C57-1D796DC3B4B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2F2FFF2E-ED3D-D3FB-CE75-B1CB069C1A03}"/>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E09510A2-3CC3-D401-0E6D-E814CDE0978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50C852AC-AF92-CD04-6AF9-2C54DFD5BAA9}"/>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A698065C-789E-A9F6-8B60-F20463656293}"/>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29" name="Text Placeholder 19">
            <a:extLst>
              <a:ext uri="{FF2B5EF4-FFF2-40B4-BE49-F238E27FC236}">
                <a16:creationId xmlns:a16="http://schemas.microsoft.com/office/drawing/2014/main" id="{3A0F6750-C8ED-D6F9-24E1-767618C378B6}"/>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30" name="Text Placeholder 21">
            <a:extLst>
              <a:ext uri="{FF2B5EF4-FFF2-40B4-BE49-F238E27FC236}">
                <a16:creationId xmlns:a16="http://schemas.microsoft.com/office/drawing/2014/main" id="{EE29634A-BA58-50C1-A804-E2E0881F0FE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F7C68614-3C1F-EA6D-8F7C-326535AF6781}"/>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AFE7CC84-95AE-3982-B621-8CE5BBFDDE2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73186107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genda C5">
    <p:bg>
      <p:bgPr>
        <a:solidFill>
          <a:srgbClr val="4CD30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0A3D76-AB94-4F36-799C-B4A43450459F}"/>
              </a:ext>
            </a:extLst>
          </p:cNvPr>
          <p:cNvGraphicFramePr>
            <a:graphicFrameLocks noChangeAspect="1"/>
          </p:cNvGraphicFramePr>
          <p:nvPr userDrawn="1">
            <p:custDataLst>
              <p:tags r:id="rId1"/>
            </p:custDataLst>
            <p:extLst>
              <p:ext uri="{D42A27DB-BD31-4B8C-83A1-F6EECF244321}">
                <p14:modId xmlns:p14="http://schemas.microsoft.com/office/powerpoint/2010/main" val="4177190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510A3D76-AB94-4F36-799C-B4A43450459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B7206C7-5453-AAB3-3784-70452E8F364D}"/>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Title">
            <a:extLst>
              <a:ext uri="{FF2B5EF4-FFF2-40B4-BE49-F238E27FC236}">
                <a16:creationId xmlns:a16="http://schemas.microsoft.com/office/drawing/2014/main" id="{B7624A6C-E13F-ABBC-7BC4-1BD735BCD48F}"/>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37" name="Text Placeholder 19">
            <a:extLst>
              <a:ext uri="{FF2B5EF4-FFF2-40B4-BE49-F238E27FC236}">
                <a16:creationId xmlns:a16="http://schemas.microsoft.com/office/drawing/2014/main" id="{3A9FBCB7-64C8-3334-37BD-F3B8A49DE9CD}"/>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9" name="Text Placeholder 21">
            <a:extLst>
              <a:ext uri="{FF2B5EF4-FFF2-40B4-BE49-F238E27FC236}">
                <a16:creationId xmlns:a16="http://schemas.microsoft.com/office/drawing/2014/main" id="{15CE6E23-185E-6743-91C2-61D59594F991}"/>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40" name="Text Placeholder 19">
            <a:extLst>
              <a:ext uri="{FF2B5EF4-FFF2-40B4-BE49-F238E27FC236}">
                <a16:creationId xmlns:a16="http://schemas.microsoft.com/office/drawing/2014/main" id="{923CF1CE-3D31-7F6E-DCDF-E2F32A255374}"/>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1" name="Text Placeholder 21">
            <a:extLst>
              <a:ext uri="{FF2B5EF4-FFF2-40B4-BE49-F238E27FC236}">
                <a16:creationId xmlns:a16="http://schemas.microsoft.com/office/drawing/2014/main" id="{32ED8768-6538-2B1A-5362-29FACA673D1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42" name="Text Placeholder 19">
            <a:extLst>
              <a:ext uri="{FF2B5EF4-FFF2-40B4-BE49-F238E27FC236}">
                <a16:creationId xmlns:a16="http://schemas.microsoft.com/office/drawing/2014/main" id="{C1E5DC26-4E6F-3BA6-58B6-F8B36941E25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3" name="Text Placeholder 21">
            <a:extLst>
              <a:ext uri="{FF2B5EF4-FFF2-40B4-BE49-F238E27FC236}">
                <a16:creationId xmlns:a16="http://schemas.microsoft.com/office/drawing/2014/main" id="{26DE173D-E761-A333-0E17-81FA88BE074B}"/>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44" name="Text Placeholder 19">
            <a:extLst>
              <a:ext uri="{FF2B5EF4-FFF2-40B4-BE49-F238E27FC236}">
                <a16:creationId xmlns:a16="http://schemas.microsoft.com/office/drawing/2014/main" id="{CDF225B3-43B7-A7EE-F801-EE1CFF559F7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6" name="Text Placeholder 21">
            <a:extLst>
              <a:ext uri="{FF2B5EF4-FFF2-40B4-BE49-F238E27FC236}">
                <a16:creationId xmlns:a16="http://schemas.microsoft.com/office/drawing/2014/main" id="{221CA5C7-1F08-8BBE-8775-34E8EE29D740}"/>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47" name="Text Placeholder 19">
            <a:extLst>
              <a:ext uri="{FF2B5EF4-FFF2-40B4-BE49-F238E27FC236}">
                <a16:creationId xmlns:a16="http://schemas.microsoft.com/office/drawing/2014/main" id="{97DE4764-8675-CC7C-7D0D-87C75EAE0468}"/>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8" name="Text Placeholder 21">
            <a:extLst>
              <a:ext uri="{FF2B5EF4-FFF2-40B4-BE49-F238E27FC236}">
                <a16:creationId xmlns:a16="http://schemas.microsoft.com/office/drawing/2014/main" id="{F590146E-A290-D74E-2524-F9FEB48C326D}"/>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49" name="Text Placeholder 19">
            <a:extLst>
              <a:ext uri="{FF2B5EF4-FFF2-40B4-BE49-F238E27FC236}">
                <a16:creationId xmlns:a16="http://schemas.microsoft.com/office/drawing/2014/main" id="{53B440B1-4AF1-02C4-D21D-AF9D0377BBF6}"/>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50" name="Text Placeholder 21">
            <a:extLst>
              <a:ext uri="{FF2B5EF4-FFF2-40B4-BE49-F238E27FC236}">
                <a16:creationId xmlns:a16="http://schemas.microsoft.com/office/drawing/2014/main" id="{F425F257-B79D-5713-0549-ACA5273F1501}"/>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7638D6D6-47D1-3EF5-F95F-264F1B5D2F05}"/>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D6C3DB4-4590-F50C-13CE-861B8AB9B9D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53170340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genda C6">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F608F33-4704-9C45-8E7C-37AB3AE4D9F6}"/>
              </a:ext>
            </a:extLst>
          </p:cNvPr>
          <p:cNvGraphicFramePr>
            <a:graphicFrameLocks noChangeAspect="1"/>
          </p:cNvGraphicFramePr>
          <p:nvPr userDrawn="1">
            <p:custDataLst>
              <p:tags r:id="rId1"/>
            </p:custDataLst>
            <p:extLst>
              <p:ext uri="{D42A27DB-BD31-4B8C-83A1-F6EECF244321}">
                <p14:modId xmlns:p14="http://schemas.microsoft.com/office/powerpoint/2010/main" val="2442388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DF608F33-4704-9C45-8E7C-37AB3AE4D9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EE74937-DA56-F252-D48E-3B61C2ACAF45}"/>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a:extLst>
              <a:ext uri="{FF2B5EF4-FFF2-40B4-BE49-F238E27FC236}">
                <a16:creationId xmlns:a16="http://schemas.microsoft.com/office/drawing/2014/main" id="{7F37F157-B9DA-BFA6-51B4-68D71DA872FC}"/>
              </a:ext>
            </a:extLst>
          </p:cNvPr>
          <p:cNvSpPr>
            <a:spLocks noGrp="1"/>
          </p:cNvSpPr>
          <p:nvPr>
            <p:ph type="title" hasCustomPrompt="1"/>
          </p:nvPr>
        </p:nvSpPr>
        <p:spPr>
          <a:xfrm>
            <a:off x="478800" y="1990799"/>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13" name="Text Placeholder 19">
            <a:extLst>
              <a:ext uri="{FF2B5EF4-FFF2-40B4-BE49-F238E27FC236}">
                <a16:creationId xmlns:a16="http://schemas.microsoft.com/office/drawing/2014/main" id="{42E5CB7B-9CBF-0D4D-E281-3EAD83118096}"/>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4" name="Text Placeholder 21">
            <a:extLst>
              <a:ext uri="{FF2B5EF4-FFF2-40B4-BE49-F238E27FC236}">
                <a16:creationId xmlns:a16="http://schemas.microsoft.com/office/drawing/2014/main" id="{62227333-78E2-4FDE-859B-D43722706A18}"/>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15" name="Text Placeholder 19">
            <a:extLst>
              <a:ext uri="{FF2B5EF4-FFF2-40B4-BE49-F238E27FC236}">
                <a16:creationId xmlns:a16="http://schemas.microsoft.com/office/drawing/2014/main" id="{DE431332-1001-73A9-F6F6-330BC8427A0F}"/>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6" name="Text Placeholder 21">
            <a:extLst>
              <a:ext uri="{FF2B5EF4-FFF2-40B4-BE49-F238E27FC236}">
                <a16:creationId xmlns:a16="http://schemas.microsoft.com/office/drawing/2014/main" id="{84795A6B-A5FB-47CB-605B-66B1126D245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17" name="Text Placeholder 19">
            <a:extLst>
              <a:ext uri="{FF2B5EF4-FFF2-40B4-BE49-F238E27FC236}">
                <a16:creationId xmlns:a16="http://schemas.microsoft.com/office/drawing/2014/main" id="{9F49C361-AEF3-865C-E4DA-5BE6566F26E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8" name="Text Placeholder 21">
            <a:extLst>
              <a:ext uri="{FF2B5EF4-FFF2-40B4-BE49-F238E27FC236}">
                <a16:creationId xmlns:a16="http://schemas.microsoft.com/office/drawing/2014/main" id="{E0DAE8D7-7ADA-D422-5316-5A536DFDCE4F}"/>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19" name="Text Placeholder 19">
            <a:extLst>
              <a:ext uri="{FF2B5EF4-FFF2-40B4-BE49-F238E27FC236}">
                <a16:creationId xmlns:a16="http://schemas.microsoft.com/office/drawing/2014/main" id="{D7FE1143-A384-6CA4-BA02-9FD1D227299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1" name="Text Placeholder 21">
            <a:extLst>
              <a:ext uri="{FF2B5EF4-FFF2-40B4-BE49-F238E27FC236}">
                <a16:creationId xmlns:a16="http://schemas.microsoft.com/office/drawing/2014/main" id="{7E7586CA-D10B-E605-89DE-E92C69BA5342}"/>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23" name="Text Placeholder 19">
            <a:extLst>
              <a:ext uri="{FF2B5EF4-FFF2-40B4-BE49-F238E27FC236}">
                <a16:creationId xmlns:a16="http://schemas.microsoft.com/office/drawing/2014/main" id="{76A16E65-F462-BEF6-E765-2EB951B2E190}"/>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D4877544-577F-AD1B-04D3-FC86831385E4}"/>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33" name="Text Placeholder 19">
            <a:extLst>
              <a:ext uri="{FF2B5EF4-FFF2-40B4-BE49-F238E27FC236}">
                <a16:creationId xmlns:a16="http://schemas.microsoft.com/office/drawing/2014/main" id="{3E9FA4BC-91EE-5E6B-6063-77AD22CC1540}"/>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4" name="Text Placeholder 21">
            <a:extLst>
              <a:ext uri="{FF2B5EF4-FFF2-40B4-BE49-F238E27FC236}">
                <a16:creationId xmlns:a16="http://schemas.microsoft.com/office/drawing/2014/main" id="{2805126F-3113-7CD1-34D9-9BB023BB8A9D}"/>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B0CD76D-0D81-9263-383E-E707CF52A17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808A8278-066B-C367-973D-6C1A5C44B25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30563207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pter slide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800" y="396000"/>
            <a:ext cx="4932000" cy="2880000"/>
          </a:xfrm>
        </p:spPr>
        <p:txBody>
          <a:bodyPr anchor="t" anchorCtr="0">
            <a:noAutofit/>
          </a:bodyPr>
          <a:lstStyle>
            <a:lvl1pPr>
              <a:lnSpc>
                <a:spcPct val="85000"/>
              </a:lnSpc>
              <a:defRPr sz="4800" kern="100" spc="-120" baseline="0">
                <a:solidFill>
                  <a:srgbClr val="4CD3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8800" y="3312000"/>
            <a:ext cx="4932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21" name="Picture Placeholder 20">
            <a:extLst>
              <a:ext uri="{FF2B5EF4-FFF2-40B4-BE49-F238E27FC236}">
                <a16:creationId xmlns:a16="http://schemas.microsoft.com/office/drawing/2014/main" id="{5B0A33B1-3FF4-4137-0B16-2BD702BBA6DB}"/>
              </a:ext>
            </a:extLst>
          </p:cNvPr>
          <p:cNvSpPr>
            <a:spLocks noGrp="1"/>
          </p:cNvSpPr>
          <p:nvPr>
            <p:ph type="pic" sz="quarter" idx="13" hasCustomPrompt="1"/>
          </p:nvPr>
        </p:nvSpPr>
        <p:spPr>
          <a:xfrm>
            <a:off x="5628000" y="189000"/>
            <a:ext cx="6373200" cy="6480000"/>
          </a:xfrm>
          <a:custGeom>
            <a:avLst/>
            <a:gdLst>
              <a:gd name="connsiteX0" fmla="*/ 1892106 w 6459796"/>
              <a:gd name="connsiteY0" fmla="*/ 0 h 6459796"/>
              <a:gd name="connsiteX1" fmla="*/ 4567690 w 6459796"/>
              <a:gd name="connsiteY1" fmla="*/ 0 h 6459796"/>
              <a:gd name="connsiteX2" fmla="*/ 6459796 w 6459796"/>
              <a:gd name="connsiteY2" fmla="*/ 1892106 h 6459796"/>
              <a:gd name="connsiteX3" fmla="*/ 6459796 w 6459796"/>
              <a:gd name="connsiteY3" fmla="*/ 4567690 h 6459796"/>
              <a:gd name="connsiteX4" fmla="*/ 4567690 w 6459796"/>
              <a:gd name="connsiteY4" fmla="*/ 6459796 h 6459796"/>
              <a:gd name="connsiteX5" fmla="*/ 1892106 w 6459796"/>
              <a:gd name="connsiteY5" fmla="*/ 6459796 h 6459796"/>
              <a:gd name="connsiteX6" fmla="*/ 0 w 6459796"/>
              <a:gd name="connsiteY6" fmla="*/ 4567690 h 6459796"/>
              <a:gd name="connsiteX7" fmla="*/ 0 w 6459796"/>
              <a:gd name="connsiteY7" fmla="*/ 1892106 h 645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9796" h="6459796">
                <a:moveTo>
                  <a:pt x="1892106" y="0"/>
                </a:moveTo>
                <a:lnTo>
                  <a:pt x="4567690" y="0"/>
                </a:lnTo>
                <a:lnTo>
                  <a:pt x="6459796" y="1892106"/>
                </a:lnTo>
                <a:lnTo>
                  <a:pt x="6459796" y="4567690"/>
                </a:lnTo>
                <a:lnTo>
                  <a:pt x="4567690" y="6459796"/>
                </a:lnTo>
                <a:lnTo>
                  <a:pt x="1892106" y="6459796"/>
                </a:lnTo>
                <a:lnTo>
                  <a:pt x="0" y="4567690"/>
                </a:lnTo>
                <a:lnTo>
                  <a:pt x="0" y="1892106"/>
                </a:lnTo>
                <a:close/>
              </a:path>
            </a:pathLst>
          </a:custGeom>
          <a:solidFill>
            <a:schemeClr val="bg1">
              <a:lumMod val="95000"/>
            </a:schemeClr>
          </a:solidFill>
        </p:spPr>
        <p:txBody>
          <a:bodyPr wrap="square" lIns="203200" tIns="201600" rIns="201600" bIns="201600">
            <a:noAutofit/>
          </a:bodyPr>
          <a:lstStyle>
            <a:lvl1pPr algn="ctr">
              <a:defRPr/>
            </a:lvl1pPr>
          </a:lstStyle>
          <a:p>
            <a:r>
              <a:rPr lang="en-US"/>
              <a:t>Click icon to insert an image</a:t>
            </a:r>
          </a:p>
        </p:txBody>
      </p:sp>
    </p:spTree>
    <p:extLst>
      <p:ext uri="{BB962C8B-B14F-4D97-AF65-F5344CB8AC3E}">
        <p14:creationId xmlns:p14="http://schemas.microsoft.com/office/powerpoint/2010/main" val="340359996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9999" y="396000"/>
            <a:ext cx="4932000" cy="2880001"/>
          </a:xfrm>
        </p:spPr>
        <p:txBody>
          <a:bodyPr anchor="t" anchorCtr="0">
            <a:noAutofit/>
          </a:bodyPr>
          <a:lstStyle>
            <a:lvl1pPr>
              <a:lnSpc>
                <a:spcPct val="85000"/>
              </a:lnSpc>
              <a:defRPr sz="4800" kern="100" spc="-120" baseline="0">
                <a:solidFill>
                  <a:srgbClr val="E7FF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9999" y="3312000"/>
            <a:ext cx="4932000" cy="2780824"/>
          </a:xfrm>
        </p:spPr>
        <p:txBody>
          <a:bodyPr anchor="t" anchorCtr="0"/>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10" name="Picture Placeholder 9">
            <a:extLst>
              <a:ext uri="{FF2B5EF4-FFF2-40B4-BE49-F238E27FC236}">
                <a16:creationId xmlns:a16="http://schemas.microsoft.com/office/drawing/2014/main" id="{52F8041B-C061-F3DA-BD64-F8BF7279C14D}"/>
              </a:ext>
            </a:extLst>
          </p:cNvPr>
          <p:cNvSpPr>
            <a:spLocks noGrp="1"/>
          </p:cNvSpPr>
          <p:nvPr>
            <p:ph type="pic" sz="quarter" idx="13" hasCustomPrompt="1"/>
          </p:nvPr>
        </p:nvSpPr>
        <p:spPr>
          <a:xfrm>
            <a:off x="5627999" y="0"/>
            <a:ext cx="6563999" cy="6858000"/>
          </a:xfrm>
          <a:custGeom>
            <a:avLst/>
            <a:gdLst>
              <a:gd name="connsiteX0" fmla="*/ 4463799 w 6662996"/>
              <a:gd name="connsiteY0" fmla="*/ 0 h 6459787"/>
              <a:gd name="connsiteX1" fmla="*/ 6662996 w 6662996"/>
              <a:gd name="connsiteY1" fmla="*/ 0 h 6459787"/>
              <a:gd name="connsiteX2" fmla="*/ 6662996 w 6662996"/>
              <a:gd name="connsiteY2" fmla="*/ 6459787 h 6459787"/>
              <a:gd name="connsiteX3" fmla="*/ 4463799 w 6662996"/>
              <a:gd name="connsiteY3" fmla="*/ 6459787 h 6459787"/>
              <a:gd name="connsiteX4" fmla="*/ 1233841 w 6662996"/>
              <a:gd name="connsiteY4" fmla="*/ 5225967 h 6459787"/>
              <a:gd name="connsiteX5" fmla="*/ 0 w 6662996"/>
              <a:gd name="connsiteY5" fmla="*/ 3229894 h 6459787"/>
              <a:gd name="connsiteX6" fmla="*/ 1233841 w 6662996"/>
              <a:gd name="connsiteY6" fmla="*/ 1233820 h 645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2996" h="6459787">
                <a:moveTo>
                  <a:pt x="4463799" y="0"/>
                </a:moveTo>
                <a:lnTo>
                  <a:pt x="6662996" y="0"/>
                </a:lnTo>
                <a:lnTo>
                  <a:pt x="6662996" y="6459787"/>
                </a:lnTo>
                <a:lnTo>
                  <a:pt x="4463799" y="6459787"/>
                </a:lnTo>
                <a:lnTo>
                  <a:pt x="1233841" y="5225967"/>
                </a:lnTo>
                <a:lnTo>
                  <a:pt x="0" y="3229894"/>
                </a:lnTo>
                <a:lnTo>
                  <a:pt x="1233841" y="1233820"/>
                </a:lnTo>
                <a:close/>
              </a:path>
            </a:pathLst>
          </a:custGeom>
          <a:solidFill>
            <a:schemeClr val="bg1">
              <a:lumMod val="95000"/>
            </a:schemeClr>
          </a:solidFill>
        </p:spPr>
        <p:txBody>
          <a:bodyPr wrap="square" lIns="203200" tIns="201600" rIns="201600" bIns="201600" anchor="ctr" anchorCtr="0">
            <a:noAutofit/>
          </a:bodyPr>
          <a:lstStyle>
            <a:lvl1pPr algn="ctr">
              <a:defRPr/>
            </a:lvl1pPr>
          </a:lstStyle>
          <a:p>
            <a:r>
              <a:rPr lang="en-US"/>
              <a:t>Click icon to insert an image</a:t>
            </a:r>
          </a:p>
        </p:txBody>
      </p:sp>
      <p:pic>
        <p:nvPicPr>
          <p:cNvPr id="4" name="Logo">
            <a:extLst>
              <a:ext uri="{FF2B5EF4-FFF2-40B4-BE49-F238E27FC236}">
                <a16:creationId xmlns:a16="http://schemas.microsoft.com/office/drawing/2014/main" id="{0E3FADD6-5E3C-72EF-F3D2-A809E5E16F0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03669413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pter slide image connector 1">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4464000" cy="2880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Text Placeholder 2">
            <a:extLst>
              <a:ext uri="{FF2B5EF4-FFF2-40B4-BE49-F238E27FC236}">
                <a16:creationId xmlns:a16="http://schemas.microsoft.com/office/drawing/2014/main" id="{6D5845B4-0CCF-8E55-0D3C-26D69C2B9396}"/>
              </a:ext>
            </a:extLst>
          </p:cNvPr>
          <p:cNvSpPr>
            <a:spLocks noGrp="1"/>
          </p:cNvSpPr>
          <p:nvPr>
            <p:ph type="body" idx="1" hasCustomPrompt="1"/>
          </p:nvPr>
        </p:nvSpPr>
        <p:spPr>
          <a:xfrm>
            <a:off x="478800" y="3312000"/>
            <a:ext cx="4464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9" name="Picture Placeholder A">
            <a:extLst>
              <a:ext uri="{FF2B5EF4-FFF2-40B4-BE49-F238E27FC236}">
                <a16:creationId xmlns:a16="http://schemas.microsoft.com/office/drawing/2014/main" id="{C3C489BF-58C7-1C89-1055-5CF03DA480CB}"/>
              </a:ext>
            </a:extLst>
          </p:cNvPr>
          <p:cNvSpPr>
            <a:spLocks noGrp="1"/>
          </p:cNvSpPr>
          <p:nvPr>
            <p:ph type="pic" sz="quarter" idx="10"/>
          </p:nvPr>
        </p:nvSpPr>
        <p:spPr>
          <a:xfrm>
            <a:off x="5155628" y="396000"/>
            <a:ext cx="3564000" cy="2808000"/>
          </a:xfrm>
          <a:solidFill>
            <a:schemeClr val="bg1">
              <a:lumMod val="95000"/>
            </a:schemeClr>
          </a:solidFill>
        </p:spPr>
        <p:txBody>
          <a:bodyPr lIns="180000" tIns="108000" rIns="180000"/>
          <a:lstStyle/>
          <a:p>
            <a:r>
              <a:rPr lang="en-US"/>
              <a:t>Click icon to add picture</a:t>
            </a:r>
          </a:p>
        </p:txBody>
      </p:sp>
      <p:sp>
        <p:nvSpPr>
          <p:cNvPr id="10" name="Picture Placeholder B">
            <a:extLst>
              <a:ext uri="{FF2B5EF4-FFF2-40B4-BE49-F238E27FC236}">
                <a16:creationId xmlns:a16="http://schemas.microsoft.com/office/drawing/2014/main" id="{28B8AAC1-0E69-E07E-DA85-B5BAF6B37118}"/>
              </a:ext>
            </a:extLst>
          </p:cNvPr>
          <p:cNvSpPr>
            <a:spLocks noGrp="1"/>
          </p:cNvSpPr>
          <p:nvPr>
            <p:ph type="pic" sz="quarter" idx="11"/>
          </p:nvPr>
        </p:nvSpPr>
        <p:spPr>
          <a:xfrm>
            <a:off x="8722800" y="2094868"/>
            <a:ext cx="2988000" cy="3997956"/>
          </a:xfrm>
          <a:solidFill>
            <a:schemeClr val="bg1">
              <a:lumMod val="95000"/>
            </a:schemeClr>
          </a:solidFill>
        </p:spPr>
        <p:txBody>
          <a:bodyPr lIns="180000" tIns="108000" rIns="180000"/>
          <a:lstStyle/>
          <a:p>
            <a:r>
              <a:rPr lang="en-US"/>
              <a:t>Click icon to add picture</a:t>
            </a:r>
          </a:p>
        </p:txBody>
      </p:sp>
    </p:spTree>
    <p:extLst>
      <p:ext uri="{BB962C8B-B14F-4D97-AF65-F5344CB8AC3E}">
        <p14:creationId xmlns:p14="http://schemas.microsoft.com/office/powerpoint/2010/main" val="1443365609"/>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pter slide image connector 2">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1A7BA3C9-FC2A-5919-2A3D-1B220763C195}"/>
              </a:ext>
            </a:extLst>
          </p:cNvPr>
          <p:cNvGraphicFramePr>
            <a:graphicFrameLocks noChangeAspect="1"/>
          </p:cNvGraphicFramePr>
          <p:nvPr userDrawn="1">
            <p:custDataLst>
              <p:tags r:id="rId1"/>
            </p:custDataLst>
            <p:extLst>
              <p:ext uri="{D42A27DB-BD31-4B8C-83A1-F6EECF244321}">
                <p14:modId xmlns:p14="http://schemas.microsoft.com/office/powerpoint/2010/main" val="3466944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9" name="think-cell data - do not delete" hidden="1">
                        <a:extLst>
                          <a:ext uri="{FF2B5EF4-FFF2-40B4-BE49-F238E27FC236}">
                            <a16:creationId xmlns:a16="http://schemas.microsoft.com/office/drawing/2014/main" id="{1A7BA3C9-FC2A-5919-2A3D-1B220763C1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8496000" cy="1728000"/>
          </a:xfrm>
        </p:spPr>
        <p:txBody>
          <a:bodyPr vert="horz"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6" name="Picture Placeholder A">
            <a:extLst>
              <a:ext uri="{FF2B5EF4-FFF2-40B4-BE49-F238E27FC236}">
                <a16:creationId xmlns:a16="http://schemas.microsoft.com/office/drawing/2014/main" id="{6D697B34-4542-D8A5-1A93-740278D856D4}"/>
              </a:ext>
            </a:extLst>
          </p:cNvPr>
          <p:cNvSpPr>
            <a:spLocks noGrp="1"/>
          </p:cNvSpPr>
          <p:nvPr>
            <p:ph type="pic" sz="quarter" idx="10"/>
          </p:nvPr>
        </p:nvSpPr>
        <p:spPr>
          <a:xfrm>
            <a:off x="478801" y="2130197"/>
            <a:ext cx="5614871" cy="3024000"/>
          </a:xfrm>
          <a:solidFill>
            <a:schemeClr val="bg1">
              <a:lumMod val="95000"/>
            </a:schemeClr>
          </a:solidFill>
        </p:spPr>
        <p:txBody>
          <a:bodyPr lIns="180000" tIns="108000"/>
          <a:lstStyle/>
          <a:p>
            <a:r>
              <a:rPr lang="en-US"/>
              <a:t>Click icon to add picture</a:t>
            </a:r>
          </a:p>
        </p:txBody>
      </p:sp>
      <p:sp>
        <p:nvSpPr>
          <p:cNvPr id="7" name="Picture Placeholder B">
            <a:extLst>
              <a:ext uri="{FF2B5EF4-FFF2-40B4-BE49-F238E27FC236}">
                <a16:creationId xmlns:a16="http://schemas.microsoft.com/office/drawing/2014/main" id="{54549A8F-CD9F-11E9-3856-5721AD92B0D8}"/>
              </a:ext>
            </a:extLst>
          </p:cNvPr>
          <p:cNvSpPr>
            <a:spLocks noGrp="1"/>
          </p:cNvSpPr>
          <p:nvPr>
            <p:ph type="pic" sz="quarter" idx="11"/>
          </p:nvPr>
        </p:nvSpPr>
        <p:spPr>
          <a:xfrm>
            <a:off x="6093672" y="3354592"/>
            <a:ext cx="5617129" cy="3024608"/>
          </a:xfrm>
          <a:solidFill>
            <a:schemeClr val="bg1">
              <a:lumMod val="95000"/>
            </a:schemeClr>
          </a:solidFill>
        </p:spPr>
        <p:txBody>
          <a:bodyPr lIns="180000" tIns="108000"/>
          <a:lstStyle/>
          <a:p>
            <a:r>
              <a:rPr lang="en-US"/>
              <a:t>Click icon to add picture</a:t>
            </a:r>
          </a:p>
        </p:txBody>
      </p:sp>
    </p:spTree>
    <p:extLst>
      <p:ext uri="{BB962C8B-B14F-4D97-AF65-F5344CB8AC3E}">
        <p14:creationId xmlns:p14="http://schemas.microsoft.com/office/powerpoint/2010/main" val="2760143133"/>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hapter slide A">
    <p:bg>
      <p:bgPr>
        <a:solidFill>
          <a:srgbClr val="63B6FF"/>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496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6" name="Picture Placeholder 5">
            <a:extLst>
              <a:ext uri="{FF2B5EF4-FFF2-40B4-BE49-F238E27FC236}">
                <a16:creationId xmlns:a16="http://schemas.microsoft.com/office/drawing/2014/main" id="{FF7E8E03-AEC3-561D-DDC1-1C97AB5F008B}"/>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104223938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hapter slide B">
    <p:bg>
      <p:bgPr>
        <a:solidFill>
          <a:srgbClr val="63B6FF"/>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4" name="Picture Placeholder 3">
            <a:extLst>
              <a:ext uri="{FF2B5EF4-FFF2-40B4-BE49-F238E27FC236}">
                <a16:creationId xmlns:a16="http://schemas.microsoft.com/office/drawing/2014/main" id="{39E8A7A7-F2F6-A746-63E4-FB86C919EADC}"/>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4672790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hapter slide C">
    <p:bg>
      <p:bgPr>
        <a:solidFill>
          <a:srgbClr val="63B6FF"/>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14" name="Picture Placeholder 13">
            <a:extLst>
              <a:ext uri="{FF2B5EF4-FFF2-40B4-BE49-F238E27FC236}">
                <a16:creationId xmlns:a16="http://schemas.microsoft.com/office/drawing/2014/main" id="{C1DF105E-CE19-DB97-3C28-9FB54ABB3606}"/>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297818420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hapter slide A2">
    <p:bg>
      <p:bgPr>
        <a:solidFill>
          <a:srgbClr val="0B3F2D"/>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21" name="Picture Placeholder 20">
            <a:extLst>
              <a:ext uri="{FF2B5EF4-FFF2-40B4-BE49-F238E27FC236}">
                <a16:creationId xmlns:a16="http://schemas.microsoft.com/office/drawing/2014/main" id="{8F6659FD-B1DC-DC6B-9892-998C506AEE85}"/>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4133567871"/>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hapter slide B2">
    <p:bg>
      <p:bgPr>
        <a:solidFill>
          <a:srgbClr val="0B3F2D"/>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 uri="{C183D7F6-B498-43B3-948B-1728B52AA6E4}">
                <adec:decorative xmlns:adec="http://schemas.microsoft.com/office/drawing/2017/decorative" val="1"/>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C07B9577-03D8-E057-5F82-A9567E9006D8}"/>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58985892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hapter slide C2">
    <p:bg>
      <p:bgPr>
        <a:solidFill>
          <a:srgbClr val="0B3F2D"/>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865BB67F-E803-D844-E464-C93C91206DFB}"/>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241235369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slide bright 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391CE8-3C1E-9DCC-E04F-442068DEC6D9}"/>
              </a:ext>
            </a:extLst>
          </p:cNvPr>
          <p:cNvGraphicFramePr>
            <a:graphicFrameLocks noChangeAspect="1"/>
          </p:cNvGraphicFramePr>
          <p:nvPr userDrawn="1">
            <p:custDataLst>
              <p:tags r:id="rId1"/>
            </p:custDataLst>
            <p:extLst>
              <p:ext uri="{D42A27DB-BD31-4B8C-83A1-F6EECF244321}">
                <p14:modId xmlns:p14="http://schemas.microsoft.com/office/powerpoint/2010/main" val="1758690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59391CE8-3C1E-9DCC-E04F-442068DEC6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Freeform: Shape 6">
            <a:extLst>
              <a:ext uri="{FF2B5EF4-FFF2-40B4-BE49-F238E27FC236}">
                <a16:creationId xmlns:a16="http://schemas.microsoft.com/office/drawing/2014/main" id="{4F6667D9-F9C2-FDD3-F8FC-325B2740724A}"/>
              </a:ext>
              <a:ext uri="{C183D7F6-B498-43B3-948B-1728B52AA6E4}">
                <adec:decorative xmlns:adec="http://schemas.microsoft.com/office/drawing/2017/decorative" val="1"/>
              </a:ext>
            </a:extLst>
          </p:cNvPr>
          <p:cNvSpPr>
            <a:spLocks noChangeAspect="1"/>
          </p:cNvSpPr>
          <p:nvPr userDrawn="1"/>
        </p:nvSpPr>
        <p:spPr>
          <a:xfrm>
            <a:off x="0" y="1"/>
            <a:ext cx="6096002" cy="6857999"/>
          </a:xfrm>
          <a:custGeom>
            <a:avLst/>
            <a:gdLst>
              <a:gd name="connsiteX0" fmla="*/ 0 w 6096002"/>
              <a:gd name="connsiteY0" fmla="*/ 0 h 6857999"/>
              <a:gd name="connsiteX1" fmla="*/ 3070471 w 6096002"/>
              <a:gd name="connsiteY1" fmla="*/ 0 h 6857999"/>
              <a:gd name="connsiteX2" fmla="*/ 6096002 w 6096002"/>
              <a:gd name="connsiteY2" fmla="*/ 1700863 h 6857999"/>
              <a:gd name="connsiteX3" fmla="*/ 6096002 w 6096002"/>
              <a:gd name="connsiteY3" fmla="*/ 5157137 h 6857999"/>
              <a:gd name="connsiteX4" fmla="*/ 3070473 w 6096002"/>
              <a:gd name="connsiteY4" fmla="*/ 6857999 h 6857999"/>
              <a:gd name="connsiteX5" fmla="*/ 0 w 609600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2" h="6857999">
                <a:moveTo>
                  <a:pt x="0" y="0"/>
                </a:moveTo>
                <a:lnTo>
                  <a:pt x="3070471" y="0"/>
                </a:lnTo>
                <a:lnTo>
                  <a:pt x="6096002" y="1700863"/>
                </a:lnTo>
                <a:lnTo>
                  <a:pt x="6096002" y="5157137"/>
                </a:lnTo>
                <a:lnTo>
                  <a:pt x="3070473" y="6857999"/>
                </a:lnTo>
                <a:lnTo>
                  <a:pt x="0" y="6857999"/>
                </a:lnTo>
                <a:close/>
              </a:path>
            </a:pathLst>
          </a:custGeom>
          <a:solidFill>
            <a:srgbClr val="E7FF00"/>
          </a:solidFill>
          <a:ln w="10004"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9026"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7719"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3CF652B-2343-9840-41D8-3CC0A7909D5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72B3666B-46BF-E612-B3FF-9EA7865212AC}"/>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442041912"/>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hapter slide bright B">
    <p:bg>
      <p:bgPr>
        <a:solidFill>
          <a:srgbClr val="63B6FF"/>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910C4DE-F4FD-D2BD-CE6B-597493B90368}"/>
              </a:ext>
            </a:extLst>
          </p:cNvPr>
          <p:cNvGraphicFramePr>
            <a:graphicFrameLocks noChangeAspect="1"/>
          </p:cNvGraphicFramePr>
          <p:nvPr userDrawn="1">
            <p:custDataLst>
              <p:tags r:id="rId1"/>
            </p:custDataLst>
            <p:extLst>
              <p:ext uri="{D42A27DB-BD31-4B8C-83A1-F6EECF244321}">
                <p14:modId xmlns:p14="http://schemas.microsoft.com/office/powerpoint/2010/main" val="4249390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E910C4DE-F4FD-D2BD-CE6B-597493B903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Shape 11">
            <a:extLst>
              <a:ext uri="{FF2B5EF4-FFF2-40B4-BE49-F238E27FC236}">
                <a16:creationId xmlns:a16="http://schemas.microsoft.com/office/drawing/2014/main" id="{344630B8-C98D-D3B9-67A1-E0937CD3CD02}"/>
              </a:ext>
              <a:ext uri="{C183D7F6-B498-43B3-948B-1728B52AA6E4}">
                <adec:decorative xmlns:adec="http://schemas.microsoft.com/office/drawing/2017/decorative" val="1"/>
              </a:ext>
            </a:extLst>
          </p:cNvPr>
          <p:cNvSpPr/>
          <p:nvPr userDrawn="1"/>
        </p:nvSpPr>
        <p:spPr>
          <a:xfrm>
            <a:off x="2928001" y="0"/>
            <a:ext cx="9264000" cy="6858000"/>
          </a:xfrm>
          <a:custGeom>
            <a:avLst/>
            <a:gdLst>
              <a:gd name="connsiteX0" fmla="*/ 0 w 10502900"/>
              <a:gd name="connsiteY0" fmla="*/ 0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10502900"/>
              <a:gd name="connsiteY0" fmla="*/ 1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9096567"/>
              <a:gd name="connsiteY0" fmla="*/ 1 h 6858000"/>
              <a:gd name="connsiteX1" fmla="*/ 9096567 w 9096567"/>
              <a:gd name="connsiteY1" fmla="*/ 0 h 6858000"/>
              <a:gd name="connsiteX2" fmla="*/ 9096567 w 9096567"/>
              <a:gd name="connsiteY2" fmla="*/ 6858000 h 6858000"/>
              <a:gd name="connsiteX3" fmla="*/ 0 w 9096567"/>
              <a:gd name="connsiteY3" fmla="*/ 6858000 h 6858000"/>
              <a:gd name="connsiteX4" fmla="*/ 2413740 w 9096567"/>
              <a:gd name="connsiteY4" fmla="*/ 5548121 h 6858000"/>
              <a:gd name="connsiteX5" fmla="*/ 3335792 w 9096567"/>
              <a:gd name="connsiteY5" fmla="*/ 3428998 h 6858000"/>
              <a:gd name="connsiteX6" fmla="*/ 2413740 w 9096567"/>
              <a:gd name="connsiteY6" fmla="*/ 1309879 h 6858000"/>
              <a:gd name="connsiteX7" fmla="*/ 0 w 9096567"/>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96567" h="6858000">
                <a:moveTo>
                  <a:pt x="0" y="1"/>
                </a:moveTo>
                <a:lnTo>
                  <a:pt x="9096567" y="0"/>
                </a:lnTo>
                <a:lnTo>
                  <a:pt x="9096567" y="6858000"/>
                </a:lnTo>
                <a:lnTo>
                  <a:pt x="0" y="6858000"/>
                </a:lnTo>
                <a:lnTo>
                  <a:pt x="2413740" y="5548121"/>
                </a:lnTo>
                <a:lnTo>
                  <a:pt x="3335792"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8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A9F40096-D548-3E3A-1132-E6A716C6E5EB}"/>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4D2D902B-285F-45D0-2D11-E4C07634242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786350771"/>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A">
    <p:bg>
      <p:bgPr>
        <a:solidFill>
          <a:srgbClr val="CF00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34AC5DB-AF99-EAEE-E186-5AD89F87DE38}"/>
              </a:ext>
            </a:extLst>
          </p:cNvPr>
          <p:cNvGraphicFramePr>
            <a:graphicFrameLocks noChangeAspect="1"/>
          </p:cNvGraphicFramePr>
          <p:nvPr userDrawn="1">
            <p:custDataLst>
              <p:tags r:id="rId1"/>
            </p:custDataLst>
            <p:extLst>
              <p:ext uri="{D42A27DB-BD31-4B8C-83A1-F6EECF244321}">
                <p14:modId xmlns:p14="http://schemas.microsoft.com/office/powerpoint/2010/main" val="698543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7" name="think-cell data - do not delete" hidden="1">
                        <a:extLst>
                          <a:ext uri="{FF2B5EF4-FFF2-40B4-BE49-F238E27FC236}">
                            <a16:creationId xmlns:a16="http://schemas.microsoft.com/office/drawing/2014/main" id="{F34AC5DB-AF99-EAEE-E186-5AD89F87DE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Freeform: Shape 17">
            <a:extLst>
              <a:ext uri="{FF2B5EF4-FFF2-40B4-BE49-F238E27FC236}">
                <a16:creationId xmlns:a16="http://schemas.microsoft.com/office/drawing/2014/main" id="{2A3239AF-8363-538C-904E-A10FCB384291}"/>
              </a:ext>
              <a:ext uri="{C183D7F6-B498-43B3-948B-1728B52AA6E4}">
                <adec:decorative xmlns:adec="http://schemas.microsoft.com/office/drawing/2017/decorative" val="1"/>
              </a:ext>
            </a:extLst>
          </p:cNvPr>
          <p:cNvSpPr/>
          <p:nvPr userDrawn="1"/>
        </p:nvSpPr>
        <p:spPr>
          <a:xfrm>
            <a:off x="4557645" y="0"/>
            <a:ext cx="7634356" cy="6858000"/>
          </a:xfrm>
          <a:custGeom>
            <a:avLst/>
            <a:gdLst>
              <a:gd name="connsiteX0" fmla="*/ 0 w 7634356"/>
              <a:gd name="connsiteY0" fmla="*/ 0 h 6858000"/>
              <a:gd name="connsiteX1" fmla="*/ 7634356 w 7634356"/>
              <a:gd name="connsiteY1" fmla="*/ 0 h 6858000"/>
              <a:gd name="connsiteX2" fmla="*/ 7634356 w 7634356"/>
              <a:gd name="connsiteY2" fmla="*/ 6858000 h 6858000"/>
              <a:gd name="connsiteX3" fmla="*/ 11887 w 7634356"/>
              <a:gd name="connsiteY3" fmla="*/ 6858000 h 6858000"/>
              <a:gd name="connsiteX4" fmla="*/ 2006354 w 7634356"/>
              <a:gd name="connsiteY4" fmla="*/ 343918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4356" h="6858000">
                <a:moveTo>
                  <a:pt x="0" y="0"/>
                </a:moveTo>
                <a:lnTo>
                  <a:pt x="7634356" y="0"/>
                </a:lnTo>
                <a:lnTo>
                  <a:pt x="7634356" y="6858000"/>
                </a:lnTo>
                <a:lnTo>
                  <a:pt x="11887" y="6858000"/>
                </a:lnTo>
                <a:lnTo>
                  <a:pt x="2006354" y="3439189"/>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bg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AFF604DC-F67A-B57E-9408-4B1F7516AEF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2414A7-72E4-194C-10A1-30F768ED25B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939074846"/>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slide dark B">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D64FD6E-C821-EE4D-4CE7-59EB844EA447}"/>
              </a:ext>
            </a:extLst>
          </p:cNvPr>
          <p:cNvGraphicFramePr>
            <a:graphicFrameLocks noChangeAspect="1"/>
          </p:cNvGraphicFramePr>
          <p:nvPr userDrawn="1">
            <p:custDataLst>
              <p:tags r:id="rId1"/>
            </p:custDataLst>
            <p:extLst>
              <p:ext uri="{D42A27DB-BD31-4B8C-83A1-F6EECF244321}">
                <p14:modId xmlns:p14="http://schemas.microsoft.com/office/powerpoint/2010/main" val="916867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5D64FD6E-C821-EE4D-4CE7-59EB844EA4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Freeform: Shape 14">
            <a:extLst>
              <a:ext uri="{FF2B5EF4-FFF2-40B4-BE49-F238E27FC236}">
                <a16:creationId xmlns:a16="http://schemas.microsoft.com/office/drawing/2014/main" id="{EAC5222C-C927-BE6F-1E16-3D8585E8F66F}"/>
              </a:ext>
              <a:ext uri="{C183D7F6-B498-43B3-948B-1728B52AA6E4}">
                <adec:decorative xmlns:adec="http://schemas.microsoft.com/office/drawing/2017/decorative" val="1"/>
              </a:ext>
            </a:extLst>
          </p:cNvPr>
          <p:cNvSpPr/>
          <p:nvPr userDrawn="1"/>
        </p:nvSpPr>
        <p:spPr>
          <a:xfrm flipH="1">
            <a:off x="-3" y="0"/>
            <a:ext cx="6564002" cy="6858000"/>
          </a:xfrm>
          <a:custGeom>
            <a:avLst/>
            <a:gdLst>
              <a:gd name="connsiteX0" fmla="*/ 6769100 w 6769100"/>
              <a:gd name="connsiteY0" fmla="*/ 0 h 6858000"/>
              <a:gd name="connsiteX1" fmla="*/ 6635749 w 6769100"/>
              <a:gd name="connsiteY1" fmla="*/ 0 h 6858000"/>
              <a:gd name="connsiteX2" fmla="*/ 3619500 w 6769100"/>
              <a:gd name="connsiteY2" fmla="*/ 0 h 6858000"/>
              <a:gd name="connsiteX3" fmla="*/ 2069045 w 6769100"/>
              <a:gd name="connsiteY3" fmla="*/ 0 h 6858000"/>
              <a:gd name="connsiteX4" fmla="*/ 0 w 6769100"/>
              <a:gd name="connsiteY4" fmla="*/ 3439189 h 6858000"/>
              <a:gd name="connsiteX5" fmla="*/ 2056786 w 6769100"/>
              <a:gd name="connsiteY5" fmla="*/ 6858000 h 6858000"/>
              <a:gd name="connsiteX6" fmla="*/ 3619500 w 6769100"/>
              <a:gd name="connsiteY6" fmla="*/ 6858000 h 6858000"/>
              <a:gd name="connsiteX7" fmla="*/ 6635749 w 6769100"/>
              <a:gd name="connsiteY7" fmla="*/ 6858000 h 6858000"/>
              <a:gd name="connsiteX8" fmla="*/ 6769100 w 67691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9100" h="6858000">
                <a:moveTo>
                  <a:pt x="6769100" y="0"/>
                </a:moveTo>
                <a:lnTo>
                  <a:pt x="6635749" y="0"/>
                </a:lnTo>
                <a:lnTo>
                  <a:pt x="3619500" y="0"/>
                </a:lnTo>
                <a:lnTo>
                  <a:pt x="2069045" y="0"/>
                </a:lnTo>
                <a:lnTo>
                  <a:pt x="0" y="3439189"/>
                </a:lnTo>
                <a:lnTo>
                  <a:pt x="2056786" y="6858000"/>
                </a:lnTo>
                <a:lnTo>
                  <a:pt x="3619500" y="6858000"/>
                </a:lnTo>
                <a:lnTo>
                  <a:pt x="6635749" y="6858000"/>
                </a:lnTo>
                <a:lnTo>
                  <a:pt x="6769100" y="6858000"/>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01FA8D-C042-AF97-2FAC-9395B7768CD3}"/>
              </a:ext>
            </a:extLst>
          </p:cNvPr>
          <p:cNvSpPr>
            <a:spLocks noGrp="1"/>
          </p:cNvSpPr>
          <p:nvPr>
            <p:ph type="sldNum" sz="quarter" idx="14"/>
          </p:nvPr>
        </p:nvSpPr>
        <p:spPr/>
        <p:txBody>
          <a:bodyPr/>
          <a:lstStyle>
            <a:lvl1pPr>
              <a:defRPr>
                <a:solidFill>
                  <a:schemeClr val="bg1"/>
                </a:solidFill>
              </a:defRPr>
            </a:lvl1p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2DCB6F0-B61B-93DE-621C-5420959D8993}"/>
              </a:ext>
              <a:ext uri="{C183D7F6-B498-43B3-948B-1728B52AA6E4}">
                <adec:decorative xmlns:adec="http://schemas.microsoft.com/office/drawing/2017/decorative" val="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217117072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47D7EB4-7059-9F86-302A-A0A1E0582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20BD283-A71D-083C-07CA-D1160A37E49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639FC5A9-B0A2-A729-A108-87F84341470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866063367"/>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title Two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3FC5BC2-96AE-8D74-F8B4-E565DD3A7034}"/>
              </a:ext>
            </a:extLst>
          </p:cNvPr>
          <p:cNvSpPr>
            <a:spLocks noGrp="1"/>
          </p:cNvSpPr>
          <p:nvPr>
            <p:ph type="title"/>
          </p:nvPr>
        </p:nvSpPr>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DF60D86F-95F6-5622-A5A8-3B70F2D48C7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CBBB5236-25E0-CA99-CC75-9488BBADFCE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94807745"/>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4C2899-A934-081F-BC75-86BAF44CFE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notes">
            <a:extLst>
              <a:ext uri="{FF2B5EF4-FFF2-40B4-BE49-F238E27FC236}">
                <a16:creationId xmlns:a16="http://schemas.microsoft.com/office/drawing/2014/main" id="{EF765057-AEE5-960E-8D05-A51B43D17A6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128960BD-F0C7-CB79-37EA-DECF1205A71A}"/>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14551540"/>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ubtitle Three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E4060-4D83-76DD-1415-C18A2D22DED8}"/>
              </a:ext>
            </a:extLst>
          </p:cNvPr>
          <p:cNvSpPr>
            <a:spLocks noGrp="1"/>
          </p:cNvSpPr>
          <p:nvPr>
            <p:ph type="title"/>
          </p:nvPr>
        </p:nvSpPr>
        <p:spPr/>
        <p:txBody>
          <a:bodyPr/>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5A280A0D-8E89-CDEC-A55E-E5854F4C660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1677A015-CE51-197E-1602-0EA2F6226478}"/>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02294010"/>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graphicFrame>
        <p:nvGraphicFramePr>
          <p:cNvPr id="90" name="think-cell data - do not delete" hidden="1">
            <a:extLst>
              <a:ext uri="{FF2B5EF4-FFF2-40B4-BE49-F238E27FC236}">
                <a16:creationId xmlns:a16="http://schemas.microsoft.com/office/drawing/2014/main" id="{E8818429-C388-B7D5-0265-DF9D9C1030A5}"/>
              </a:ext>
            </a:extLst>
          </p:cNvPr>
          <p:cNvGraphicFramePr>
            <a:graphicFrameLocks noChangeAspect="1"/>
          </p:cNvGraphicFramePr>
          <p:nvPr userDrawn="1">
            <p:custDataLst>
              <p:tags r:id="rId1"/>
            </p:custDataLst>
            <p:extLst>
              <p:ext uri="{D42A27DB-BD31-4B8C-83A1-F6EECF244321}">
                <p14:modId xmlns:p14="http://schemas.microsoft.com/office/powerpoint/2010/main" val="1850042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90" name="think-cell data - do not delete" hidden="1">
                        <a:extLst>
                          <a:ext uri="{FF2B5EF4-FFF2-40B4-BE49-F238E27FC236}">
                            <a16:creationId xmlns:a16="http://schemas.microsoft.com/office/drawing/2014/main" id="{E8818429-C388-B7D5-0265-DF9D9C1030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FEFC0643-D659-E1D3-411A-95293270FA94}"/>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91B02355-7378-0F0C-8543-00D8A317FC31}"/>
              </a:ext>
            </a:extLst>
          </p:cNvPr>
          <p:cNvSpPr>
            <a:spLocks noGrp="1"/>
          </p:cNvSpPr>
          <p:nvPr>
            <p:ph sz="half" idx="17"/>
          </p:nvPr>
        </p:nvSpPr>
        <p:spPr>
          <a:xfrm>
            <a:off x="9264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687F9EB1-A21E-5C2F-7480-6EB0277298F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4CC0A89E-E2C9-833D-7637-2B5BF99642B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964817633"/>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ubtitle Four Content">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1E6F775-1596-5E4A-C305-9630A2C28693}"/>
              </a:ext>
            </a:extLst>
          </p:cNvPr>
          <p:cNvGraphicFramePr>
            <a:graphicFrameLocks noChangeAspect="1"/>
          </p:cNvGraphicFramePr>
          <p:nvPr userDrawn="1">
            <p:custDataLst>
              <p:tags r:id="rId1"/>
            </p:custDataLst>
            <p:extLst>
              <p:ext uri="{D42A27DB-BD31-4B8C-83A1-F6EECF244321}">
                <p14:modId xmlns:p14="http://schemas.microsoft.com/office/powerpoint/2010/main" val="2846415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3" name="think-cell data - do not delete" hidden="1">
                        <a:extLst>
                          <a:ext uri="{FF2B5EF4-FFF2-40B4-BE49-F238E27FC236}">
                            <a16:creationId xmlns:a16="http://schemas.microsoft.com/office/drawing/2014/main" id="{11E6F775-1596-5E4A-C305-9630A2C286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53DA46C-CCEE-2BBE-25F8-72ED2010AE4D}"/>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A33928D5-31BA-0E47-25B9-233CBC9061A4}"/>
              </a:ext>
            </a:extLst>
          </p:cNvPr>
          <p:cNvSpPr>
            <a:spLocks noGrp="1"/>
          </p:cNvSpPr>
          <p:nvPr>
            <p:ph sz="half" idx="17"/>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AF6857AF-B3D7-D201-E7AA-9BB3D8257BC4}"/>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9" name="Slide Number Placeholder 8">
            <a:extLst>
              <a:ext uri="{FF2B5EF4-FFF2-40B4-BE49-F238E27FC236}">
                <a16:creationId xmlns:a16="http://schemas.microsoft.com/office/drawing/2014/main" id="{2EBA96EF-9513-2878-46AE-5A9AC62EE7BD}"/>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1044525"/>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414800"/>
            <a:ext cx="7308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824682668"/>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and Graph 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73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46310532"/>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772266"/>
            <a:ext cx="7308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2134800"/>
            <a:ext cx="7308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31879056"/>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772266"/>
            <a:ext cx="3600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2134800"/>
            <a:ext cx="3600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51230580"/>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rgbClr val="5E3930"/>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1838768-6AF6-EBB4-F7C2-E2BFBD10FBAD}"/>
              </a:ext>
              <a:ext uri="{C183D7F6-B498-43B3-948B-1728B52AA6E4}">
                <adec:decorative xmlns:adec="http://schemas.microsoft.com/office/drawing/2017/decorative" val="1"/>
              </a:ext>
            </a:extLst>
          </p:cNvPr>
          <p:cNvSpPr>
            <a:spLocks noGrp="1"/>
          </p:cNvSpPr>
          <p:nvPr>
            <p:ph type="pic" sz="quarter" idx="17" hasCustomPrompt="1"/>
          </p:nvPr>
        </p:nvSpPr>
        <p:spPr>
          <a:xfrm>
            <a:off x="5151859" y="203200"/>
            <a:ext cx="6836942" cy="6451600"/>
          </a:xfrm>
          <a:custGeom>
            <a:avLst/>
            <a:gdLst>
              <a:gd name="connsiteX0" fmla="*/ 0 w 5994400"/>
              <a:gd name="connsiteY0" fmla="*/ 0 h 6451600"/>
              <a:gd name="connsiteX1" fmla="*/ 2909284 w 5994400"/>
              <a:gd name="connsiteY1" fmla="*/ 0 h 6451600"/>
              <a:gd name="connsiteX2" fmla="*/ 2991870 w 5994400"/>
              <a:gd name="connsiteY2" fmla="*/ 0 h 6451600"/>
              <a:gd name="connsiteX3" fmla="*/ 3002195 w 5994400"/>
              <a:gd name="connsiteY3" fmla="*/ 0 h 6451600"/>
              <a:gd name="connsiteX4" fmla="*/ 3085116 w 5994400"/>
              <a:gd name="connsiteY4" fmla="*/ 0 h 6451600"/>
              <a:gd name="connsiteX5" fmla="*/ 5994400 w 5994400"/>
              <a:gd name="connsiteY5" fmla="*/ 0 h 6451600"/>
              <a:gd name="connsiteX6" fmla="*/ 4298317 w 5994400"/>
              <a:gd name="connsiteY6" fmla="*/ 3225800 h 6451600"/>
              <a:gd name="connsiteX7" fmla="*/ 5994400 w 5994400"/>
              <a:gd name="connsiteY7" fmla="*/ 6451600 h 6451600"/>
              <a:gd name="connsiteX8" fmla="*/ 3085116 w 5994400"/>
              <a:gd name="connsiteY8" fmla="*/ 6451600 h 6451600"/>
              <a:gd name="connsiteX9" fmla="*/ 3002195 w 5994400"/>
              <a:gd name="connsiteY9" fmla="*/ 6451600 h 6451600"/>
              <a:gd name="connsiteX10" fmla="*/ 2991870 w 5994400"/>
              <a:gd name="connsiteY10" fmla="*/ 6451600 h 6451600"/>
              <a:gd name="connsiteX11" fmla="*/ 2909284 w 5994400"/>
              <a:gd name="connsiteY11" fmla="*/ 6451600 h 6451600"/>
              <a:gd name="connsiteX12" fmla="*/ 0 w 5994400"/>
              <a:gd name="connsiteY12" fmla="*/ 6451600 h 6451600"/>
              <a:gd name="connsiteX13" fmla="*/ 1695749 w 5994400"/>
              <a:gd name="connsiteY13" fmla="*/ 3225800 h 64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4400" h="6451600">
                <a:moveTo>
                  <a:pt x="0" y="0"/>
                </a:moveTo>
                <a:lnTo>
                  <a:pt x="2909284" y="0"/>
                </a:lnTo>
                <a:lnTo>
                  <a:pt x="2991870" y="0"/>
                </a:lnTo>
                <a:lnTo>
                  <a:pt x="3002195" y="0"/>
                </a:lnTo>
                <a:lnTo>
                  <a:pt x="3085116" y="0"/>
                </a:lnTo>
                <a:lnTo>
                  <a:pt x="5994400" y="0"/>
                </a:lnTo>
                <a:lnTo>
                  <a:pt x="4298317" y="3225800"/>
                </a:lnTo>
                <a:lnTo>
                  <a:pt x="5994400" y="6451600"/>
                </a:lnTo>
                <a:lnTo>
                  <a:pt x="3085116" y="6451600"/>
                </a:lnTo>
                <a:lnTo>
                  <a:pt x="3002195" y="6451600"/>
                </a:lnTo>
                <a:lnTo>
                  <a:pt x="2991870" y="6451600"/>
                </a:lnTo>
                <a:lnTo>
                  <a:pt x="2909284" y="6451600"/>
                </a:lnTo>
                <a:lnTo>
                  <a:pt x="0" y="6451600"/>
                </a:lnTo>
                <a:lnTo>
                  <a:pt x="1695749" y="3225800"/>
                </a:lnTo>
                <a:close/>
              </a:path>
            </a:pathLst>
          </a:custGeom>
          <a:solidFill>
            <a:schemeClr val="bg1">
              <a:lumMod val="95000"/>
            </a:schemeClr>
          </a:solidFill>
        </p:spPr>
        <p:txBody>
          <a:bodyPr wrap="square" lIns="201600" tIns="201600" rIns="201600" bIns="201600">
            <a:noAutofit/>
          </a:bodyPr>
          <a:lstStyle>
            <a:lvl1pPr algn="ctr">
              <a:defRPr>
                <a:solidFill>
                  <a:schemeClr val="tx1"/>
                </a:solidFill>
              </a:defRPr>
            </a:lvl1pPr>
          </a:lstStyle>
          <a:p>
            <a:r>
              <a:rPr lang="en-US"/>
              <a:t>Click icon to insert an image</a:t>
            </a:r>
          </a:p>
        </p:txBody>
      </p:sp>
      <p:sp>
        <p:nvSpPr>
          <p:cNvPr id="4" name="Title 4">
            <a:extLst>
              <a:ext uri="{FF2B5EF4-FFF2-40B4-BE49-F238E27FC236}">
                <a16:creationId xmlns:a16="http://schemas.microsoft.com/office/drawing/2014/main" id="{ACB9F91B-EC72-61EF-D204-114A2BB6F1A6}"/>
              </a:ext>
            </a:extLst>
          </p:cNvPr>
          <p:cNvSpPr>
            <a:spLocks noGrp="1"/>
          </p:cNvSpPr>
          <p:nvPr>
            <p:ph type="title"/>
          </p:nvPr>
        </p:nvSpPr>
        <p:spPr>
          <a:xfrm>
            <a:off x="480000" y="396000"/>
            <a:ext cx="4428000" cy="1006935"/>
          </a:xfrm>
        </p:spPr>
        <p:txBody>
          <a:bodyPr/>
          <a:lstStyle>
            <a:lvl1pPr>
              <a:defRPr>
                <a:solidFill>
                  <a:srgbClr val="E7FF00"/>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C77C46BC-E8F2-AAA2-6B32-3A7A4F80DC31}"/>
              </a:ext>
            </a:extLst>
          </p:cNvPr>
          <p:cNvSpPr>
            <a:spLocks noGrp="1"/>
          </p:cNvSpPr>
          <p:nvPr>
            <p:ph sz="half" idx="1"/>
          </p:nvPr>
        </p:nvSpPr>
        <p:spPr>
          <a:xfrm>
            <a:off x="480000" y="1558800"/>
            <a:ext cx="4428000" cy="4536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Logo">
            <a:extLst>
              <a:ext uri="{FF2B5EF4-FFF2-40B4-BE49-F238E27FC236}">
                <a16:creationId xmlns:a16="http://schemas.microsoft.com/office/drawing/2014/main" id="{0764519F-DA11-6ED2-18B2-4488C7DC454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2457781704"/>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3E853C-BC12-3739-D063-CE3A4DD313FF}"/>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6" name="Content Placeholder 2">
            <a:extLst>
              <a:ext uri="{FF2B5EF4-FFF2-40B4-BE49-F238E27FC236}">
                <a16:creationId xmlns:a16="http://schemas.microsoft.com/office/drawing/2014/main" id="{18ADEE50-7ADE-DBBE-EB92-25137BE11398}"/>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hape">
            <a:extLst>
              <a:ext uri="{FF2B5EF4-FFF2-40B4-BE49-F238E27FC236}">
                <a16:creationId xmlns:a16="http://schemas.microsoft.com/office/drawing/2014/main" id="{73369A8A-E772-1164-87D4-C6CE42634726}"/>
              </a:ext>
              <a:ext uri="{C183D7F6-B498-43B3-948B-1728B52AA6E4}">
                <adec:decorative xmlns:adec="http://schemas.microsoft.com/office/drawing/2017/decorative" val="1"/>
              </a:ext>
            </a:extLst>
          </p:cNvPr>
          <p:cNvSpPr txBox="1">
            <a:spLocks/>
          </p:cNvSpPr>
          <p:nvPr userDrawn="1"/>
        </p:nvSpPr>
        <p:spPr>
          <a:xfrm>
            <a:off x="0" y="0"/>
            <a:ext cx="5616000"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281805"/>
          </a:solidFill>
        </p:spPr>
        <p:txBody>
          <a:bodyPr vert="horz" wrap="square" lIns="203200" tIns="201600" rIns="201600" bIns="201600" rtlCol="0" anchor="ctr" anchorCtr="0">
            <a:noAutofit/>
          </a:bodyPr>
          <a:lstStyle/>
          <a:p>
            <a:endParaRPr lang="en-US"/>
          </a:p>
        </p:txBody>
      </p:sp>
      <p:sp>
        <p:nvSpPr>
          <p:cNvPr id="2" name="Slide Number Placeholder 1">
            <a:extLst>
              <a:ext uri="{FF2B5EF4-FFF2-40B4-BE49-F238E27FC236}">
                <a16:creationId xmlns:a16="http://schemas.microsoft.com/office/drawing/2014/main" id="{677C1299-C171-52C4-8E9D-1C37F5B46EAB}"/>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32" name="Picture Placeholder 31">
            <a:extLst>
              <a:ext uri="{FF2B5EF4-FFF2-40B4-BE49-F238E27FC236}">
                <a16:creationId xmlns:a16="http://schemas.microsoft.com/office/drawing/2014/main" id="{A59FBDDB-3580-7C9D-E10B-31C606EDC207}"/>
              </a:ext>
            </a:extLst>
          </p:cNvPr>
          <p:cNvSpPr>
            <a:spLocks noGrp="1"/>
          </p:cNvSpPr>
          <p:nvPr>
            <p:ph type="pic" sz="quarter" idx="19" hasCustomPrompt="1"/>
          </p:nvPr>
        </p:nvSpPr>
        <p:spPr>
          <a:xfrm>
            <a:off x="0"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61260516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 and content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E5A80-90EE-B79D-70D4-516082597936}"/>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hape">
            <a:extLst>
              <a:ext uri="{FF2B5EF4-FFF2-40B4-BE49-F238E27FC236}">
                <a16:creationId xmlns:a16="http://schemas.microsoft.com/office/drawing/2014/main" id="{658DAAAC-E4FA-06C2-B474-28EE89F9437B}"/>
              </a:ext>
              <a:ext uri="{C183D7F6-B498-43B3-948B-1728B52AA6E4}">
                <adec:decorative xmlns:adec="http://schemas.microsoft.com/office/drawing/2017/decorative" val="1"/>
              </a:ext>
            </a:extLst>
          </p:cNvPr>
          <p:cNvSpPr txBox="1">
            <a:spLocks/>
          </p:cNvSpPr>
          <p:nvPr userDrawn="1"/>
        </p:nvSpPr>
        <p:spPr>
          <a:xfrm>
            <a:off x="0" y="0"/>
            <a:ext cx="5627997"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6" name="Slide Number Placeholder 5">
            <a:extLst>
              <a:ext uri="{FF2B5EF4-FFF2-40B4-BE49-F238E27FC236}">
                <a16:creationId xmlns:a16="http://schemas.microsoft.com/office/drawing/2014/main" id="{2A60036F-0EFD-9372-6E0A-038761FCF5E7}"/>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2" name="Picture Placeholder 1">
            <a:extLst>
              <a:ext uri="{FF2B5EF4-FFF2-40B4-BE49-F238E27FC236}">
                <a16:creationId xmlns:a16="http://schemas.microsoft.com/office/drawing/2014/main" id="{63D2A451-F44F-C25D-9C7F-F4BA39721B89}"/>
              </a:ext>
            </a:extLst>
          </p:cNvPr>
          <p:cNvSpPr>
            <a:spLocks noGrp="1"/>
          </p:cNvSpPr>
          <p:nvPr>
            <p:ph type="pic" sz="quarter" idx="19" hasCustomPrompt="1"/>
          </p:nvPr>
        </p:nvSpPr>
        <p:spPr>
          <a:xfrm>
            <a:off x="6"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14304447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2844800" cy="2016000"/>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9479998" y="2966401"/>
            <a:ext cx="2232001" cy="3128399"/>
          </a:xfrm>
          <a:solidFill>
            <a:schemeClr val="bg1">
              <a:lumMod val="95000"/>
            </a:schemeClr>
          </a:solidFill>
        </p:spPr>
        <p:txBody>
          <a:bodyPr lIns="180000" tIns="108000" rIns="180000"/>
          <a:lstStyle/>
          <a:p>
            <a:r>
              <a:rPr lang="en-US"/>
              <a:t>Click icon to add picture</a:t>
            </a:r>
          </a:p>
        </p:txBody>
      </p:sp>
      <p:sp>
        <p:nvSpPr>
          <p:cNvPr id="4" name="footnotes">
            <a:extLst>
              <a:ext uri="{FF2B5EF4-FFF2-40B4-BE49-F238E27FC236}">
                <a16:creationId xmlns:a16="http://schemas.microsoft.com/office/drawing/2014/main" id="{9BA79E8C-15B9-E5A1-259F-CA68D3535AF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FF41C549-4120-B479-BC25-78C98A4494F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04721057"/>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3148500" cy="2158202"/>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8524300" y="3936598"/>
            <a:ext cx="3187700" cy="2158202"/>
          </a:xfrm>
          <a:solidFill>
            <a:schemeClr val="bg1">
              <a:lumMod val="95000"/>
            </a:schemeClr>
          </a:solidFill>
        </p:spPr>
        <p:txBody>
          <a:bodyPr lIns="180000" tIns="108000" rIns="180000"/>
          <a:lstStyle>
            <a:lvl1pPr algn="ctr">
              <a:defRPr/>
            </a:lvl1pPr>
          </a:lstStyle>
          <a:p>
            <a:r>
              <a:rPr lang="en-US"/>
              <a:t>Click icon to add picture</a:t>
            </a:r>
          </a:p>
        </p:txBody>
      </p:sp>
      <p:sp>
        <p:nvSpPr>
          <p:cNvPr id="4" name="footnotes">
            <a:extLst>
              <a:ext uri="{FF2B5EF4-FFF2-40B4-BE49-F238E27FC236}">
                <a16:creationId xmlns:a16="http://schemas.microsoft.com/office/drawing/2014/main" id="{7958ED6A-DCA5-9AA8-2EED-62676309A892}"/>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F1A34F13-10A7-0269-9403-E3B856E19DD1}"/>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23165529"/>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B48C-2466-076C-80B3-A6DE83135308}"/>
              </a:ext>
            </a:extLst>
          </p:cNvPr>
          <p:cNvSpPr>
            <a:spLocks noGrp="1"/>
          </p:cNvSpPr>
          <p:nvPr>
            <p:ph type="title"/>
          </p:nvPr>
        </p:nvSpPr>
        <p:spPr>
          <a:xfrm>
            <a:off x="1460499" y="-467833"/>
            <a:ext cx="10223499" cy="432000"/>
          </a:xfrm>
        </p:spPr>
        <p:txBody>
          <a:bodyPr/>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0FEC182F-8D48-3026-24D1-81577AE0215B}"/>
              </a:ext>
              <a:ext uri="{C183D7F6-B498-43B3-948B-1728B52AA6E4}">
                <adec:decorative xmlns:adec="http://schemas.microsoft.com/office/drawing/2017/decorative" val="1"/>
              </a:ext>
            </a:extLst>
          </p:cNvPr>
          <p:cNvSpPr txBox="1"/>
          <p:nvPr userDrawn="1"/>
        </p:nvSpPr>
        <p:spPr>
          <a:xfrm>
            <a:off x="0" y="-457400"/>
            <a:ext cx="1257300" cy="432000"/>
          </a:xfrm>
          <a:prstGeom prst="rect">
            <a:avLst/>
          </a:prstGeom>
          <a:noFill/>
        </p:spPr>
        <p:txBody>
          <a:bodyPr wrap="square" lIns="0" tIns="0" rIns="0" bIns="0" rtlCol="0">
            <a:noAutofit/>
          </a:bodyPr>
          <a:lstStyle/>
          <a:p>
            <a:pPr algn="l"/>
            <a:r>
              <a:rPr lang="en-US" sz="1200" kern="100" spc="-30"/>
              <a:t>Title required for WCAG </a:t>
            </a:r>
            <a:r>
              <a:rPr lang="en-US" sz="1200" kern="100" spc="-30" err="1"/>
              <a:t>accessibilty</a:t>
            </a:r>
            <a:endParaRPr lang="en-US" sz="1200" kern="100" spc="-30"/>
          </a:p>
        </p:txBody>
      </p:sp>
      <p:sp>
        <p:nvSpPr>
          <p:cNvPr id="5" name="footnotes">
            <a:extLst>
              <a:ext uri="{FF2B5EF4-FFF2-40B4-BE49-F238E27FC236}">
                <a16:creationId xmlns:a16="http://schemas.microsoft.com/office/drawing/2014/main" id="{85FBA289-3BDF-DF26-CF9E-DBACC3E8B0F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0DCB6134-1B10-2649-C015-2FC1F5370A08}"/>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021930642"/>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s with subtitel">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6C979-AA63-ADCB-CFCE-8AF6D43E8492}"/>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20D6B804-4D45-977C-0430-B1BB52485EB6}"/>
              </a:ext>
            </a:extLst>
          </p:cNvPr>
          <p:cNvSpPr>
            <a:spLocks noGrp="1"/>
          </p:cNvSpPr>
          <p:nvPr>
            <p:ph type="body" sz="quarter" idx="13" hasCustomPrompt="1"/>
          </p:nvPr>
        </p:nvSpPr>
        <p:spPr>
          <a:xfrm>
            <a:off x="480000" y="1414800"/>
            <a:ext cx="11232000" cy="324000"/>
          </a:xfrm>
        </p:spPr>
        <p:txBody>
          <a:bodyPr>
            <a:noAutofit/>
          </a:bodyPr>
          <a:lstStyle>
            <a:lvl1pPr>
              <a:defRPr sz="1800" b="1">
                <a:latin typeface="+mj-lt"/>
              </a:defRPr>
            </a:lvl1pPr>
          </a:lstStyle>
          <a:p>
            <a:pPr lvl="0"/>
            <a:r>
              <a:rPr lang="en-US"/>
              <a:t>Click to edit subheading</a:t>
            </a:r>
          </a:p>
        </p:txBody>
      </p:sp>
      <p:sp>
        <p:nvSpPr>
          <p:cNvPr id="8" name="Content Placeholder 3">
            <a:extLst>
              <a:ext uri="{FF2B5EF4-FFF2-40B4-BE49-F238E27FC236}">
                <a16:creationId xmlns:a16="http://schemas.microsoft.com/office/drawing/2014/main" id="{D66EF941-EE88-DD77-B4D2-7DFEB2329BA4}"/>
              </a:ext>
            </a:extLst>
          </p:cNvPr>
          <p:cNvSpPr>
            <a:spLocks noGrp="1"/>
          </p:cNvSpPr>
          <p:nvPr>
            <p:ph sz="half" idx="2"/>
          </p:nvPr>
        </p:nvSpPr>
        <p:spPr>
          <a:xfrm>
            <a:off x="480000" y="1774800"/>
            <a:ext cx="11232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EB88EC37-0DCF-39F3-5807-BBBEAE6AAA5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428AA125-81EB-634A-58F7-F6ED1D26FC0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02410677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ntents with subtitel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4DCA0-DD63-84D1-CAD4-CCAA9A5CBE61}"/>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331B8B0D-8C19-56D6-3474-9A68EF24E63C}"/>
              </a:ext>
            </a:extLst>
          </p:cNvPr>
          <p:cNvSpPr>
            <a:spLocks noGrp="1"/>
          </p:cNvSpPr>
          <p:nvPr>
            <p:ph type="body" sz="quarter" idx="13" hasCustomPrompt="1"/>
          </p:nvPr>
        </p:nvSpPr>
        <p:spPr>
          <a:xfrm>
            <a:off x="480000" y="1414800"/>
            <a:ext cx="5508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639C1932-E720-A335-BA08-4187F3CA3D33}"/>
              </a:ext>
            </a:extLst>
          </p:cNvPr>
          <p:cNvSpPr>
            <a:spLocks noGrp="1"/>
          </p:cNvSpPr>
          <p:nvPr>
            <p:ph sz="half" idx="2"/>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itle 2">
            <a:extLst>
              <a:ext uri="{FF2B5EF4-FFF2-40B4-BE49-F238E27FC236}">
                <a16:creationId xmlns:a16="http://schemas.microsoft.com/office/drawing/2014/main" id="{6B8DF1BA-8C93-F66E-B919-D37909FD2284}"/>
              </a:ext>
            </a:extLst>
          </p:cNvPr>
          <p:cNvSpPr>
            <a:spLocks noGrp="1"/>
          </p:cNvSpPr>
          <p:nvPr>
            <p:ph type="body" sz="quarter" idx="17" hasCustomPrompt="1"/>
          </p:nvPr>
        </p:nvSpPr>
        <p:spPr>
          <a:xfrm>
            <a:off x="6204000" y="1414800"/>
            <a:ext cx="5508000" cy="324000"/>
          </a:xfrm>
        </p:spPr>
        <p:txBody>
          <a:bodyPr>
            <a:noAutofit/>
          </a:bodyPr>
          <a:lstStyle>
            <a:lvl1pPr>
              <a:defRPr sz="1800" b="1">
                <a:latin typeface="+mj-lt"/>
              </a:defRPr>
            </a:lvl1pPr>
          </a:lstStyle>
          <a:p>
            <a:pPr lvl="0"/>
            <a:r>
              <a:rPr lang="en-US"/>
              <a:t>Click to edit subheading</a:t>
            </a:r>
          </a:p>
        </p:txBody>
      </p:sp>
      <p:sp>
        <p:nvSpPr>
          <p:cNvPr id="14" name="Content Placeholder 2">
            <a:extLst>
              <a:ext uri="{FF2B5EF4-FFF2-40B4-BE49-F238E27FC236}">
                <a16:creationId xmlns:a16="http://schemas.microsoft.com/office/drawing/2014/main" id="{E44EBD94-8D8F-DCF9-EB34-1C1E92BD4FA2}"/>
              </a:ext>
            </a:extLst>
          </p:cNvPr>
          <p:cNvSpPr>
            <a:spLocks noGrp="1"/>
          </p:cNvSpPr>
          <p:nvPr>
            <p:ph sz="half" idx="16"/>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BC587B27-2155-7E1D-9B7C-B61B7CCDFE9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DDFFF08-DC8A-A699-D304-5A119DF6CF1C}"/>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49553711"/>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hree Contents with subtitle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71B424-BDB2-2268-094F-B0AE1BB4A800}"/>
              </a:ext>
            </a:extLst>
          </p:cNvPr>
          <p:cNvSpPr>
            <a:spLocks noGrp="1"/>
          </p:cNvSpPr>
          <p:nvPr>
            <p:ph type="title"/>
          </p:nvPr>
        </p:nvSpPr>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3600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4296000" y="1414800"/>
            <a:ext cx="3600000" cy="324000"/>
          </a:xfrm>
        </p:spPr>
        <p:txBody>
          <a:bodyPr>
            <a:noAutofit/>
          </a:bodyPr>
          <a:lstStyle>
            <a:lvl1pPr>
              <a:defRPr sz="1800" b="1">
                <a:latin typeface="+mj-lt"/>
              </a:defRPr>
            </a:lvl1pPr>
          </a:lstStyle>
          <a:p>
            <a:pPr lvl="0"/>
            <a:r>
              <a:rPr lang="en-US"/>
              <a:t>Click to 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C4CC98FB-C0EC-3C52-D230-4100D37040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A9B4F56-3A67-F5E4-3A03-9374FF5C3EC7}"/>
              </a:ext>
            </a:extLst>
          </p:cNvPr>
          <p:cNvSpPr>
            <a:spLocks noGrp="1"/>
          </p:cNvSpPr>
          <p:nvPr>
            <p:ph type="sldNum" sz="quarter" idx="20"/>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6848944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Four Contents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39ABFA-3679-DB52-EBA5-7AFC4558167A}"/>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2448000" cy="324000"/>
          </a:xfrm>
        </p:spPr>
        <p:txBody>
          <a:bodyPr>
            <a:noAutofit/>
          </a:bodyPr>
          <a:lstStyle>
            <a:lvl1pPr>
              <a:defRPr sz="1800" b="1">
                <a:latin typeface="+mj-lt"/>
              </a:defRPr>
            </a:lvl1pPr>
          </a:lstStyle>
          <a:p>
            <a:pPr lvl="0"/>
            <a:r>
              <a:rPr lang="en-US"/>
              <a:t>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3408000" y="1414800"/>
            <a:ext cx="2448000" cy="324000"/>
          </a:xfrm>
        </p:spPr>
        <p:txBody>
          <a:bodyPr>
            <a:noAutofit/>
          </a:bodyPr>
          <a:lstStyle>
            <a:lvl1pPr>
              <a:defRPr sz="1800" b="1">
                <a:latin typeface="+mj-lt"/>
              </a:defRPr>
            </a:lvl1pPr>
          </a:lstStyle>
          <a:p>
            <a:pPr lvl="0"/>
            <a:r>
              <a:rPr lang="en-US"/>
              <a:t>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6336000" y="1414800"/>
            <a:ext cx="2448000" cy="324000"/>
          </a:xfrm>
        </p:spPr>
        <p:txBody>
          <a:bodyPr>
            <a:noAutofit/>
          </a:bodyPr>
          <a:lstStyle>
            <a:lvl1pPr>
              <a:defRPr sz="1800" b="1">
                <a:latin typeface="+mj-lt"/>
              </a:defRPr>
            </a:lvl1pPr>
          </a:lstStyle>
          <a:p>
            <a:pPr lvl="0"/>
            <a:r>
              <a:rPr lang="en-US"/>
              <a:t>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4">
            <a:extLst>
              <a:ext uri="{FF2B5EF4-FFF2-40B4-BE49-F238E27FC236}">
                <a16:creationId xmlns:a16="http://schemas.microsoft.com/office/drawing/2014/main" id="{121FB801-4E2A-ABDF-3254-442CE3D890DA}"/>
              </a:ext>
            </a:extLst>
          </p:cNvPr>
          <p:cNvSpPr>
            <a:spLocks noGrp="1"/>
          </p:cNvSpPr>
          <p:nvPr>
            <p:ph type="body" sz="quarter" idx="21" hasCustomPrompt="1"/>
          </p:nvPr>
        </p:nvSpPr>
        <p:spPr>
          <a:xfrm>
            <a:off x="9264000" y="1414800"/>
            <a:ext cx="2448000" cy="324000"/>
          </a:xfrm>
        </p:spPr>
        <p:txBody>
          <a:bodyPr>
            <a:noAutofit/>
          </a:bodyPr>
          <a:lstStyle>
            <a:lvl1pPr>
              <a:defRPr sz="1800" b="1">
                <a:latin typeface="+mj-lt"/>
              </a:defRPr>
            </a:lvl1pPr>
          </a:lstStyle>
          <a:p>
            <a:pPr lvl="0"/>
            <a:r>
              <a:rPr lang="en-US"/>
              <a:t>Edit subheading</a:t>
            </a:r>
          </a:p>
        </p:txBody>
      </p:sp>
      <p:sp>
        <p:nvSpPr>
          <p:cNvPr id="2" name="Content Placeholder 4">
            <a:extLst>
              <a:ext uri="{FF2B5EF4-FFF2-40B4-BE49-F238E27FC236}">
                <a16:creationId xmlns:a16="http://schemas.microsoft.com/office/drawing/2014/main" id="{8C83ACE2-696A-96EC-83C6-5B1EC44A3C11}"/>
              </a:ext>
            </a:extLst>
          </p:cNvPr>
          <p:cNvSpPr>
            <a:spLocks noGrp="1"/>
          </p:cNvSpPr>
          <p:nvPr>
            <p:ph sz="half" idx="20"/>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notes">
            <a:extLst>
              <a:ext uri="{FF2B5EF4-FFF2-40B4-BE49-F238E27FC236}">
                <a16:creationId xmlns:a16="http://schemas.microsoft.com/office/drawing/2014/main" id="{132B322B-237A-9DAC-C0D6-8E6E9F6CAA2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18F17C0F-5720-1671-F62E-824A83BCC3F9}"/>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30947517"/>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8"/>
            <a:ext cx="11232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58831227"/>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3">
            <a:extLst>
              <a:ext uri="{FF2B5EF4-FFF2-40B4-BE49-F238E27FC236}">
                <a16:creationId xmlns:a16="http://schemas.microsoft.com/office/drawing/2014/main" id="{550D88CC-CC34-37E3-A587-130F6A408F2E}"/>
              </a:ext>
            </a:extLst>
          </p:cNvPr>
          <p:cNvSpPr>
            <a:spLocks noGrp="1"/>
          </p:cNvSpPr>
          <p:nvPr>
            <p:ph sz="half" idx="19"/>
          </p:nvPr>
        </p:nvSpPr>
        <p:spPr>
          <a:xfrm>
            <a:off x="6204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4">
            <a:extLst>
              <a:ext uri="{FF2B5EF4-FFF2-40B4-BE49-F238E27FC236}">
                <a16:creationId xmlns:a16="http://schemas.microsoft.com/office/drawing/2014/main" id="{4C20299E-6DC0-6CED-089D-15C5E6FA4D23}"/>
              </a:ext>
            </a:extLst>
          </p:cNvPr>
          <p:cNvSpPr>
            <a:spLocks noGrp="1"/>
          </p:cNvSpPr>
          <p:nvPr>
            <p:ph sz="half" idx="21"/>
          </p:nvPr>
        </p:nvSpPr>
        <p:spPr>
          <a:xfrm>
            <a:off x="6204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9892973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ntents wide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59525442"/>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396943294"/>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3" name="Subtitle 2">
            <a:extLst>
              <a:ext uri="{FF2B5EF4-FFF2-40B4-BE49-F238E27FC236}">
                <a16:creationId xmlns:a16="http://schemas.microsoft.com/office/drawing/2014/main" id="{BAA0F187-73A7-1BDF-0558-084D178076E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48215731"/>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iography C">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3287719"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6343894"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6343894"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9151613"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1449686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iography 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435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435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435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822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822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822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90752713"/>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iography 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342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342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342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636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636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636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16">
            <a:extLst>
              <a:ext uri="{FF2B5EF4-FFF2-40B4-BE49-F238E27FC236}">
                <a16:creationId xmlns:a16="http://schemas.microsoft.com/office/drawing/2014/main" id="{2BFF0F51-1E18-4B8F-C7DE-8EC473064E07}"/>
              </a:ext>
              <a:ext uri="{C183D7F6-B498-43B3-948B-1728B52AA6E4}">
                <adec:decorative xmlns:adec="http://schemas.microsoft.com/office/drawing/2017/decorative" val="1"/>
              </a:ext>
            </a:extLst>
          </p:cNvPr>
          <p:cNvSpPr>
            <a:spLocks noGrp="1"/>
          </p:cNvSpPr>
          <p:nvPr>
            <p:ph type="pic" sz="quarter" idx="27" hasCustomPrompt="1"/>
          </p:nvPr>
        </p:nvSpPr>
        <p:spPr>
          <a:xfrm>
            <a:off x="930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38" name="Name">
            <a:extLst>
              <a:ext uri="{FF2B5EF4-FFF2-40B4-BE49-F238E27FC236}">
                <a16:creationId xmlns:a16="http://schemas.microsoft.com/office/drawing/2014/main" id="{9156FAE6-7FAF-8CD0-1115-28AE5D4844C1}"/>
              </a:ext>
            </a:extLst>
          </p:cNvPr>
          <p:cNvSpPr>
            <a:spLocks noGrp="1"/>
          </p:cNvSpPr>
          <p:nvPr>
            <p:ph type="body" sz="quarter" idx="29" hasCustomPrompt="1"/>
          </p:nvPr>
        </p:nvSpPr>
        <p:spPr>
          <a:xfrm>
            <a:off x="930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9" name="Text Placeholder 15">
            <a:extLst>
              <a:ext uri="{FF2B5EF4-FFF2-40B4-BE49-F238E27FC236}">
                <a16:creationId xmlns:a16="http://schemas.microsoft.com/office/drawing/2014/main" id="{A9561B99-449E-4769-2EAB-6972E0A58B71}"/>
              </a:ext>
            </a:extLst>
          </p:cNvPr>
          <p:cNvSpPr>
            <a:spLocks noGrp="1"/>
          </p:cNvSpPr>
          <p:nvPr>
            <p:ph type="body" sz="quarter" idx="30"/>
          </p:nvPr>
        </p:nvSpPr>
        <p:spPr>
          <a:xfrm>
            <a:off x="930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67233909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7FD7F7-C4A8-F068-F2AB-F03ECF080CEC}"/>
              </a:ext>
            </a:extLst>
          </p:cNvPr>
          <p:cNvSpPr>
            <a:spLocks noGrp="1"/>
          </p:cNvSpPr>
          <p:nvPr>
            <p:ph type="title"/>
          </p:nvPr>
        </p:nvSpPr>
        <p:spPr/>
        <p:txBody>
          <a:bodyPr/>
          <a:lstStyle/>
          <a:p>
            <a:r>
              <a:rPr lang="en-US"/>
              <a:t>Click to edit Master title style</a:t>
            </a:r>
          </a:p>
        </p:txBody>
      </p:sp>
      <p:sp>
        <p:nvSpPr>
          <p:cNvPr id="45" name="Media Placeholder 44">
            <a:extLst>
              <a:ext uri="{FF2B5EF4-FFF2-40B4-BE49-F238E27FC236}">
                <a16:creationId xmlns:a16="http://schemas.microsoft.com/office/drawing/2014/main" id="{FA45BFB3-67FB-D56E-F7EC-9EE4E9B366AA}"/>
              </a:ext>
            </a:extLst>
          </p:cNvPr>
          <p:cNvSpPr>
            <a:spLocks noGrp="1" noChangeAspect="1"/>
          </p:cNvSpPr>
          <p:nvPr>
            <p:ph type="media" sz="quarter" idx="11"/>
          </p:nvPr>
        </p:nvSpPr>
        <p:spPr>
          <a:xfrm>
            <a:off x="1776000" y="1260000"/>
            <a:ext cx="8640000" cy="4787924"/>
          </a:xfrm>
        </p:spPr>
        <p:txBody>
          <a:bodyPr/>
          <a:lstStyle/>
          <a:p>
            <a:r>
              <a:rPr lang="en-US"/>
              <a:t>Click icon to add media</a:t>
            </a:r>
          </a:p>
        </p:txBody>
      </p:sp>
      <p:sp>
        <p:nvSpPr>
          <p:cNvPr id="4" name="footnotes">
            <a:extLst>
              <a:ext uri="{FF2B5EF4-FFF2-40B4-BE49-F238E27FC236}">
                <a16:creationId xmlns:a16="http://schemas.microsoft.com/office/drawing/2014/main" id="{BB1A10A0-8775-C57E-D06A-5FAFDB65EBC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87E3522D-3F13-D300-F157-0D51CB0A292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62806932"/>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ar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A83878-43B3-61C1-58EA-0E387344FFCF}"/>
              </a:ext>
            </a:extLst>
          </p:cNvPr>
          <p:cNvSpPr>
            <a:spLocks noGrp="1"/>
          </p:cNvSpPr>
          <p:nvPr>
            <p:ph type="title"/>
          </p:nvPr>
        </p:nvSpPr>
        <p:spPr/>
        <p:txBody>
          <a:bodyPr/>
          <a:lstStyle/>
          <a:p>
            <a:r>
              <a:rPr lang="en-US"/>
              <a:t>Click to edit Master title style</a:t>
            </a:r>
          </a:p>
        </p:txBody>
      </p:sp>
      <p:sp>
        <p:nvSpPr>
          <p:cNvPr id="39" name="Photo">
            <a:extLst>
              <a:ext uri="{FF2B5EF4-FFF2-40B4-BE49-F238E27FC236}">
                <a16:creationId xmlns:a16="http://schemas.microsoft.com/office/drawing/2014/main" id="{60619E85-C7BC-AC62-E0EF-E7A8868F6ACE}"/>
              </a:ext>
              <a:ext uri="{C183D7F6-B498-43B3-948B-1728B52AA6E4}">
                <adec:decorative xmlns:adec="http://schemas.microsoft.com/office/drawing/2017/decorative" val="1"/>
              </a:ext>
            </a:extLst>
          </p:cNvPr>
          <p:cNvSpPr>
            <a:spLocks noGrp="1"/>
          </p:cNvSpPr>
          <p:nvPr>
            <p:ph type="pic" sz="quarter" idx="13" hasCustomPrompt="1"/>
          </p:nvPr>
        </p:nvSpPr>
        <p:spPr>
          <a:xfrm>
            <a:off x="48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p:ph type="body" sz="quarter" idx="16" hasCustomPrompt="1"/>
          </p:nvPr>
        </p:nvSpPr>
        <p:spPr>
          <a:xfrm>
            <a:off x="141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1" name="Photo">
            <a:extLst>
              <a:ext uri="{FF2B5EF4-FFF2-40B4-BE49-F238E27FC236}">
                <a16:creationId xmlns:a16="http://schemas.microsoft.com/office/drawing/2014/main" id="{D3CAFE33-4D1F-096A-CB7A-B779F95277E8}"/>
              </a:ext>
              <a:ext uri="{C183D7F6-B498-43B3-948B-1728B52AA6E4}">
                <adec:decorative xmlns:adec="http://schemas.microsoft.com/office/drawing/2017/decorative" val="1"/>
              </a:ext>
            </a:extLst>
          </p:cNvPr>
          <p:cNvSpPr>
            <a:spLocks noGrp="1"/>
          </p:cNvSpPr>
          <p:nvPr>
            <p:ph type="pic" sz="quarter" idx="17" hasCustomPrompt="1"/>
          </p:nvPr>
        </p:nvSpPr>
        <p:spPr>
          <a:xfrm>
            <a:off x="48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2" name="Name">
            <a:extLst>
              <a:ext uri="{FF2B5EF4-FFF2-40B4-BE49-F238E27FC236}">
                <a16:creationId xmlns:a16="http://schemas.microsoft.com/office/drawing/2014/main" id="{B8FE25E8-1FB3-3ACD-23F2-CD9CECDA48AC}"/>
              </a:ext>
            </a:extLst>
          </p:cNvPr>
          <p:cNvSpPr>
            <a:spLocks noGrp="1"/>
          </p:cNvSpPr>
          <p:nvPr>
            <p:ph type="body" sz="quarter" idx="18" hasCustomPrompt="1"/>
          </p:nvPr>
        </p:nvSpPr>
        <p:spPr>
          <a:xfrm>
            <a:off x="141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3" name="Photo">
            <a:extLst>
              <a:ext uri="{FF2B5EF4-FFF2-40B4-BE49-F238E27FC236}">
                <a16:creationId xmlns:a16="http://schemas.microsoft.com/office/drawing/2014/main" id="{E7BB4A4A-4DF1-64AE-7214-7343CB80B6C7}"/>
              </a:ext>
              <a:ext uri="{C183D7F6-B498-43B3-948B-1728B52AA6E4}">
                <adec:decorative xmlns:adec="http://schemas.microsoft.com/office/drawing/2017/decorative" val="1"/>
              </a:ext>
            </a:extLst>
          </p:cNvPr>
          <p:cNvSpPr>
            <a:spLocks noGrp="1"/>
          </p:cNvSpPr>
          <p:nvPr>
            <p:ph type="pic" sz="quarter" idx="19" hasCustomPrompt="1"/>
          </p:nvPr>
        </p:nvSpPr>
        <p:spPr>
          <a:xfrm>
            <a:off x="48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4" name="Name">
            <a:extLst>
              <a:ext uri="{FF2B5EF4-FFF2-40B4-BE49-F238E27FC236}">
                <a16:creationId xmlns:a16="http://schemas.microsoft.com/office/drawing/2014/main" id="{2BFC45E1-45EC-E4A3-0416-9904F1B08ED6}"/>
              </a:ext>
            </a:extLst>
          </p:cNvPr>
          <p:cNvSpPr>
            <a:spLocks noGrp="1"/>
          </p:cNvSpPr>
          <p:nvPr>
            <p:ph type="body" sz="quarter" idx="20" hasCustomPrompt="1"/>
          </p:nvPr>
        </p:nvSpPr>
        <p:spPr>
          <a:xfrm>
            <a:off x="141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3" name="Photo">
            <a:extLst>
              <a:ext uri="{FF2B5EF4-FFF2-40B4-BE49-F238E27FC236}">
                <a16:creationId xmlns:a16="http://schemas.microsoft.com/office/drawing/2014/main" id="{8020B9D1-8DC0-6BA9-57B0-976C7FAA2636}"/>
              </a:ext>
              <a:ext uri="{C183D7F6-B498-43B3-948B-1728B52AA6E4}">
                <adec:decorative xmlns:adec="http://schemas.microsoft.com/office/drawing/2017/decorative" val="1"/>
              </a:ext>
            </a:extLst>
          </p:cNvPr>
          <p:cNvSpPr>
            <a:spLocks noGrp="1"/>
          </p:cNvSpPr>
          <p:nvPr>
            <p:ph type="pic" sz="quarter" idx="21" hasCustomPrompt="1"/>
          </p:nvPr>
        </p:nvSpPr>
        <p:spPr>
          <a:xfrm>
            <a:off x="336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4" name="Name">
            <a:extLst>
              <a:ext uri="{FF2B5EF4-FFF2-40B4-BE49-F238E27FC236}">
                <a16:creationId xmlns:a16="http://schemas.microsoft.com/office/drawing/2014/main" id="{D6364B21-7F37-DFD0-31F8-A13A5E836E76}"/>
              </a:ext>
            </a:extLst>
          </p:cNvPr>
          <p:cNvSpPr>
            <a:spLocks noGrp="1"/>
          </p:cNvSpPr>
          <p:nvPr>
            <p:ph type="body" sz="quarter" idx="22" hasCustomPrompt="1"/>
          </p:nvPr>
        </p:nvSpPr>
        <p:spPr>
          <a:xfrm>
            <a:off x="429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5" name="Photo">
            <a:extLst>
              <a:ext uri="{FF2B5EF4-FFF2-40B4-BE49-F238E27FC236}">
                <a16:creationId xmlns:a16="http://schemas.microsoft.com/office/drawing/2014/main" id="{D6C6D576-FA07-29CD-FB25-313525D576FB}"/>
              </a:ext>
              <a:ext uri="{C183D7F6-B498-43B3-948B-1728B52AA6E4}">
                <adec:decorative xmlns:adec="http://schemas.microsoft.com/office/drawing/2017/decorative" val="1"/>
              </a:ext>
            </a:extLst>
          </p:cNvPr>
          <p:cNvSpPr>
            <a:spLocks noGrp="1"/>
          </p:cNvSpPr>
          <p:nvPr>
            <p:ph type="pic" sz="quarter" idx="23" hasCustomPrompt="1"/>
          </p:nvPr>
        </p:nvSpPr>
        <p:spPr>
          <a:xfrm>
            <a:off x="336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6" name="Name">
            <a:extLst>
              <a:ext uri="{FF2B5EF4-FFF2-40B4-BE49-F238E27FC236}">
                <a16:creationId xmlns:a16="http://schemas.microsoft.com/office/drawing/2014/main" id="{7D8D0415-9FA9-4530-BF53-B813080D5383}"/>
              </a:ext>
            </a:extLst>
          </p:cNvPr>
          <p:cNvSpPr>
            <a:spLocks noGrp="1"/>
          </p:cNvSpPr>
          <p:nvPr>
            <p:ph type="body" sz="quarter" idx="24" hasCustomPrompt="1"/>
          </p:nvPr>
        </p:nvSpPr>
        <p:spPr>
          <a:xfrm>
            <a:off x="429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7" name="Photo">
            <a:extLst>
              <a:ext uri="{FF2B5EF4-FFF2-40B4-BE49-F238E27FC236}">
                <a16:creationId xmlns:a16="http://schemas.microsoft.com/office/drawing/2014/main" id="{CBEF6DF2-E381-1B93-395C-E8A21DF21FEB}"/>
              </a:ext>
              <a:ext uri="{C183D7F6-B498-43B3-948B-1728B52AA6E4}">
                <adec:decorative xmlns:adec="http://schemas.microsoft.com/office/drawing/2017/decorative" val="1"/>
              </a:ext>
            </a:extLst>
          </p:cNvPr>
          <p:cNvSpPr>
            <a:spLocks noGrp="1"/>
          </p:cNvSpPr>
          <p:nvPr>
            <p:ph type="pic" sz="quarter" idx="25" hasCustomPrompt="1"/>
          </p:nvPr>
        </p:nvSpPr>
        <p:spPr>
          <a:xfrm>
            <a:off x="336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8" name="Name">
            <a:extLst>
              <a:ext uri="{FF2B5EF4-FFF2-40B4-BE49-F238E27FC236}">
                <a16:creationId xmlns:a16="http://schemas.microsoft.com/office/drawing/2014/main" id="{BB566FEE-9025-9C56-0F7C-A7072E7123AC}"/>
              </a:ext>
            </a:extLst>
          </p:cNvPr>
          <p:cNvSpPr>
            <a:spLocks noGrp="1"/>
          </p:cNvSpPr>
          <p:nvPr>
            <p:ph type="body" sz="quarter" idx="26" hasCustomPrompt="1"/>
          </p:nvPr>
        </p:nvSpPr>
        <p:spPr>
          <a:xfrm>
            <a:off x="429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1" name="Photo">
            <a:extLst>
              <a:ext uri="{FF2B5EF4-FFF2-40B4-BE49-F238E27FC236}">
                <a16:creationId xmlns:a16="http://schemas.microsoft.com/office/drawing/2014/main" id="{4895E303-848D-0EFD-AE66-3EB793485A9B}"/>
              </a:ext>
              <a:ext uri="{C183D7F6-B498-43B3-948B-1728B52AA6E4}">
                <adec:decorative xmlns:adec="http://schemas.microsoft.com/office/drawing/2017/decorative" val="1"/>
              </a:ext>
            </a:extLst>
          </p:cNvPr>
          <p:cNvSpPr>
            <a:spLocks noGrp="1"/>
          </p:cNvSpPr>
          <p:nvPr>
            <p:ph type="pic" sz="quarter" idx="27" hasCustomPrompt="1"/>
          </p:nvPr>
        </p:nvSpPr>
        <p:spPr>
          <a:xfrm>
            <a:off x="624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2" name="Name">
            <a:extLst>
              <a:ext uri="{FF2B5EF4-FFF2-40B4-BE49-F238E27FC236}">
                <a16:creationId xmlns:a16="http://schemas.microsoft.com/office/drawing/2014/main" id="{AAA9209C-96B7-0C22-7688-4CF1866D7F69}"/>
              </a:ext>
            </a:extLst>
          </p:cNvPr>
          <p:cNvSpPr>
            <a:spLocks noGrp="1"/>
          </p:cNvSpPr>
          <p:nvPr>
            <p:ph type="body" sz="quarter" idx="28" hasCustomPrompt="1"/>
          </p:nvPr>
        </p:nvSpPr>
        <p:spPr>
          <a:xfrm>
            <a:off x="717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3" name="Photo">
            <a:extLst>
              <a:ext uri="{FF2B5EF4-FFF2-40B4-BE49-F238E27FC236}">
                <a16:creationId xmlns:a16="http://schemas.microsoft.com/office/drawing/2014/main" id="{93CCC382-3068-ACC3-D178-0A64A89A00E7}"/>
              </a:ext>
              <a:ext uri="{C183D7F6-B498-43B3-948B-1728B52AA6E4}">
                <adec:decorative xmlns:adec="http://schemas.microsoft.com/office/drawing/2017/decorative" val="1"/>
              </a:ext>
            </a:extLst>
          </p:cNvPr>
          <p:cNvSpPr>
            <a:spLocks noGrp="1"/>
          </p:cNvSpPr>
          <p:nvPr>
            <p:ph type="pic" sz="quarter" idx="29" hasCustomPrompt="1"/>
          </p:nvPr>
        </p:nvSpPr>
        <p:spPr>
          <a:xfrm>
            <a:off x="624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4" name="Name">
            <a:extLst>
              <a:ext uri="{FF2B5EF4-FFF2-40B4-BE49-F238E27FC236}">
                <a16:creationId xmlns:a16="http://schemas.microsoft.com/office/drawing/2014/main" id="{5E6FC7B6-F606-19CF-ED89-2CAD22397475}"/>
              </a:ext>
            </a:extLst>
          </p:cNvPr>
          <p:cNvSpPr>
            <a:spLocks noGrp="1"/>
          </p:cNvSpPr>
          <p:nvPr>
            <p:ph type="body" sz="quarter" idx="30" hasCustomPrompt="1"/>
          </p:nvPr>
        </p:nvSpPr>
        <p:spPr>
          <a:xfrm>
            <a:off x="717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5" name="Photo">
            <a:extLst>
              <a:ext uri="{FF2B5EF4-FFF2-40B4-BE49-F238E27FC236}">
                <a16:creationId xmlns:a16="http://schemas.microsoft.com/office/drawing/2014/main" id="{48AB0D71-1D05-BA60-5873-405718EFECA2}"/>
              </a:ext>
              <a:ext uri="{C183D7F6-B498-43B3-948B-1728B52AA6E4}">
                <adec:decorative xmlns:adec="http://schemas.microsoft.com/office/drawing/2017/decorative" val="1"/>
              </a:ext>
            </a:extLst>
          </p:cNvPr>
          <p:cNvSpPr>
            <a:spLocks noGrp="1"/>
          </p:cNvSpPr>
          <p:nvPr>
            <p:ph type="pic" sz="quarter" idx="31" hasCustomPrompt="1"/>
          </p:nvPr>
        </p:nvSpPr>
        <p:spPr>
          <a:xfrm>
            <a:off x="624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6" name="Name">
            <a:extLst>
              <a:ext uri="{FF2B5EF4-FFF2-40B4-BE49-F238E27FC236}">
                <a16:creationId xmlns:a16="http://schemas.microsoft.com/office/drawing/2014/main" id="{B816C60D-C808-1B3F-7983-42BFFC7150AD}"/>
              </a:ext>
            </a:extLst>
          </p:cNvPr>
          <p:cNvSpPr>
            <a:spLocks noGrp="1"/>
          </p:cNvSpPr>
          <p:nvPr>
            <p:ph type="body" sz="quarter" idx="32" hasCustomPrompt="1"/>
          </p:nvPr>
        </p:nvSpPr>
        <p:spPr>
          <a:xfrm>
            <a:off x="717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3" name="Photo">
            <a:extLst>
              <a:ext uri="{FF2B5EF4-FFF2-40B4-BE49-F238E27FC236}">
                <a16:creationId xmlns:a16="http://schemas.microsoft.com/office/drawing/2014/main" id="{6D9EC674-B396-4173-CF7A-55524DD00853}"/>
              </a:ext>
              <a:ext uri="{C183D7F6-B498-43B3-948B-1728B52AA6E4}">
                <adec:decorative xmlns:adec="http://schemas.microsoft.com/office/drawing/2017/decorative" val="1"/>
              </a:ext>
            </a:extLst>
          </p:cNvPr>
          <p:cNvSpPr>
            <a:spLocks noGrp="1"/>
          </p:cNvSpPr>
          <p:nvPr>
            <p:ph type="pic" sz="quarter" idx="33" hasCustomPrompt="1"/>
          </p:nvPr>
        </p:nvSpPr>
        <p:spPr>
          <a:xfrm>
            <a:off x="9120001"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4" name="Name">
            <a:extLst>
              <a:ext uri="{FF2B5EF4-FFF2-40B4-BE49-F238E27FC236}">
                <a16:creationId xmlns:a16="http://schemas.microsoft.com/office/drawing/2014/main" id="{C5E8DA5B-6324-6132-C720-8353CD76178C}"/>
              </a:ext>
            </a:extLst>
          </p:cNvPr>
          <p:cNvSpPr>
            <a:spLocks noGrp="1"/>
          </p:cNvSpPr>
          <p:nvPr>
            <p:ph type="body" sz="quarter" idx="34" hasCustomPrompt="1"/>
          </p:nvPr>
        </p:nvSpPr>
        <p:spPr>
          <a:xfrm>
            <a:off x="10055719"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5" name="Photo">
            <a:extLst>
              <a:ext uri="{FF2B5EF4-FFF2-40B4-BE49-F238E27FC236}">
                <a16:creationId xmlns:a16="http://schemas.microsoft.com/office/drawing/2014/main" id="{02B25DF6-8257-C003-76E8-5E7DF974FCF6}"/>
              </a:ext>
              <a:ext uri="{C183D7F6-B498-43B3-948B-1728B52AA6E4}">
                <adec:decorative xmlns:adec="http://schemas.microsoft.com/office/drawing/2017/decorative" val="1"/>
              </a:ext>
            </a:extLst>
          </p:cNvPr>
          <p:cNvSpPr>
            <a:spLocks noGrp="1"/>
          </p:cNvSpPr>
          <p:nvPr>
            <p:ph type="pic" sz="quarter" idx="35" hasCustomPrompt="1"/>
          </p:nvPr>
        </p:nvSpPr>
        <p:spPr>
          <a:xfrm>
            <a:off x="9120001"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6" name="Name">
            <a:extLst>
              <a:ext uri="{FF2B5EF4-FFF2-40B4-BE49-F238E27FC236}">
                <a16:creationId xmlns:a16="http://schemas.microsoft.com/office/drawing/2014/main" id="{BD6B222D-42D5-B431-BE62-0FAE6ED7B75E}"/>
              </a:ext>
            </a:extLst>
          </p:cNvPr>
          <p:cNvSpPr>
            <a:spLocks noGrp="1"/>
          </p:cNvSpPr>
          <p:nvPr>
            <p:ph type="body" sz="quarter" idx="36" hasCustomPrompt="1"/>
          </p:nvPr>
        </p:nvSpPr>
        <p:spPr>
          <a:xfrm>
            <a:off x="10055719"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7" name="Photo">
            <a:extLst>
              <a:ext uri="{FF2B5EF4-FFF2-40B4-BE49-F238E27FC236}">
                <a16:creationId xmlns:a16="http://schemas.microsoft.com/office/drawing/2014/main" id="{AFE6353F-E99A-4CF4-97A9-A358D47ADE99}"/>
              </a:ext>
              <a:ext uri="{C183D7F6-B498-43B3-948B-1728B52AA6E4}">
                <adec:decorative xmlns:adec="http://schemas.microsoft.com/office/drawing/2017/decorative" val="1"/>
              </a:ext>
            </a:extLst>
          </p:cNvPr>
          <p:cNvSpPr>
            <a:spLocks noGrp="1"/>
          </p:cNvSpPr>
          <p:nvPr>
            <p:ph type="pic" sz="quarter" idx="37" hasCustomPrompt="1"/>
          </p:nvPr>
        </p:nvSpPr>
        <p:spPr>
          <a:xfrm>
            <a:off x="9120001"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8" name="Name">
            <a:extLst>
              <a:ext uri="{FF2B5EF4-FFF2-40B4-BE49-F238E27FC236}">
                <a16:creationId xmlns:a16="http://schemas.microsoft.com/office/drawing/2014/main" id="{B8BBF4BC-382A-0E95-1E6B-441700793836}"/>
              </a:ext>
            </a:extLst>
          </p:cNvPr>
          <p:cNvSpPr>
            <a:spLocks noGrp="1"/>
          </p:cNvSpPr>
          <p:nvPr>
            <p:ph type="body" sz="quarter" idx="38" hasCustomPrompt="1"/>
          </p:nvPr>
        </p:nvSpPr>
        <p:spPr>
          <a:xfrm>
            <a:off x="10055719"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 name="footnotes">
            <a:extLst>
              <a:ext uri="{FF2B5EF4-FFF2-40B4-BE49-F238E27FC236}">
                <a16:creationId xmlns:a16="http://schemas.microsoft.com/office/drawing/2014/main" id="{2EEB2A2D-D125-73D4-B226-E251A1EB21FA}"/>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470BA0CC-4324-5734-DA20-C6D8884A70B1}"/>
              </a:ext>
            </a:extLst>
          </p:cNvPr>
          <p:cNvSpPr>
            <a:spLocks noGrp="1"/>
          </p:cNvSpPr>
          <p:nvPr>
            <p:ph type="sldNum" sz="quarter" idx="3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402697848"/>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iography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BC5A0F-5344-B0B5-9004-08B6B0356A95}"/>
              </a:ext>
            </a:extLst>
          </p:cNvPr>
          <p:cNvSpPr>
            <a:spLocks noGrp="1"/>
          </p:cNvSpPr>
          <p:nvPr>
            <p:ph type="title"/>
          </p:nvPr>
        </p:nvSpPr>
        <p:spPr/>
        <p:txBody>
          <a:bodyPr/>
          <a:lstStyle/>
          <a:p>
            <a:r>
              <a:rPr lang="en-US"/>
              <a:t>Click to edit Master title style</a:t>
            </a:r>
          </a:p>
        </p:txBody>
      </p:sp>
      <p:sp>
        <p:nvSpPr>
          <p:cNvPr id="12" name="Picture Placeholder 11">
            <a:extLst>
              <a:ext uri="{FF2B5EF4-FFF2-40B4-BE49-F238E27FC236}">
                <a16:creationId xmlns:a16="http://schemas.microsoft.com/office/drawing/2014/main" id="{94F4165A-6F6D-CF5F-E13A-FFEA57ABEB0B}"/>
              </a:ext>
              <a:ext uri="{C183D7F6-B498-43B3-948B-1728B52AA6E4}">
                <adec:decorative xmlns:adec="http://schemas.microsoft.com/office/drawing/2017/decorative" val="1"/>
              </a:ext>
            </a:extLst>
          </p:cNvPr>
          <p:cNvSpPr>
            <a:spLocks noGrp="1"/>
          </p:cNvSpPr>
          <p:nvPr userDrawn="1">
            <p:ph type="pic" sz="quarter" idx="13" hasCustomPrompt="1"/>
          </p:nvPr>
        </p:nvSpPr>
        <p:spPr>
          <a:xfrm>
            <a:off x="480000" y="1368000"/>
            <a:ext cx="4680000" cy="4716000"/>
          </a:xfrm>
          <a:custGeom>
            <a:avLst/>
            <a:gdLst>
              <a:gd name="connsiteX0" fmla="*/ 2265652 w 4532600"/>
              <a:gd name="connsiteY0" fmla="*/ 0 h 4533897"/>
              <a:gd name="connsiteX1" fmla="*/ 4532600 w 4532600"/>
              <a:gd name="connsiteY1" fmla="*/ 1121132 h 4533897"/>
              <a:gd name="connsiteX2" fmla="*/ 4532600 w 4532600"/>
              <a:gd name="connsiteY2" fmla="*/ 3412768 h 4533897"/>
              <a:gd name="connsiteX3" fmla="*/ 2265658 w 4532600"/>
              <a:gd name="connsiteY3" fmla="*/ 4533897 h 4533897"/>
              <a:gd name="connsiteX4" fmla="*/ 2265646 w 4532600"/>
              <a:gd name="connsiteY4" fmla="*/ 4533897 h 4533897"/>
              <a:gd name="connsiteX5" fmla="*/ 0 w 4532600"/>
              <a:gd name="connsiteY5" fmla="*/ 3413411 h 4533897"/>
              <a:gd name="connsiteX6" fmla="*/ 0 w 4532600"/>
              <a:gd name="connsiteY6" fmla="*/ 1120489 h 453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2600" h="4533897">
                <a:moveTo>
                  <a:pt x="2265652" y="0"/>
                </a:moveTo>
                <a:lnTo>
                  <a:pt x="4532600" y="1121132"/>
                </a:lnTo>
                <a:lnTo>
                  <a:pt x="4532600" y="3412768"/>
                </a:lnTo>
                <a:lnTo>
                  <a:pt x="2265658" y="4533897"/>
                </a:lnTo>
                <a:lnTo>
                  <a:pt x="2265646" y="4533897"/>
                </a:lnTo>
                <a:lnTo>
                  <a:pt x="0" y="3413411"/>
                </a:lnTo>
                <a:lnTo>
                  <a:pt x="0" y="1120489"/>
                </a:lnTo>
                <a:close/>
              </a:path>
            </a:pathLst>
          </a:cu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3" name="Name">
            <a:extLst>
              <a:ext uri="{FF2B5EF4-FFF2-40B4-BE49-F238E27FC236}">
                <a16:creationId xmlns:a16="http://schemas.microsoft.com/office/drawing/2014/main" id="{9353BCC9-7B86-C207-5986-7F9E07DE93E5}"/>
              </a:ext>
            </a:extLst>
          </p:cNvPr>
          <p:cNvSpPr>
            <a:spLocks noGrp="1"/>
          </p:cNvSpPr>
          <p:nvPr>
            <p:ph type="body" sz="quarter" idx="17" hasCustomPrompt="1"/>
          </p:nvPr>
        </p:nvSpPr>
        <p:spPr>
          <a:xfrm>
            <a:off x="5628000" y="2484000"/>
            <a:ext cx="6084000" cy="792000"/>
          </a:xfrm>
        </p:spPr>
        <p:txBody>
          <a:bodyPr lIns="5040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4" name="Text Placeholder 15">
            <a:extLst>
              <a:ext uri="{FF2B5EF4-FFF2-40B4-BE49-F238E27FC236}">
                <a16:creationId xmlns:a16="http://schemas.microsoft.com/office/drawing/2014/main" id="{D5E04951-CD18-66A4-AC2D-62D09BD21945}"/>
              </a:ext>
            </a:extLst>
          </p:cNvPr>
          <p:cNvSpPr>
            <a:spLocks noGrp="1"/>
          </p:cNvSpPr>
          <p:nvPr>
            <p:ph type="body" sz="quarter" idx="18"/>
          </p:nvPr>
        </p:nvSpPr>
        <p:spPr>
          <a:xfrm>
            <a:off x="5628000" y="3276000"/>
            <a:ext cx="6084000" cy="28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D4641AD1-BEC7-9894-ECF7-1E0565C7B8A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DCFFF390-317A-F2FD-B78C-D30ABC6EE40C}"/>
              </a:ext>
            </a:extLst>
          </p:cNvPr>
          <p:cNvSpPr>
            <a:spLocks noGrp="1"/>
          </p:cNvSpPr>
          <p:nvPr>
            <p:ph type="sldNum" sz="quarter" idx="1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333219721"/>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iography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p:txBody>
          <a:bodyPr/>
          <a:lstStyle/>
          <a:p>
            <a:r>
              <a:rPr lang="en-US"/>
              <a:t>Click to edit Master title style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4680001" cy="720000"/>
          </a:xfrm>
        </p:spPr>
        <p:txBody>
          <a:bodyPr lIns="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4680000" cy="366949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5628000" y="2268000"/>
            <a:ext cx="6083718"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135195758"/>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sclaimer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80000" y="252000"/>
            <a:ext cx="11232000" cy="540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80000" y="828000"/>
            <a:ext cx="11232000" cy="288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480000" y="1342800"/>
            <a:ext cx="11232000" cy="4752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footnotes">
            <a:extLst>
              <a:ext uri="{FF2B5EF4-FFF2-40B4-BE49-F238E27FC236}">
                <a16:creationId xmlns:a16="http://schemas.microsoft.com/office/drawing/2014/main" id="{BDB8A385-34C8-3050-F4BE-AC499B846D4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7" name="Slide Number Placeholder 86">
            <a:extLst>
              <a:ext uri="{FF2B5EF4-FFF2-40B4-BE49-F238E27FC236}">
                <a16:creationId xmlns:a16="http://schemas.microsoft.com/office/drawing/2014/main" id="{1438F23A-D695-9BF6-C082-7AE85F778F54}"/>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29300844"/>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sclaimer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78800" y="251999"/>
            <a:ext cx="2556000" cy="1116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78800" y="1414799"/>
            <a:ext cx="2556000" cy="1440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3287720" y="1414800"/>
            <a:ext cx="8424000" cy="4680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E37FE0F-606C-33BF-51BF-F90D55C2626A}"/>
              </a:ext>
            </a:extLst>
          </p:cNvPr>
          <p:cNvSpPr>
            <a:spLocks noGrp="1"/>
          </p:cNvSpPr>
          <p:nvPr>
            <p:ph type="body" sz="quarter" idx="14" hasCustomPrompt="1"/>
          </p:nvPr>
        </p:nvSpPr>
        <p:spPr>
          <a:xfrm>
            <a:off x="3287720" y="6102000"/>
            <a:ext cx="8424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E0CF7EF5-6190-8D91-7961-09F539B5CBD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847026682"/>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hank you A">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7DD0C67-BA4F-CECD-A33F-9D11386DD20D}"/>
              </a:ext>
            </a:extLst>
          </p:cNvPr>
          <p:cNvGraphicFramePr>
            <a:graphicFrameLocks noChangeAspect="1"/>
          </p:cNvGraphicFramePr>
          <p:nvPr userDrawn="1">
            <p:custDataLst>
              <p:tags r:id="rId1"/>
            </p:custDataLst>
            <p:extLst>
              <p:ext uri="{D42A27DB-BD31-4B8C-83A1-F6EECF244321}">
                <p14:modId xmlns:p14="http://schemas.microsoft.com/office/powerpoint/2010/main" val="4091700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9" name="think-cell data - do not delete" hidden="1">
                        <a:extLst>
                          <a:ext uri="{FF2B5EF4-FFF2-40B4-BE49-F238E27FC236}">
                            <a16:creationId xmlns:a16="http://schemas.microsoft.com/office/drawing/2014/main" id="{87DD0C67-BA4F-CECD-A33F-9D11386DD2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52000"/>
            <a:ext cx="5616000" cy="2412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44000"/>
            <a:ext cx="5616000" cy="396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7600" y="0"/>
            <a:ext cx="58644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7" name="Logo">
            <a:extLst>
              <a:ext uri="{FF2B5EF4-FFF2-40B4-BE49-F238E27FC236}">
                <a16:creationId xmlns:a16="http://schemas.microsoft.com/office/drawing/2014/main" id="{B349BFDB-4430-C905-50B7-B460D79597D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1687139824"/>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hank you C">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25800"/>
            <a:ext cx="5617200" cy="2412000"/>
          </a:xfrm>
        </p:spPr>
        <p:txBody>
          <a:bodyPr wrap="square" anchor="b" anchorCtr="0">
            <a:noAutofit/>
          </a:bodyPr>
          <a:lstStyle>
            <a:lvl1pPr algn="l">
              <a:lnSpc>
                <a:spcPct val="85000"/>
              </a:lnSpc>
              <a:defRPr sz="5400" kern="100" spc="-120" baseline="0">
                <a:solidFill>
                  <a:srgbClr val="E7FF00"/>
                </a:solidFill>
              </a:defRPr>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37142"/>
            <a:ext cx="5617200" cy="396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8800" y="0"/>
            <a:ext cx="58632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5" name="Logo">
            <a:extLst>
              <a:ext uri="{FF2B5EF4-FFF2-40B4-BE49-F238E27FC236}">
                <a16:creationId xmlns:a16="http://schemas.microsoft.com/office/drawing/2014/main" id="{A33411DE-F963-262B-8BC7-769C6FB97C0C}"/>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81957766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289AA79-FE14-E0F1-2C43-0C235E6B09B7}"/>
              </a:ext>
            </a:extLst>
          </p:cNvPr>
          <p:cNvGraphicFramePr>
            <a:graphicFrameLocks noChangeAspect="1"/>
          </p:cNvGraphicFramePr>
          <p:nvPr userDrawn="1">
            <p:custDataLst>
              <p:tags r:id="rId1"/>
            </p:custDataLst>
            <p:extLst>
              <p:ext uri="{D42A27DB-BD31-4B8C-83A1-F6EECF244321}">
                <p14:modId xmlns:p14="http://schemas.microsoft.com/office/powerpoint/2010/main" val="215509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7289AA79-FE14-E0F1-2C43-0C235E6B09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E914A8-3612-EF49-8B87-BA69D8CE222B}"/>
              </a:ext>
            </a:extLst>
          </p:cNvPr>
          <p:cNvSpPr>
            <a:spLocks noGrp="1"/>
          </p:cNvSpPr>
          <p:nvPr>
            <p:ph type="title"/>
          </p:nvPr>
        </p:nvSpPr>
        <p:spPr>
          <a:xfrm>
            <a:off x="1460499" y="-531000"/>
            <a:ext cx="10223499" cy="432000"/>
          </a:xfrm>
        </p:spPr>
        <p:txBody>
          <a:bodyPr vert="horz"/>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89D828E5-4B10-6E6A-149E-A60A260E3C25}"/>
              </a:ext>
              <a:ext uri="{C183D7F6-B498-43B3-948B-1728B52AA6E4}">
                <adec:decorative xmlns:adec="http://schemas.microsoft.com/office/drawing/2017/decorative" val="1"/>
              </a:ext>
            </a:extLst>
          </p:cNvPr>
          <p:cNvSpPr txBox="1"/>
          <p:nvPr userDrawn="1"/>
        </p:nvSpPr>
        <p:spPr>
          <a:xfrm>
            <a:off x="0" y="-520567"/>
            <a:ext cx="1257300" cy="432000"/>
          </a:xfrm>
          <a:prstGeom prst="rect">
            <a:avLst/>
          </a:prstGeom>
          <a:noFill/>
        </p:spPr>
        <p:txBody>
          <a:bodyPr wrap="square" lIns="0" tIns="0" rIns="0" bIns="0" rtlCol="0">
            <a:noAutofit/>
          </a:bodyPr>
          <a:lstStyle/>
          <a:p>
            <a:pPr algn="l"/>
            <a:r>
              <a:rPr lang="en-US" sz="1200" kern="100" spc="-30"/>
              <a:t>Title required for WCAG </a:t>
            </a:r>
            <a:r>
              <a:rPr lang="en-US" sz="1200" kern="100" spc="-30" err="1"/>
              <a:t>accessibilty</a:t>
            </a:r>
            <a:endParaRPr lang="en-US" sz="1200" kern="100" spc="-30"/>
          </a:p>
        </p:txBody>
      </p:sp>
      <p:pic>
        <p:nvPicPr>
          <p:cNvPr id="7" name="Graphic 6">
            <a:extLst>
              <a:ext uri="{FF2B5EF4-FFF2-40B4-BE49-F238E27FC236}">
                <a16:creationId xmlns:a16="http://schemas.microsoft.com/office/drawing/2014/main" id="{DB63DBFA-4F5A-77A5-9D39-A9890021256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3" r="13"/>
          <a:stretch/>
        </p:blipFill>
        <p:spPr>
          <a:xfrm>
            <a:off x="2314036" y="1664512"/>
            <a:ext cx="6834160" cy="3600000"/>
          </a:xfrm>
          <a:prstGeom prst="rect">
            <a:avLst/>
          </a:prstGeom>
        </p:spPr>
      </p:pic>
    </p:spTree>
    <p:extLst>
      <p:ext uri="{BB962C8B-B14F-4D97-AF65-F5344CB8AC3E}">
        <p14:creationId xmlns:p14="http://schemas.microsoft.com/office/powerpoint/2010/main" val="860050528"/>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End Slide Hero">
    <p:bg>
      <p:bgPr>
        <a:solidFill>
          <a:srgbClr val="641EE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BF5D570-8DD8-71E5-B554-E1CB849C7B9D}"/>
              </a:ext>
            </a:extLst>
          </p:cNvPr>
          <p:cNvGraphicFramePr>
            <a:graphicFrameLocks noChangeAspect="1"/>
          </p:cNvGraphicFramePr>
          <p:nvPr userDrawn="1">
            <p:custDataLst>
              <p:tags r:id="rId1"/>
            </p:custDataLst>
            <p:extLst>
              <p:ext uri="{D42A27DB-BD31-4B8C-83A1-F6EECF244321}">
                <p14:modId xmlns:p14="http://schemas.microsoft.com/office/powerpoint/2010/main" val="21606611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BBF5D570-8DD8-71E5-B554-E1CB849C7B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85AD20E-4C31-750F-2A5D-70CF0B07590A}"/>
              </a:ext>
            </a:extLst>
          </p:cNvPr>
          <p:cNvSpPr>
            <a:spLocks noGrp="1"/>
          </p:cNvSpPr>
          <p:nvPr>
            <p:ph type="title"/>
          </p:nvPr>
        </p:nvSpPr>
        <p:spPr>
          <a:xfrm>
            <a:off x="1460500" y="-531000"/>
            <a:ext cx="10223498" cy="432000"/>
          </a:xfrm>
        </p:spPr>
        <p:txBody>
          <a:bodyPr vert="horz"/>
          <a:lstStyle>
            <a:lvl1pPr>
              <a:defRPr sz="1800"/>
            </a:lvl1pPr>
          </a:lstStyle>
          <a:p>
            <a:r>
              <a:rPr lang="en-US"/>
              <a:t>Click to edit Master title style</a:t>
            </a:r>
          </a:p>
        </p:txBody>
      </p:sp>
      <p:pic>
        <p:nvPicPr>
          <p:cNvPr id="5" name="Graphic 4" descr="live your best life">
            <a:extLst>
              <a:ext uri="{FF2B5EF4-FFF2-40B4-BE49-F238E27FC236}">
                <a16:creationId xmlns:a16="http://schemas.microsoft.com/office/drawing/2014/main" id="{019B7B35-4035-E245-6C5E-AD538C198CB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22000" y="945547"/>
            <a:ext cx="5148000" cy="4966906"/>
          </a:xfrm>
          <a:prstGeom prst="rect">
            <a:avLst/>
          </a:prstGeom>
        </p:spPr>
      </p:pic>
      <p:sp>
        <p:nvSpPr>
          <p:cNvPr id="3" name="TextBox 2">
            <a:extLst>
              <a:ext uri="{FF2B5EF4-FFF2-40B4-BE49-F238E27FC236}">
                <a16:creationId xmlns:a16="http://schemas.microsoft.com/office/drawing/2014/main" id="{F72C4A9A-8A65-AF85-0BBB-EC07AF233C38}"/>
              </a:ext>
              <a:ext uri="{C183D7F6-B498-43B3-948B-1728B52AA6E4}">
                <adec:decorative xmlns:adec="http://schemas.microsoft.com/office/drawing/2017/decorative" val="1"/>
              </a:ext>
            </a:extLst>
          </p:cNvPr>
          <p:cNvSpPr txBox="1"/>
          <p:nvPr userDrawn="1"/>
        </p:nvSpPr>
        <p:spPr>
          <a:xfrm>
            <a:off x="0" y="-520367"/>
            <a:ext cx="1257300" cy="432000"/>
          </a:xfrm>
          <a:prstGeom prst="rect">
            <a:avLst/>
          </a:prstGeom>
          <a:noFill/>
        </p:spPr>
        <p:txBody>
          <a:bodyPr wrap="square" lIns="0" tIns="0" rIns="0" bIns="0" rtlCol="0">
            <a:noAutofit/>
          </a:bodyPr>
          <a:lstStyle/>
          <a:p>
            <a:pPr algn="l"/>
            <a:r>
              <a:rPr lang="en-US" sz="1200" kern="100" spc="-30"/>
              <a:t>Title required for WCAG </a:t>
            </a:r>
            <a:r>
              <a:rPr lang="en-US" sz="1200" kern="100" spc="-30" err="1"/>
              <a:t>accessibilty</a:t>
            </a:r>
            <a:endParaRPr lang="en-US" sz="1200" kern="100" spc="-30"/>
          </a:p>
        </p:txBody>
      </p:sp>
    </p:spTree>
    <p:extLst>
      <p:ext uri="{BB962C8B-B14F-4D97-AF65-F5344CB8AC3E}">
        <p14:creationId xmlns:p14="http://schemas.microsoft.com/office/powerpoint/2010/main" val="279173463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84" Type="http://schemas.openxmlformats.org/officeDocument/2006/relationships/slideLayout" Target="../slideLayouts/slideLayout84.xml"/><Relationship Id="rId89" Type="http://schemas.openxmlformats.org/officeDocument/2006/relationships/tags" Target="../tags/tag2.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87" Type="http://schemas.openxmlformats.org/officeDocument/2006/relationships/slideLayout" Target="../slideLayouts/slideLayout87.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90" Type="http://schemas.openxmlformats.org/officeDocument/2006/relationships/oleObject" Target="../embeddings/oleObject1.bin"/><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image" Target="../media/image3.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theme" Target="../theme/theme1.xml"/><Relationship Id="rId91"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D7DBB37-5DB1-AF5A-3D0F-54CF80A6EF41}"/>
              </a:ext>
            </a:extLst>
          </p:cNvPr>
          <p:cNvGraphicFramePr>
            <a:graphicFrameLocks noChangeAspect="1"/>
          </p:cNvGraphicFramePr>
          <p:nvPr userDrawn="1">
            <p:custDataLst>
              <p:tags r:id="rId89"/>
            </p:custDataLst>
            <p:extLst>
              <p:ext uri="{D42A27DB-BD31-4B8C-83A1-F6EECF244321}">
                <p14:modId xmlns:p14="http://schemas.microsoft.com/office/powerpoint/2010/main" val="3869504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0" imgW="306" imgH="306" progId="TCLayout.ActiveDocument.1">
                  <p:embed/>
                </p:oleObj>
              </mc:Choice>
              <mc:Fallback>
                <p:oleObj name="think-cell Slide" r:id="rId90" imgW="306" imgH="306" progId="TCLayout.ActiveDocument.1">
                  <p:embed/>
                  <p:pic>
                    <p:nvPicPr>
                      <p:cNvPr id="10" name="think-cell data - do not delete" hidden="1">
                        <a:extLst>
                          <a:ext uri="{FF2B5EF4-FFF2-40B4-BE49-F238E27FC236}">
                            <a16:creationId xmlns:a16="http://schemas.microsoft.com/office/drawing/2014/main" id="{1D7DBB37-5DB1-AF5A-3D0F-54CF80A6EF41}"/>
                          </a:ext>
                        </a:extLst>
                      </p:cNvPr>
                      <p:cNvPicPr/>
                      <p:nvPr/>
                    </p:nvPicPr>
                    <p:blipFill>
                      <a:blip r:embed="rId91"/>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F6F25A6B-8F5B-A241-A3BD-B5FDE9F512C5}"/>
              </a:ext>
            </a:extLst>
          </p:cNvPr>
          <p:cNvSpPr>
            <a:spLocks noGrp="1"/>
          </p:cNvSpPr>
          <p:nvPr>
            <p:ph type="dt" sz="half" idx="2"/>
          </p:nvPr>
        </p:nvSpPr>
        <p:spPr>
          <a:xfrm>
            <a:off x="10932000" y="2018"/>
            <a:ext cx="1260000" cy="180000"/>
          </a:xfrm>
          <a:prstGeom prst="rect">
            <a:avLst/>
          </a:prstGeom>
        </p:spPr>
        <p:txBody>
          <a:bodyPr vert="horz" wrap="none" lIns="72000" tIns="72000" rIns="72000" bIns="72000" rtlCol="0" anchor="ctr">
            <a:noAutofit/>
          </a:bodyPr>
          <a:lstStyle>
            <a:lvl1pPr algn="r">
              <a:defRPr sz="800">
                <a:solidFill>
                  <a:srgbClr val="281805"/>
                </a:solidFill>
              </a:defRPr>
            </a:lvl1pPr>
          </a:lstStyle>
          <a:p>
            <a:fld id="{A9D88946-1CC8-4682-856B-CF2480E42B21}" type="datetime3">
              <a:rPr lang="en-US" smtClean="0"/>
              <a:t>17 October 2024</a:t>
            </a:fld>
            <a:endParaRPr lang="en-US"/>
          </a:p>
        </p:txBody>
      </p:sp>
      <p:grpSp>
        <p:nvGrpSpPr>
          <p:cNvPr id="39" name="Graphic 29">
            <a:extLst>
              <a:ext uri="{FF2B5EF4-FFF2-40B4-BE49-F238E27FC236}">
                <a16:creationId xmlns:a16="http://schemas.microsoft.com/office/drawing/2014/main" id="{E46F5822-CF06-7CB7-961A-2F4CF8A61073}"/>
              </a:ext>
              <a:ext uri="{C183D7F6-B498-43B3-948B-1728B52AA6E4}">
                <adec:decorative xmlns:adec="http://schemas.microsoft.com/office/drawing/2017/decorative" val="1"/>
              </a:ext>
            </a:extLst>
          </p:cNvPr>
          <p:cNvGrpSpPr/>
          <p:nvPr userDrawn="1"/>
        </p:nvGrpSpPr>
        <p:grpSpPr>
          <a:xfrm>
            <a:off x="0" y="6328982"/>
            <a:ext cx="655376" cy="410164"/>
            <a:chOff x="0" y="782816"/>
            <a:chExt cx="638870" cy="399835"/>
          </a:xfrm>
          <a:solidFill>
            <a:srgbClr val="63B6FF">
              <a:alpha val="0"/>
            </a:srgbClr>
          </a:solidFill>
        </p:grpSpPr>
        <p:sp>
          <p:nvSpPr>
            <p:cNvPr id="42" name="Freeform: Shape 41">
              <a:extLst>
                <a:ext uri="{FF2B5EF4-FFF2-40B4-BE49-F238E27FC236}">
                  <a16:creationId xmlns:a16="http://schemas.microsoft.com/office/drawing/2014/main" id="{6467514C-D026-5F26-17AC-E0144B92E403}"/>
                </a:ext>
              </a:extLst>
            </p:cNvPr>
            <p:cNvSpPr/>
            <p:nvPr/>
          </p:nvSpPr>
          <p:spPr>
            <a:xfrm>
              <a:off x="0" y="782816"/>
              <a:ext cx="213160" cy="213159"/>
            </a:xfrm>
            <a:custGeom>
              <a:avLst/>
              <a:gdLst>
                <a:gd name="connsiteX0" fmla="*/ 0 w 213160"/>
                <a:gd name="connsiteY0" fmla="*/ 56878 h 213159"/>
                <a:gd name="connsiteX1" fmla="*/ 156282 w 213160"/>
                <a:gd name="connsiteY1" fmla="*/ 0 h 213159"/>
                <a:gd name="connsiteX2" fmla="*/ 213160 w 213160"/>
                <a:gd name="connsiteY2" fmla="*/ 156282 h 213159"/>
                <a:gd name="connsiteX3" fmla="*/ 56878 w 213160"/>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60"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9D4054C-45B1-5A95-E260-71EDBD7D557D}"/>
                </a:ext>
              </a:extLst>
            </p:cNvPr>
            <p:cNvSpPr/>
            <p:nvPr/>
          </p:nvSpPr>
          <p:spPr>
            <a:xfrm>
              <a:off x="213160" y="876154"/>
              <a:ext cx="213159" cy="213159"/>
            </a:xfrm>
            <a:custGeom>
              <a:avLst/>
              <a:gdLst>
                <a:gd name="connsiteX0" fmla="*/ 0 w 213159"/>
                <a:gd name="connsiteY0" fmla="*/ 56878 h 213159"/>
                <a:gd name="connsiteX1" fmla="*/ 156282 w 213159"/>
                <a:gd name="connsiteY1" fmla="*/ 0 h 213159"/>
                <a:gd name="connsiteX2" fmla="*/ 213160 w 213159"/>
                <a:gd name="connsiteY2" fmla="*/ 156281 h 213159"/>
                <a:gd name="connsiteX3" fmla="*/ 56878 w 213159"/>
                <a:gd name="connsiteY3" fmla="*/ 213159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1"/>
                  </a:lnTo>
                  <a:lnTo>
                    <a:pt x="56878" y="213159"/>
                  </a:lnTo>
                  <a:close/>
                </a:path>
              </a:pathLst>
            </a:custGeom>
            <a:grpFill/>
            <a:ln w="938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7FE5822-6885-76E2-B897-9D46ADE46B96}"/>
                </a:ext>
              </a:extLst>
            </p:cNvPr>
            <p:cNvSpPr/>
            <p:nvPr/>
          </p:nvSpPr>
          <p:spPr>
            <a:xfrm>
              <a:off x="425711" y="969491"/>
              <a:ext cx="213159" cy="213159"/>
            </a:xfrm>
            <a:custGeom>
              <a:avLst/>
              <a:gdLst>
                <a:gd name="connsiteX0" fmla="*/ 0 w 213159"/>
                <a:gd name="connsiteY0" fmla="*/ 56878 h 213159"/>
                <a:gd name="connsiteX1" fmla="*/ 156282 w 213159"/>
                <a:gd name="connsiteY1" fmla="*/ 0 h 213159"/>
                <a:gd name="connsiteX2" fmla="*/ 213160 w 213159"/>
                <a:gd name="connsiteY2" fmla="*/ 156282 h 213159"/>
                <a:gd name="connsiteX3" fmla="*/ 56878 w 213159"/>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grpSp>
      <p:sp>
        <p:nvSpPr>
          <p:cNvPr id="2" name="Title Placeholder 1">
            <a:extLst>
              <a:ext uri="{FF2B5EF4-FFF2-40B4-BE49-F238E27FC236}">
                <a16:creationId xmlns:a16="http://schemas.microsoft.com/office/drawing/2014/main" id="{DF001C83-36AE-A5E2-4E80-B3AD2D747168}"/>
              </a:ext>
            </a:extLst>
          </p:cNvPr>
          <p:cNvSpPr>
            <a:spLocks noGrp="1"/>
          </p:cNvSpPr>
          <p:nvPr>
            <p:ph type="title"/>
          </p:nvPr>
        </p:nvSpPr>
        <p:spPr>
          <a:xfrm>
            <a:off x="480000" y="252000"/>
            <a:ext cx="11232000" cy="1005867"/>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E0A85944-6880-CBB6-BA63-4A90CA93596A}"/>
              </a:ext>
            </a:extLst>
          </p:cNvPr>
          <p:cNvSpPr>
            <a:spLocks noGrp="1"/>
          </p:cNvSpPr>
          <p:nvPr>
            <p:ph type="body" idx="1"/>
          </p:nvPr>
        </p:nvSpPr>
        <p:spPr>
          <a:xfrm>
            <a:off x="480000" y="1296000"/>
            <a:ext cx="11232000" cy="478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AA63915-CBC8-75C7-C27B-2ADA3EEF69F8}"/>
              </a:ext>
              <a:ext uri="{C183D7F6-B498-43B3-948B-1728B52AA6E4}">
                <adec:decorative xmlns:adec="http://schemas.microsoft.com/office/drawing/2017/decorative" val="1"/>
              </a:ext>
            </a:extLst>
          </p:cNvPr>
          <p:cNvSpPr>
            <a:spLocks noGrp="1"/>
          </p:cNvSpPr>
          <p:nvPr>
            <p:ph type="sldNum" sz="quarter" idx="4"/>
          </p:nvPr>
        </p:nvSpPr>
        <p:spPr>
          <a:xfrm>
            <a:off x="11712000" y="6102000"/>
            <a:ext cx="480000" cy="756000"/>
          </a:xfrm>
          <a:prstGeom prst="rect">
            <a:avLst/>
          </a:prstGeom>
        </p:spPr>
        <p:txBody>
          <a:bodyPr vert="horz" lIns="0" tIns="0" rIns="190800" bIns="154800" rtlCol="0" anchor="b" anchorCtr="0">
            <a:noAutofit/>
          </a:bodyPr>
          <a:lstStyle>
            <a:lvl1pPr algn="r">
              <a:defRPr sz="800">
                <a:solidFill>
                  <a:schemeClr val="tx1"/>
                </a:solidFill>
              </a:defRPr>
            </a:lvl1pPr>
          </a:lstStyle>
          <a:p>
            <a:fld id="{1C1606C5-D483-4832-A0E9-CF578A9B5883}" type="slidenum">
              <a:rPr lang="en-US" smtClean="0"/>
              <a:pPr/>
              <a:t>‹#›</a:t>
            </a:fld>
            <a:endParaRPr lang="en-US"/>
          </a:p>
        </p:txBody>
      </p:sp>
      <p:cxnSp>
        <p:nvCxnSpPr>
          <p:cNvPr id="15" name="Straight Connector 14">
            <a:extLst>
              <a:ext uri="{FF2B5EF4-FFF2-40B4-BE49-F238E27FC236}">
                <a16:creationId xmlns:a16="http://schemas.microsoft.com/office/drawing/2014/main" id="{10C48B9D-E96E-CF7A-0393-A815621AA3B4}"/>
              </a:ext>
              <a:ext uri="{C183D7F6-B498-43B3-948B-1728B52AA6E4}">
                <adec:decorative xmlns:adec="http://schemas.microsoft.com/office/drawing/2017/decorative" val="1"/>
              </a:ext>
            </a:extLst>
          </p:cNvPr>
          <p:cNvCxnSpPr>
            <a:cxnSpLocks/>
          </p:cNvCxnSpPr>
          <p:nvPr userDrawn="1"/>
        </p:nvCxnSpPr>
        <p:spPr>
          <a:xfrm>
            <a:off x="6096000" y="-208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2A65B7-C498-C19F-571F-ECCE641194C4}"/>
              </a:ext>
              <a:ext uri="{C183D7F6-B498-43B3-948B-1728B52AA6E4}">
                <adec:decorative xmlns:adec="http://schemas.microsoft.com/office/drawing/2017/decorative" val="1"/>
              </a:ext>
            </a:extLst>
          </p:cNvPr>
          <p:cNvCxnSpPr/>
          <p:nvPr userDrawn="1"/>
        </p:nvCxnSpPr>
        <p:spPr>
          <a:xfrm>
            <a:off x="6096000" y="6886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grpSp>
        <p:nvGrpSpPr>
          <p:cNvPr id="79" name="Group 78" hidden="1">
            <a:extLst>
              <a:ext uri="{FF2B5EF4-FFF2-40B4-BE49-F238E27FC236}">
                <a16:creationId xmlns:a16="http://schemas.microsoft.com/office/drawing/2014/main" id="{BA72FC20-E2CA-59C4-7B21-62C9115E46A8}"/>
              </a:ext>
              <a:ext uri="{C183D7F6-B498-43B3-948B-1728B52AA6E4}">
                <adec:decorative xmlns:adec="http://schemas.microsoft.com/office/drawing/2017/decorative" val="1"/>
              </a:ext>
            </a:extLst>
          </p:cNvPr>
          <p:cNvGrpSpPr>
            <a:grpSpLocks noGrp="1" noUngrp="1" noRot="1" noMove="1" noResize="1"/>
          </p:cNvGrpSpPr>
          <p:nvPr userDrawn="1"/>
        </p:nvGrpSpPr>
        <p:grpSpPr>
          <a:xfrm>
            <a:off x="-282166" y="-250200"/>
            <a:ext cx="12756333" cy="7357336"/>
            <a:chOff x="-282166" y="-250200"/>
            <a:chExt cx="12756333" cy="7357336"/>
          </a:xfrm>
        </p:grpSpPr>
        <p:grpSp>
          <p:nvGrpSpPr>
            <p:cNvPr id="48" name="Group 47">
              <a:extLst>
                <a:ext uri="{FF2B5EF4-FFF2-40B4-BE49-F238E27FC236}">
                  <a16:creationId xmlns:a16="http://schemas.microsoft.com/office/drawing/2014/main" id="{A2B8D85E-52EF-FA63-9592-265E43AD271D}"/>
                </a:ext>
              </a:extLst>
            </p:cNvPr>
            <p:cNvGrpSpPr>
              <a:grpSpLocks noGrp="1" noUngrp="1" noRot="1" noMove="1" noResize="1"/>
            </p:cNvGrpSpPr>
            <p:nvPr userDrawn="1"/>
          </p:nvGrpSpPr>
          <p:grpSpPr>
            <a:xfrm>
              <a:off x="-282166" y="-249136"/>
              <a:ext cx="766850" cy="1806436"/>
              <a:chOff x="-282166" y="-249136"/>
              <a:chExt cx="766850" cy="1806436"/>
            </a:xfrm>
          </p:grpSpPr>
          <p:cxnSp>
            <p:nvCxnSpPr>
              <p:cNvPr id="40" name="Straight Connector 39">
                <a:extLst>
                  <a:ext uri="{FF2B5EF4-FFF2-40B4-BE49-F238E27FC236}">
                    <a16:creationId xmlns:a16="http://schemas.microsoft.com/office/drawing/2014/main" id="{8D6D0D5E-5313-2E8E-FAC4-9AE8AC71A06F}"/>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2E47E72-9EED-156D-E1C9-0EF9F58EB76B}"/>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4860373-8117-E073-7E3E-240392FEC0F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8D9028B-4948-B67E-79B8-A1A4C3540EC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97BD11A-2E6F-80FC-4AC5-0F4673578EF2}"/>
                </a:ext>
              </a:extLst>
            </p:cNvPr>
            <p:cNvGrpSpPr>
              <a:grpSpLocks noGrp="1" noUngrp="1" noRot="1" noMove="1" noResize="1"/>
            </p:cNvGrpSpPr>
            <p:nvPr userDrawn="1"/>
          </p:nvGrpSpPr>
          <p:grpSpPr>
            <a:xfrm flipV="1">
              <a:off x="-282166" y="6669000"/>
              <a:ext cx="766850" cy="438136"/>
              <a:chOff x="-282166" y="-249136"/>
              <a:chExt cx="766850" cy="438136"/>
            </a:xfrm>
          </p:grpSpPr>
          <p:cxnSp>
            <p:nvCxnSpPr>
              <p:cNvPr id="54" name="Straight Connector 53">
                <a:extLst>
                  <a:ext uri="{FF2B5EF4-FFF2-40B4-BE49-F238E27FC236}">
                    <a16:creationId xmlns:a16="http://schemas.microsoft.com/office/drawing/2014/main" id="{333A3C60-6DDF-0E86-7A5D-C9E2DC700AC6}"/>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973A5B8-A847-F13D-C557-F6CAA8F1C3B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6D787A70-EF66-4785-95AD-991F81706E7F}"/>
                </a:ext>
              </a:extLst>
            </p:cNvPr>
            <p:cNvGrpSpPr>
              <a:grpSpLocks noGrp="1" noUngrp="1" noRot="1" noMove="1" noResize="1"/>
            </p:cNvGrpSpPr>
            <p:nvPr userDrawn="1"/>
          </p:nvGrpSpPr>
          <p:grpSpPr>
            <a:xfrm flipH="1">
              <a:off x="11716147" y="-250200"/>
              <a:ext cx="758020" cy="1806436"/>
              <a:chOff x="-282166" y="-249136"/>
              <a:chExt cx="758020" cy="1806436"/>
            </a:xfrm>
          </p:grpSpPr>
          <p:cxnSp>
            <p:nvCxnSpPr>
              <p:cNvPr id="64" name="Straight Connector 63">
                <a:extLst>
                  <a:ext uri="{FF2B5EF4-FFF2-40B4-BE49-F238E27FC236}">
                    <a16:creationId xmlns:a16="http://schemas.microsoft.com/office/drawing/2014/main" id="{0C36DF73-1683-B9E0-DAE2-CC4FA941174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74D68E9-43F3-F793-E58E-42D96487CDA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A51D9C8-457F-A702-330E-3E83FF49A907}"/>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317C7D4-4BF5-ECE3-AB0F-69BAEB0392E2}"/>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1F3722B-662F-EE1F-F28F-2117DFF43FC7}"/>
                </a:ext>
              </a:extLst>
            </p:cNvPr>
            <p:cNvGrpSpPr>
              <a:grpSpLocks noGrp="1" noUngrp="1" noRot="1" noMove="1" noResize="1"/>
            </p:cNvGrpSpPr>
            <p:nvPr userDrawn="1"/>
          </p:nvGrpSpPr>
          <p:grpSpPr>
            <a:xfrm flipH="1" flipV="1">
              <a:off x="11716147" y="6669000"/>
              <a:ext cx="758020" cy="438136"/>
              <a:chOff x="-282166" y="-249136"/>
              <a:chExt cx="758020" cy="438136"/>
            </a:xfrm>
          </p:grpSpPr>
          <p:cxnSp>
            <p:nvCxnSpPr>
              <p:cNvPr id="60" name="Straight Connector 59">
                <a:extLst>
                  <a:ext uri="{FF2B5EF4-FFF2-40B4-BE49-F238E27FC236}">
                    <a16:creationId xmlns:a16="http://schemas.microsoft.com/office/drawing/2014/main" id="{31A63819-901C-AE9C-B688-44EE3E52D12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5C02E4-A713-5717-13B4-0D5BEFA009BA}"/>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8" name="Logo">
            <a:extLst>
              <a:ext uri="{FF2B5EF4-FFF2-40B4-BE49-F238E27FC236}">
                <a16:creationId xmlns:a16="http://schemas.microsoft.com/office/drawing/2014/main" id="{9FAFFEC7-5B44-048A-5234-FB83C136DEF8}"/>
              </a:ext>
              <a:ext uri="{C183D7F6-B498-43B3-948B-1728B52AA6E4}">
                <adec:decorative xmlns:adec="http://schemas.microsoft.com/office/drawing/2017/decorative" val="1"/>
              </a:ext>
            </a:extLst>
          </p:cNvPr>
          <p:cNvPicPr preferRelativeResize="0">
            <a:picLocks noChangeAspect="1"/>
          </p:cNvPicPr>
          <p:nvPr userDrawn="1"/>
        </p:nvPicPr>
        <p:blipFill>
          <a:blip r:embed="rId92">
            <a:extLst>
              <a:ext uri="{96DAC541-7B7A-43D3-8B79-37D633B846F1}">
                <asvg:svgBlip xmlns:asvg="http://schemas.microsoft.com/office/drawing/2016/SVG/main" r:embed="rId93"/>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3164416552"/>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 id="2147483804" r:id="rId41"/>
    <p:sldLayoutId id="2147483805" r:id="rId42"/>
    <p:sldLayoutId id="2147483806" r:id="rId43"/>
    <p:sldLayoutId id="2147483807" r:id="rId44"/>
    <p:sldLayoutId id="2147483808" r:id="rId45"/>
    <p:sldLayoutId id="2147483809" r:id="rId46"/>
    <p:sldLayoutId id="2147483810" r:id="rId47"/>
    <p:sldLayoutId id="2147483811" r:id="rId48"/>
    <p:sldLayoutId id="2147483812" r:id="rId49"/>
    <p:sldLayoutId id="2147483813" r:id="rId50"/>
    <p:sldLayoutId id="2147483814" r:id="rId51"/>
    <p:sldLayoutId id="2147483815" r:id="rId52"/>
    <p:sldLayoutId id="2147483816" r:id="rId53"/>
    <p:sldLayoutId id="2147483817" r:id="rId54"/>
    <p:sldLayoutId id="2147483818" r:id="rId55"/>
    <p:sldLayoutId id="2147483819" r:id="rId56"/>
    <p:sldLayoutId id="2147483820" r:id="rId57"/>
    <p:sldLayoutId id="2147483821" r:id="rId58"/>
    <p:sldLayoutId id="2147483822" r:id="rId59"/>
    <p:sldLayoutId id="2147483823" r:id="rId60"/>
    <p:sldLayoutId id="2147483824" r:id="rId61"/>
    <p:sldLayoutId id="2147483825" r:id="rId62"/>
    <p:sldLayoutId id="2147483826" r:id="rId63"/>
    <p:sldLayoutId id="2147483827" r:id="rId64"/>
    <p:sldLayoutId id="2147483828" r:id="rId65"/>
    <p:sldLayoutId id="2147483829" r:id="rId66"/>
    <p:sldLayoutId id="2147483830" r:id="rId67"/>
    <p:sldLayoutId id="2147483831" r:id="rId68"/>
    <p:sldLayoutId id="2147483832" r:id="rId69"/>
    <p:sldLayoutId id="2147483833" r:id="rId70"/>
    <p:sldLayoutId id="2147483834" r:id="rId71"/>
    <p:sldLayoutId id="2147483835" r:id="rId72"/>
    <p:sldLayoutId id="2147483836" r:id="rId73"/>
    <p:sldLayoutId id="2147483837" r:id="rId74"/>
    <p:sldLayoutId id="2147483838" r:id="rId75"/>
    <p:sldLayoutId id="2147483839" r:id="rId76"/>
    <p:sldLayoutId id="2147483840" r:id="rId77"/>
    <p:sldLayoutId id="2147483841" r:id="rId78"/>
    <p:sldLayoutId id="2147483842" r:id="rId79"/>
    <p:sldLayoutId id="2147483843" r:id="rId80"/>
    <p:sldLayoutId id="2147483844" r:id="rId81"/>
    <p:sldLayoutId id="2147483845" r:id="rId82"/>
    <p:sldLayoutId id="2147483846" r:id="rId83"/>
    <p:sldLayoutId id="2147483847" r:id="rId84"/>
    <p:sldLayoutId id="2147483848" r:id="rId85"/>
    <p:sldLayoutId id="2147483849" r:id="rId86"/>
    <p:sldLayoutId id="2147483850" r:id="rId87"/>
  </p:sldLayoutIdLst>
  <p:hf hdr="0" ftr="0"/>
  <p:txStyles>
    <p:title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p:titleStyle>
    <p:body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bodyStyle>
    <p:otherStyle>
      <a:defPPr>
        <a:defRPr lang="en-US"/>
      </a:defPPr>
      <a:lvl1pPr marL="0" indent="0" algn="l" defTabSz="914400" rtl="0" eaLnBrk="1" latinLnBrk="0" hangingPunct="1">
        <a:lnSpc>
          <a:spcPct val="100000"/>
        </a:lnSpc>
        <a:spcBef>
          <a:spcPts val="0"/>
        </a:spcBef>
        <a:buClr>
          <a:srgbClr val="281805"/>
        </a:buClr>
        <a:buFont typeface="Arial" panose="020B0604020202020204" pitchFamily="34" charset="0"/>
        <a:buChar char="​"/>
        <a:defRPr sz="1800" b="0" kern="1200">
          <a:solidFill>
            <a:schemeClr val="tx1"/>
          </a:solidFill>
          <a:latin typeface="+mn-lt"/>
          <a:ea typeface="+mn-ea"/>
          <a:cs typeface="+mn-cs"/>
        </a:defRPr>
      </a:lvl1pPr>
      <a:lvl2pPr marL="18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2pPr>
      <a:lvl3pPr marL="36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3pPr>
      <a:lvl4pPr marL="540000" indent="-180000" algn="l" defTabSz="914400" rtl="0" eaLnBrk="1" latinLnBrk="0" hangingPunct="1">
        <a:lnSpc>
          <a:spcPct val="100000"/>
        </a:lnSpc>
        <a:spcBef>
          <a:spcPts val="0"/>
        </a:spcBef>
        <a:buClr>
          <a:srgbClr val="281805"/>
        </a:buClr>
        <a:buFont typeface="Arial" panose="020E0502030303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5pPr>
      <a:lvl6pPr marL="180000" indent="-180000" algn="l" defTabSz="914400" rtl="0" eaLnBrk="1" latinLnBrk="0" hangingPunct="1">
        <a:lnSpc>
          <a:spcPct val="100000"/>
        </a:lnSpc>
        <a:spcBef>
          <a:spcPts val="0"/>
        </a:spcBef>
        <a:buClr>
          <a:srgbClr val="281805"/>
        </a:buClr>
        <a:buSzPct val="90000"/>
        <a:buFont typeface="+mj-lt"/>
        <a:buAutoNum type="arabicPeriod"/>
        <a:defRPr sz="1800" kern="1200">
          <a:solidFill>
            <a:schemeClr val="tx1"/>
          </a:solidFill>
          <a:latin typeface="+mn-lt"/>
          <a:ea typeface="+mn-ea"/>
          <a:cs typeface="+mn-cs"/>
        </a:defRPr>
      </a:lvl6pPr>
      <a:lvl7pPr marL="36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7pPr>
      <a:lvl8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8pPr>
      <a:lvl9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3" Type="http://schemas.openxmlformats.org/officeDocument/2006/relationships/hyperlink" Target="https://aegon.sharepoint.com/:f:/r/sites/AGTSolutionDesignRepository/Shared%20Documents/2024/GTS/RITM0910683-ACBSD-3141-Global-DQ-PoT?csf=1&amp;web=1&amp;e=9PPvXr" TargetMode="External"/><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6.xml"/><Relationship Id="rId1" Type="http://schemas.openxmlformats.org/officeDocument/2006/relationships/tags" Target="../tags/tag31.xml"/><Relationship Id="rId5" Type="http://schemas.openxmlformats.org/officeDocument/2006/relationships/image" Target="../media/image14.emf"/><Relationship Id="rId4" Type="http://schemas.openxmlformats.org/officeDocument/2006/relationships/oleObject" Target="../embeddings/oleObject30.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4901B36-4345-7D13-D40E-A9A6C1547980}"/>
              </a:ext>
            </a:extLst>
          </p:cNvPr>
          <p:cNvSpPr>
            <a:spLocks noGrp="1"/>
          </p:cNvSpPr>
          <p:nvPr>
            <p:ph type="body" sz="quarter" idx="13"/>
          </p:nvPr>
        </p:nvSpPr>
        <p:spPr/>
        <p:txBody>
          <a:bodyPr/>
          <a:lstStyle/>
          <a:p>
            <a:r>
              <a:rPr lang="en-US" dirty="0"/>
              <a:t>15-Oct-2024</a:t>
            </a:r>
          </a:p>
        </p:txBody>
      </p:sp>
      <p:pic>
        <p:nvPicPr>
          <p:cNvPr id="6" name="Picture Placeholder 2">
            <a:extLst>
              <a:ext uri="{FF2B5EF4-FFF2-40B4-BE49-F238E27FC236}">
                <a16:creationId xmlns:a16="http://schemas.microsoft.com/office/drawing/2014/main" id="{C84DA1CA-7E35-4F29-7152-D1EE0359E103}"/>
              </a:ext>
            </a:extLst>
          </p:cNvPr>
          <p:cNvPicPr>
            <a:picLocks noChangeAspect="1"/>
          </p:cNvPicPr>
          <p:nvPr/>
        </p:nvPicPr>
        <p:blipFill>
          <a:blip r:embed="rId3">
            <a:extLst>
              <a:ext uri="{28A0092B-C50C-407E-A947-70E740481C1C}">
                <a14:useLocalDpi xmlns:a14="http://schemas.microsoft.com/office/drawing/2010/main" val="0"/>
              </a:ext>
            </a:extLst>
          </a:blip>
          <a:srcRect t="969" b="969"/>
          <a:stretch/>
        </p:blipFill>
        <p:spPr>
          <a:xfrm>
            <a:off x="4133604" y="1478494"/>
            <a:ext cx="8058396" cy="5362669"/>
          </a:xfrm>
          <a:custGeom>
            <a:avLst/>
            <a:gdLst>
              <a:gd name="connsiteX0" fmla="*/ 2353565 w 8058396"/>
              <a:gd name="connsiteY0" fmla="*/ 0 h 6886413"/>
              <a:gd name="connsiteX1" fmla="*/ 8058396 w 8058396"/>
              <a:gd name="connsiteY1" fmla="*/ 11050 h 6886413"/>
              <a:gd name="connsiteX2" fmla="*/ 8058396 w 8058396"/>
              <a:gd name="connsiteY2" fmla="*/ 4027466 h 6886413"/>
              <a:gd name="connsiteX3" fmla="*/ 7082264 w 8058396"/>
              <a:gd name="connsiteY3" fmla="*/ 6886413 h 6886413"/>
              <a:gd name="connsiteX4" fmla="*/ 0 w 8058396"/>
              <a:gd name="connsiteY4" fmla="*/ 6880635 h 6886413"/>
              <a:gd name="connsiteX0" fmla="*/ 1802236 w 8058396"/>
              <a:gd name="connsiteY0" fmla="*/ 1602597 h 6875363"/>
              <a:gd name="connsiteX1" fmla="*/ 8058396 w 8058396"/>
              <a:gd name="connsiteY1" fmla="*/ 0 h 6875363"/>
              <a:gd name="connsiteX2" fmla="*/ 8058396 w 8058396"/>
              <a:gd name="connsiteY2" fmla="*/ 4016416 h 6875363"/>
              <a:gd name="connsiteX3" fmla="*/ 7082264 w 8058396"/>
              <a:gd name="connsiteY3" fmla="*/ 6875363 h 6875363"/>
              <a:gd name="connsiteX4" fmla="*/ 0 w 8058396"/>
              <a:gd name="connsiteY4" fmla="*/ 6869585 h 6875363"/>
              <a:gd name="connsiteX5" fmla="*/ 1802236 w 8058396"/>
              <a:gd name="connsiteY5" fmla="*/ 1602597 h 6875363"/>
              <a:gd name="connsiteX0" fmla="*/ 1802236 w 8058396"/>
              <a:gd name="connsiteY0" fmla="*/ 2397 h 5275163"/>
              <a:gd name="connsiteX1" fmla="*/ 8058396 w 8058396"/>
              <a:gd name="connsiteY1" fmla="*/ 0 h 5275163"/>
              <a:gd name="connsiteX2" fmla="*/ 8058396 w 8058396"/>
              <a:gd name="connsiteY2" fmla="*/ 2416216 h 5275163"/>
              <a:gd name="connsiteX3" fmla="*/ 7082264 w 8058396"/>
              <a:gd name="connsiteY3" fmla="*/ 5275163 h 5275163"/>
              <a:gd name="connsiteX4" fmla="*/ 0 w 8058396"/>
              <a:gd name="connsiteY4" fmla="*/ 5269385 h 5275163"/>
              <a:gd name="connsiteX5" fmla="*/ 1802236 w 8058396"/>
              <a:gd name="connsiteY5" fmla="*/ 2397 h 5275163"/>
              <a:gd name="connsiteX0" fmla="*/ 1796259 w 8058396"/>
              <a:gd name="connsiteY0" fmla="*/ 2397 h 5275163"/>
              <a:gd name="connsiteX1" fmla="*/ 8058396 w 8058396"/>
              <a:gd name="connsiteY1" fmla="*/ 0 h 5275163"/>
              <a:gd name="connsiteX2" fmla="*/ 8058396 w 8058396"/>
              <a:gd name="connsiteY2" fmla="*/ 2416216 h 5275163"/>
              <a:gd name="connsiteX3" fmla="*/ 7082264 w 8058396"/>
              <a:gd name="connsiteY3" fmla="*/ 5275163 h 5275163"/>
              <a:gd name="connsiteX4" fmla="*/ 0 w 8058396"/>
              <a:gd name="connsiteY4" fmla="*/ 5269385 h 5275163"/>
              <a:gd name="connsiteX5" fmla="*/ 1796259 w 8058396"/>
              <a:gd name="connsiteY5" fmla="*/ 2397 h 5275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8396" h="5275163">
                <a:moveTo>
                  <a:pt x="1796259" y="2397"/>
                </a:moveTo>
                <a:lnTo>
                  <a:pt x="8058396" y="0"/>
                </a:lnTo>
                <a:lnTo>
                  <a:pt x="8058396" y="2416216"/>
                </a:lnTo>
                <a:lnTo>
                  <a:pt x="7082264" y="5275163"/>
                </a:lnTo>
                <a:lnTo>
                  <a:pt x="0" y="5269385"/>
                </a:lnTo>
                <a:lnTo>
                  <a:pt x="1796259" y="2397"/>
                </a:lnTo>
                <a:close/>
              </a:path>
            </a:pathLst>
          </a:custGeom>
        </p:spPr>
      </p:pic>
      <p:pic>
        <p:nvPicPr>
          <p:cNvPr id="17" name="Picture 16">
            <a:extLst>
              <a:ext uri="{FF2B5EF4-FFF2-40B4-BE49-F238E27FC236}">
                <a16:creationId xmlns:a16="http://schemas.microsoft.com/office/drawing/2014/main" id="{A8002FD1-8023-C68A-AE89-8DBDC52D29ED}"/>
              </a:ext>
            </a:extLst>
          </p:cNvPr>
          <p:cNvPicPr>
            <a:picLocks noChangeAspect="1"/>
          </p:cNvPicPr>
          <p:nvPr/>
        </p:nvPicPr>
        <p:blipFill>
          <a:blip r:embed="rId4"/>
          <a:stretch>
            <a:fillRect/>
          </a:stretch>
        </p:blipFill>
        <p:spPr>
          <a:xfrm>
            <a:off x="5877609" y="0"/>
            <a:ext cx="6283600" cy="1478494"/>
          </a:xfrm>
          <a:prstGeom prst="rect">
            <a:avLst/>
          </a:prstGeom>
        </p:spPr>
      </p:pic>
      <p:sp>
        <p:nvSpPr>
          <p:cNvPr id="7" name="Text Placeholder 7">
            <a:extLst>
              <a:ext uri="{FF2B5EF4-FFF2-40B4-BE49-F238E27FC236}">
                <a16:creationId xmlns:a16="http://schemas.microsoft.com/office/drawing/2014/main" id="{4BD14AE1-7754-2FE5-C11C-DC3B6E45FC73}"/>
              </a:ext>
            </a:extLst>
          </p:cNvPr>
          <p:cNvSpPr txBox="1">
            <a:spLocks/>
          </p:cNvSpPr>
          <p:nvPr/>
        </p:nvSpPr>
        <p:spPr>
          <a:xfrm>
            <a:off x="480000" y="3825599"/>
            <a:ext cx="4247848" cy="498636"/>
          </a:xfrm>
          <a:prstGeom prst="rect">
            <a:avLst/>
          </a:prstGeom>
        </p:spPr>
        <p:txBody>
          <a:bodyPr vert="horz" lIns="0" tIns="0" rIns="0" bIns="0" rtlCol="0">
            <a:noAutofit/>
          </a:bodyPr>
          <a:lstStyle>
            <a:lvl1pPr marL="0" indent="0" algn="l" defTabSz="914400" rtl="0" eaLnBrk="1" latinLnBrk="0" hangingPunct="1">
              <a:lnSpc>
                <a:spcPct val="95000"/>
              </a:lnSpc>
              <a:spcBef>
                <a:spcPts val="0"/>
              </a:spcBef>
              <a:buClr>
                <a:srgbClr val="281805"/>
              </a:buClr>
              <a:buFont typeface="Arial" panose="020B0604020202020204" pitchFamily="34" charset="0"/>
              <a:buChar char="​"/>
              <a:defRPr sz="16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dirty="0">
                <a:solidFill>
                  <a:srgbClr val="7030A0"/>
                </a:solidFill>
              </a:rPr>
              <a:t>ACBSD-3141</a:t>
            </a:r>
          </a:p>
          <a:p>
            <a:r>
              <a:rPr lang="en-US" dirty="0"/>
              <a:t>Architect: H. Lieuw</a:t>
            </a:r>
          </a:p>
          <a:p>
            <a:r>
              <a:rPr lang="en-US" dirty="0"/>
              <a:t>Requestors: </a:t>
            </a:r>
            <a:r>
              <a:rPr lang="en-GB" dirty="0"/>
              <a:t>Kenny Boyle</a:t>
            </a:r>
            <a:endParaRPr lang="en-US" dirty="0"/>
          </a:p>
          <a:p>
            <a:endParaRPr lang="en-GB" dirty="0"/>
          </a:p>
        </p:txBody>
      </p:sp>
      <p:sp>
        <p:nvSpPr>
          <p:cNvPr id="16" name="Title 1">
            <a:extLst>
              <a:ext uri="{FF2B5EF4-FFF2-40B4-BE49-F238E27FC236}">
                <a16:creationId xmlns:a16="http://schemas.microsoft.com/office/drawing/2014/main" id="{E75F70BD-F00F-8B33-F916-21014B7A56D1}"/>
              </a:ext>
            </a:extLst>
          </p:cNvPr>
          <p:cNvSpPr txBox="1">
            <a:spLocks/>
          </p:cNvSpPr>
          <p:nvPr/>
        </p:nvSpPr>
        <p:spPr>
          <a:xfrm>
            <a:off x="588817" y="2132856"/>
            <a:ext cx="4641551" cy="1296143"/>
          </a:xfrm>
          <a:prstGeom prst="rect">
            <a:avLst/>
          </a:prstGeom>
        </p:spPr>
        <p:txBody>
          <a:bodyPr vert="horz" wrap="square" lIns="0" tIns="0" rIns="0" bIns="0" rtlCol="0" anchor="b" anchorCtr="0">
            <a:noAutofit/>
          </a:bodyPr>
          <a:lstStyle>
            <a:lvl1pPr algn="l" defTabSz="914400" rtl="0" eaLnBrk="1" latinLnBrk="0" hangingPunct="1">
              <a:lnSpc>
                <a:spcPct val="85000"/>
              </a:lnSpc>
              <a:spcBef>
                <a:spcPct val="0"/>
              </a:spcBef>
              <a:buNone/>
              <a:defRPr sz="5400" kern="100" spc="-120" baseline="0">
                <a:solidFill>
                  <a:schemeClr val="tx1"/>
                </a:solidFill>
                <a:latin typeface="+mj-lt"/>
                <a:ea typeface="+mj-ea"/>
                <a:cs typeface="+mj-cs"/>
              </a:defRPr>
            </a:lvl1pPr>
          </a:lstStyle>
          <a:p>
            <a:pPr>
              <a:buClrTx/>
              <a:buFontTx/>
            </a:pPr>
            <a:r>
              <a:rPr lang="en-GB" dirty="0"/>
              <a:t>Global DQ </a:t>
            </a:r>
            <a:r>
              <a:rPr lang="en-GB" dirty="0" err="1"/>
              <a:t>PoT</a:t>
            </a:r>
            <a:r>
              <a:rPr lang="en-GB" dirty="0"/>
              <a:t> </a:t>
            </a:r>
            <a:br>
              <a:rPr lang="en-GB" dirty="0"/>
            </a:br>
            <a:r>
              <a:rPr lang="en-GB" sz="2000" dirty="0"/>
              <a:t>Experian / </a:t>
            </a:r>
            <a:r>
              <a:rPr lang="en-GB" sz="2000" dirty="0" err="1"/>
              <a:t>Anomalo</a:t>
            </a:r>
            <a:br>
              <a:rPr lang="en-GB" dirty="0"/>
            </a:br>
            <a:endParaRPr lang="en-US" sz="2000" dirty="0"/>
          </a:p>
        </p:txBody>
      </p:sp>
    </p:spTree>
    <p:extLst>
      <p:ext uri="{BB962C8B-B14F-4D97-AF65-F5344CB8AC3E}">
        <p14:creationId xmlns:p14="http://schemas.microsoft.com/office/powerpoint/2010/main" val="3029006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2</a:t>
            </a:fld>
            <a:endParaRPr lang="en-US"/>
          </a:p>
        </p:txBody>
      </p:sp>
      <p:sp>
        <p:nvSpPr>
          <p:cNvPr id="2" name="Title 7">
            <a:extLst>
              <a:ext uri="{FF2B5EF4-FFF2-40B4-BE49-F238E27FC236}">
                <a16:creationId xmlns:a16="http://schemas.microsoft.com/office/drawing/2014/main" id="{51596808-2343-C6C1-FB42-980D155EF7C9}"/>
              </a:ext>
            </a:extLst>
          </p:cNvPr>
          <p:cNvSpPr>
            <a:spLocks noGrp="1"/>
          </p:cNvSpPr>
          <p:nvPr>
            <p:ph type="title"/>
          </p:nvPr>
        </p:nvSpPr>
        <p:spPr>
          <a:xfrm>
            <a:off x="579600" y="260647"/>
            <a:ext cx="10515600" cy="919971"/>
          </a:xfrm>
        </p:spPr>
        <p:txBody>
          <a:bodyPr/>
          <a:lstStyle/>
          <a:p>
            <a:r>
              <a:rPr lang="en-US"/>
              <a:t>ARB Review History</a:t>
            </a:r>
          </a:p>
        </p:txBody>
      </p:sp>
      <p:graphicFrame>
        <p:nvGraphicFramePr>
          <p:cNvPr id="3" name="Table 2">
            <a:extLst>
              <a:ext uri="{FF2B5EF4-FFF2-40B4-BE49-F238E27FC236}">
                <a16:creationId xmlns:a16="http://schemas.microsoft.com/office/drawing/2014/main" id="{A0DBF957-6EAC-F051-3ECA-D8ADC4334285}"/>
              </a:ext>
            </a:extLst>
          </p:cNvPr>
          <p:cNvGraphicFramePr>
            <a:graphicFrameLocks noGrp="1"/>
          </p:cNvGraphicFramePr>
          <p:nvPr>
            <p:extLst>
              <p:ext uri="{D42A27DB-BD31-4B8C-83A1-F6EECF244321}">
                <p14:modId xmlns:p14="http://schemas.microsoft.com/office/powerpoint/2010/main" val="3051126572"/>
              </p:ext>
            </p:extLst>
          </p:nvPr>
        </p:nvGraphicFramePr>
        <p:xfrm>
          <a:off x="579599" y="1574799"/>
          <a:ext cx="11151958" cy="1903328"/>
        </p:xfrm>
        <a:graphic>
          <a:graphicData uri="http://schemas.openxmlformats.org/drawingml/2006/table">
            <a:tbl>
              <a:tblPr firstRow="1" bandRow="1">
                <a:tableStyleId>{B301B821-A1FF-4177-AEE7-76D212191A09}</a:tableStyleId>
              </a:tblPr>
              <a:tblGrid>
                <a:gridCol w="1835704">
                  <a:extLst>
                    <a:ext uri="{9D8B030D-6E8A-4147-A177-3AD203B41FA5}">
                      <a16:colId xmlns:a16="http://schemas.microsoft.com/office/drawing/2014/main" val="2662789526"/>
                    </a:ext>
                  </a:extLst>
                </a:gridCol>
                <a:gridCol w="1867135">
                  <a:extLst>
                    <a:ext uri="{9D8B030D-6E8A-4147-A177-3AD203B41FA5}">
                      <a16:colId xmlns:a16="http://schemas.microsoft.com/office/drawing/2014/main" val="3751181812"/>
                    </a:ext>
                  </a:extLst>
                </a:gridCol>
                <a:gridCol w="1203962">
                  <a:extLst>
                    <a:ext uri="{9D8B030D-6E8A-4147-A177-3AD203B41FA5}">
                      <a16:colId xmlns:a16="http://schemas.microsoft.com/office/drawing/2014/main" val="2641839017"/>
                    </a:ext>
                  </a:extLst>
                </a:gridCol>
                <a:gridCol w="4475413">
                  <a:extLst>
                    <a:ext uri="{9D8B030D-6E8A-4147-A177-3AD203B41FA5}">
                      <a16:colId xmlns:a16="http://schemas.microsoft.com/office/drawing/2014/main" val="4017966237"/>
                    </a:ext>
                  </a:extLst>
                </a:gridCol>
                <a:gridCol w="1769744">
                  <a:extLst>
                    <a:ext uri="{9D8B030D-6E8A-4147-A177-3AD203B41FA5}">
                      <a16:colId xmlns:a16="http://schemas.microsoft.com/office/drawing/2014/main" val="500094509"/>
                    </a:ext>
                  </a:extLst>
                </a:gridCol>
              </a:tblGrid>
              <a:tr h="475832">
                <a:tc>
                  <a:txBody>
                    <a:bodyPr/>
                    <a:lstStyle/>
                    <a:p>
                      <a:pPr algn="ctr"/>
                      <a:r>
                        <a:rPr lang="en-US" sz="1400"/>
                        <a:t>Stage</a:t>
                      </a:r>
                    </a:p>
                  </a:txBody>
                  <a:tcPr anchor="ctr"/>
                </a:tc>
                <a:tc>
                  <a:txBody>
                    <a:bodyPr/>
                    <a:lstStyle/>
                    <a:p>
                      <a:pPr algn="ctr"/>
                      <a:r>
                        <a:rPr lang="en-US" sz="1400"/>
                        <a:t>Date</a:t>
                      </a:r>
                    </a:p>
                  </a:txBody>
                  <a:tcPr anchor="ctr"/>
                </a:tc>
                <a:tc>
                  <a:txBody>
                    <a:bodyPr/>
                    <a:lstStyle/>
                    <a:p>
                      <a:pPr algn="ctr"/>
                      <a:r>
                        <a:rPr lang="en-US" sz="1400"/>
                        <a:t>Presenter</a:t>
                      </a:r>
                    </a:p>
                  </a:txBody>
                  <a:tcPr anchor="ctr"/>
                </a:tc>
                <a:tc>
                  <a:txBody>
                    <a:bodyPr/>
                    <a:lstStyle/>
                    <a:p>
                      <a:pPr algn="ctr"/>
                      <a:r>
                        <a:rPr lang="en-US" sz="1400"/>
                        <a:t>Content</a:t>
                      </a:r>
                    </a:p>
                  </a:txBody>
                  <a:tcPr anchor="ctr"/>
                </a:tc>
                <a:tc>
                  <a:txBody>
                    <a:bodyPr/>
                    <a:lstStyle/>
                    <a:p>
                      <a:pPr algn="ctr"/>
                      <a:r>
                        <a:rPr lang="en-US" sz="1400"/>
                        <a:t>Remarks</a:t>
                      </a:r>
                    </a:p>
                  </a:txBody>
                  <a:tcPr anchor="ctr"/>
                </a:tc>
                <a:extLst>
                  <a:ext uri="{0D108BD9-81ED-4DB2-BD59-A6C34878D82A}">
                    <a16:rowId xmlns:a16="http://schemas.microsoft.com/office/drawing/2014/main" val="1769501811"/>
                  </a:ext>
                </a:extLst>
              </a:tr>
              <a:tr h="475832">
                <a:tc>
                  <a:txBody>
                    <a:bodyPr/>
                    <a:lstStyle/>
                    <a:p>
                      <a:pPr algn="ctr"/>
                      <a:r>
                        <a:rPr lang="en-US" sz="1200" dirty="0"/>
                        <a:t>ARB Approval</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t>Oct 15</a:t>
                      </a:r>
                      <a:r>
                        <a:rPr lang="en-GB" sz="1200" kern="1200" baseline="30000" dirty="0">
                          <a:solidFill>
                            <a:schemeClr val="dk1"/>
                          </a:solidFill>
                          <a:latin typeface="+mn-lt"/>
                          <a:ea typeface="+mn-ea"/>
                          <a:cs typeface="+mn-cs"/>
                        </a:rPr>
                        <a:t>th</a:t>
                      </a:r>
                      <a:r>
                        <a:rPr lang="en-GB" sz="1200" dirty="0"/>
                        <a:t>, 2023</a:t>
                      </a:r>
                    </a:p>
                  </a:txBody>
                  <a:tcPr anchor="ctr"/>
                </a:tc>
                <a:tc>
                  <a:txBody>
                    <a:bodyPr/>
                    <a:lstStyle/>
                    <a:p>
                      <a:pPr algn="ctr"/>
                      <a:r>
                        <a:rPr lang="en-US" sz="1200" err="1"/>
                        <a:t>H.Lieuw</a:t>
                      </a:r>
                      <a:endParaRPr lang="en-US" sz="1200"/>
                    </a:p>
                  </a:txBody>
                  <a:tcPr anchor="ctr"/>
                </a:tc>
                <a:tc>
                  <a:txBody>
                    <a:bodyPr/>
                    <a:lstStyle/>
                    <a:p>
                      <a:pPr algn="ctr"/>
                      <a:r>
                        <a:rPr lang="en-US" sz="1200"/>
                        <a:t>Initial review and base architecture </a:t>
                      </a:r>
                      <a:r>
                        <a:rPr lang="en-US" sz="1200" err="1"/>
                        <a:t>aproval</a:t>
                      </a:r>
                      <a:endParaRPr lang="en-US" sz="1200"/>
                    </a:p>
                  </a:txBody>
                  <a:tcPr anchor="ctr"/>
                </a:tc>
                <a:tc>
                  <a:txBody>
                    <a:bodyPr/>
                    <a:lstStyle/>
                    <a:p>
                      <a:pPr algn="ctr"/>
                      <a:endParaRPr lang="en-US" sz="1000" dirty="0"/>
                    </a:p>
                  </a:txBody>
                  <a:tcPr anchor="ctr"/>
                </a:tc>
                <a:extLst>
                  <a:ext uri="{0D108BD9-81ED-4DB2-BD59-A6C34878D82A}">
                    <a16:rowId xmlns:a16="http://schemas.microsoft.com/office/drawing/2014/main" val="4043766701"/>
                  </a:ext>
                </a:extLst>
              </a:tr>
              <a:tr h="475832">
                <a:tc>
                  <a:txBody>
                    <a:bodyPr/>
                    <a:lstStyle/>
                    <a:p>
                      <a:pPr marL="0" algn="ctr" defTabSz="914400" rtl="0" eaLnBrk="1" latinLnBrk="0" hangingPunct="1"/>
                      <a:r>
                        <a:rPr lang="en-US" sz="1200" kern="1200">
                          <a:solidFill>
                            <a:schemeClr val="dk1"/>
                          </a:solidFill>
                          <a:latin typeface="+mn-lt"/>
                          <a:ea typeface="+mn-ea"/>
                          <a:cs typeface="+mn-cs"/>
                        </a:rPr>
                        <a:t>Solution Baseline and Target Architecture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dk1"/>
                        </a:solidFill>
                        <a:latin typeface="+mn-lt"/>
                        <a:ea typeface="+mn-ea"/>
                        <a:cs typeface="+mn-cs"/>
                      </a:endParaRPr>
                    </a:p>
                  </a:txBody>
                  <a:tcPr/>
                </a:tc>
                <a:tc>
                  <a:txBody>
                    <a:bodyPr/>
                    <a:lstStyle/>
                    <a:p>
                      <a:pPr marL="0" algn="ctr" defTabSz="914400" rtl="0" eaLnBrk="1" latinLnBrk="0" hangingPunct="1"/>
                      <a:r>
                        <a:rPr lang="en-US" sz="1200" kern="1200" err="1">
                          <a:solidFill>
                            <a:schemeClr val="dk1"/>
                          </a:solidFill>
                          <a:latin typeface="+mn-lt"/>
                          <a:ea typeface="+mn-ea"/>
                          <a:cs typeface="+mn-cs"/>
                        </a:rPr>
                        <a:t>H.Lieuw</a:t>
                      </a:r>
                      <a:endParaRPr lang="en-US" sz="1200" kern="1200">
                        <a:solidFill>
                          <a:schemeClr val="dk1"/>
                        </a:solidFill>
                        <a:latin typeface="+mn-lt"/>
                        <a:ea typeface="+mn-ea"/>
                        <a:cs typeface="+mn-cs"/>
                      </a:endParaRPr>
                    </a:p>
                  </a:txBody>
                  <a:tcPr/>
                </a:tc>
                <a:tc>
                  <a:txBody>
                    <a:bodyPr/>
                    <a:lstStyle/>
                    <a:p>
                      <a:pPr marL="0" algn="ctr" defTabSz="914400" rtl="0" eaLnBrk="1" latinLnBrk="0" hangingPunct="1"/>
                      <a:r>
                        <a:rPr lang="en-US" sz="1200" kern="1200">
                          <a:solidFill>
                            <a:schemeClr val="dk1"/>
                          </a:solidFill>
                          <a:latin typeface="+mn-lt"/>
                          <a:ea typeface="+mn-ea"/>
                          <a:cs typeface="+mn-cs"/>
                        </a:rPr>
                        <a:t>High Level Design Review</a:t>
                      </a:r>
                    </a:p>
                  </a:txBody>
                  <a:tcPr/>
                </a:tc>
                <a:tc>
                  <a:txBody>
                    <a:bodyPr/>
                    <a:lstStyle/>
                    <a:p>
                      <a:endParaRPr lang="en-US" sz="1000"/>
                    </a:p>
                  </a:txBody>
                  <a:tcPr/>
                </a:tc>
                <a:extLst>
                  <a:ext uri="{0D108BD9-81ED-4DB2-BD59-A6C34878D82A}">
                    <a16:rowId xmlns:a16="http://schemas.microsoft.com/office/drawing/2014/main" val="769489627"/>
                  </a:ext>
                </a:extLst>
              </a:tr>
              <a:tr h="475832">
                <a:tc>
                  <a:txBody>
                    <a:bodyPr/>
                    <a:lstStyle/>
                    <a:p>
                      <a:pPr algn="l"/>
                      <a:endParaRPr lang="en-US" sz="14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p>
                  </a:txBody>
                  <a:tcPr/>
                </a:tc>
                <a:tc>
                  <a:txBody>
                    <a:bodyPr/>
                    <a:lstStyle/>
                    <a:p>
                      <a:endParaRPr lang="en-US" sz="1200"/>
                    </a:p>
                  </a:txBody>
                  <a:tcPr/>
                </a:tc>
                <a:tc>
                  <a:txBody>
                    <a:bodyPr/>
                    <a:lstStyle/>
                    <a:p>
                      <a:endParaRPr lang="en-US" sz="1200"/>
                    </a:p>
                  </a:txBody>
                  <a:tcPr/>
                </a:tc>
                <a:tc>
                  <a:txBody>
                    <a:bodyPr/>
                    <a:lstStyle/>
                    <a:p>
                      <a:endParaRPr lang="en-US" sz="1000" dirty="0"/>
                    </a:p>
                  </a:txBody>
                  <a:tcPr/>
                </a:tc>
                <a:extLst>
                  <a:ext uri="{0D108BD9-81ED-4DB2-BD59-A6C34878D82A}">
                    <a16:rowId xmlns:a16="http://schemas.microsoft.com/office/drawing/2014/main" val="1093394632"/>
                  </a:ext>
                </a:extLst>
              </a:tr>
            </a:tbl>
          </a:graphicData>
        </a:graphic>
      </p:graphicFrame>
    </p:spTree>
    <p:extLst>
      <p:ext uri="{BB962C8B-B14F-4D97-AF65-F5344CB8AC3E}">
        <p14:creationId xmlns:p14="http://schemas.microsoft.com/office/powerpoint/2010/main" val="946398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3</a:t>
            </a:fld>
            <a:endParaRPr lang="en-US"/>
          </a:p>
        </p:txBody>
      </p:sp>
      <p:sp>
        <p:nvSpPr>
          <p:cNvPr id="2" name="Title 7">
            <a:extLst>
              <a:ext uri="{FF2B5EF4-FFF2-40B4-BE49-F238E27FC236}">
                <a16:creationId xmlns:a16="http://schemas.microsoft.com/office/drawing/2014/main" id="{F39B75BC-B39E-F7E1-4B25-8294B5F8564B}"/>
              </a:ext>
            </a:extLst>
          </p:cNvPr>
          <p:cNvSpPr>
            <a:spLocks noGrp="1"/>
          </p:cNvSpPr>
          <p:nvPr>
            <p:ph type="title"/>
          </p:nvPr>
        </p:nvSpPr>
        <p:spPr>
          <a:xfrm>
            <a:off x="579600" y="116631"/>
            <a:ext cx="10515600" cy="1063987"/>
          </a:xfrm>
        </p:spPr>
        <p:txBody>
          <a:bodyPr/>
          <a:lstStyle/>
          <a:p>
            <a:r>
              <a:rPr lang="en-US" err="1"/>
              <a:t>Snyk</a:t>
            </a:r>
            <a:r>
              <a:rPr lang="en-US"/>
              <a:t> Open Source</a:t>
            </a:r>
          </a:p>
        </p:txBody>
      </p:sp>
      <p:graphicFrame>
        <p:nvGraphicFramePr>
          <p:cNvPr id="3" name="Table 2">
            <a:extLst>
              <a:ext uri="{FF2B5EF4-FFF2-40B4-BE49-F238E27FC236}">
                <a16:creationId xmlns:a16="http://schemas.microsoft.com/office/drawing/2014/main" id="{7CCD0520-FB86-EECE-18E7-FFB93CD37C0B}"/>
              </a:ext>
            </a:extLst>
          </p:cNvPr>
          <p:cNvGraphicFramePr>
            <a:graphicFrameLocks noGrp="1"/>
          </p:cNvGraphicFramePr>
          <p:nvPr>
            <p:extLst>
              <p:ext uri="{D42A27DB-BD31-4B8C-83A1-F6EECF244321}">
                <p14:modId xmlns:p14="http://schemas.microsoft.com/office/powerpoint/2010/main" val="598571502"/>
              </p:ext>
            </p:extLst>
          </p:nvPr>
        </p:nvGraphicFramePr>
        <p:xfrm>
          <a:off x="898259" y="3785737"/>
          <a:ext cx="9316254" cy="2421488"/>
        </p:xfrm>
        <a:graphic>
          <a:graphicData uri="http://schemas.openxmlformats.org/drawingml/2006/table">
            <a:tbl>
              <a:tblPr firstRow="1" bandRow="1">
                <a:tableStyleId>{B301B821-A1FF-4177-AEE7-76D212191A09}</a:tableStyleId>
              </a:tblPr>
              <a:tblGrid>
                <a:gridCol w="1741357">
                  <a:extLst>
                    <a:ext uri="{9D8B030D-6E8A-4147-A177-3AD203B41FA5}">
                      <a16:colId xmlns:a16="http://schemas.microsoft.com/office/drawing/2014/main" val="3751181812"/>
                    </a:ext>
                  </a:extLst>
                </a:gridCol>
                <a:gridCol w="1532587">
                  <a:extLst>
                    <a:ext uri="{9D8B030D-6E8A-4147-A177-3AD203B41FA5}">
                      <a16:colId xmlns:a16="http://schemas.microsoft.com/office/drawing/2014/main" val="2641839017"/>
                    </a:ext>
                  </a:extLst>
                </a:gridCol>
                <a:gridCol w="1311310">
                  <a:extLst>
                    <a:ext uri="{9D8B030D-6E8A-4147-A177-3AD203B41FA5}">
                      <a16:colId xmlns:a16="http://schemas.microsoft.com/office/drawing/2014/main" val="4017966237"/>
                    </a:ext>
                  </a:extLst>
                </a:gridCol>
                <a:gridCol w="4731000">
                  <a:extLst>
                    <a:ext uri="{9D8B030D-6E8A-4147-A177-3AD203B41FA5}">
                      <a16:colId xmlns:a16="http://schemas.microsoft.com/office/drawing/2014/main" val="500094509"/>
                    </a:ext>
                  </a:extLst>
                </a:gridCol>
              </a:tblGrid>
              <a:tr h="475832">
                <a:tc>
                  <a:txBody>
                    <a:bodyPr/>
                    <a:lstStyle/>
                    <a:p>
                      <a:pPr algn="ctr"/>
                      <a:r>
                        <a:rPr lang="en-US" sz="1400"/>
                        <a:t>Motivation &amp; foundation</a:t>
                      </a:r>
                    </a:p>
                  </a:txBody>
                  <a:tcPr anchor="ctr"/>
                </a:tc>
                <a:tc>
                  <a:txBody>
                    <a:bodyPr/>
                    <a:lstStyle/>
                    <a:p>
                      <a:pPr algn="ctr"/>
                      <a:r>
                        <a:rPr lang="en-US" sz="1400"/>
                        <a:t>Baseline &amp; Target</a:t>
                      </a:r>
                    </a:p>
                  </a:txBody>
                  <a:tcPr anchor="ctr"/>
                </a:tc>
                <a:tc>
                  <a:txBody>
                    <a:bodyPr/>
                    <a:lstStyle/>
                    <a:p>
                      <a:pPr algn="ctr"/>
                      <a:r>
                        <a:rPr lang="en-US" sz="1400"/>
                        <a:t>Realization</a:t>
                      </a:r>
                    </a:p>
                  </a:txBody>
                  <a:tcPr anchor="ctr"/>
                </a:tc>
                <a:tc>
                  <a:txBody>
                    <a:bodyPr/>
                    <a:lstStyle/>
                    <a:p>
                      <a:pPr algn="ctr"/>
                      <a:r>
                        <a:rPr lang="en-US" sz="1400"/>
                        <a:t>Summary</a:t>
                      </a:r>
                    </a:p>
                  </a:txBody>
                  <a:tcPr anchor="ctr"/>
                </a:tc>
                <a:extLst>
                  <a:ext uri="{0D108BD9-81ED-4DB2-BD59-A6C34878D82A}">
                    <a16:rowId xmlns:a16="http://schemas.microsoft.com/office/drawing/2014/main" val="1769501811"/>
                  </a:ext>
                </a:extLst>
              </a:tr>
              <a:tr h="475832">
                <a:tc>
                  <a:txBody>
                    <a:bodyPr/>
                    <a:lstStyle/>
                    <a:p>
                      <a:pPr algn="ctr"/>
                      <a:r>
                        <a:rPr lang="en-US" sz="1200" dirty="0">
                          <a:solidFill>
                            <a:schemeClr val="tx1"/>
                          </a:solidFill>
                        </a:rPr>
                        <a:t>ACBSD-3141</a:t>
                      </a:r>
                    </a:p>
                  </a:txBody>
                  <a:tcPr anchor="ctr"/>
                </a:tc>
                <a:tc>
                  <a:txBody>
                    <a:bodyPr/>
                    <a:lstStyle/>
                    <a:p>
                      <a:pPr algn="ctr"/>
                      <a:endParaRPr lang="en-US" sz="1200">
                        <a:solidFill>
                          <a:schemeClr val="tx1"/>
                        </a:solidFill>
                      </a:endParaRPr>
                    </a:p>
                  </a:txBody>
                  <a:tcPr anchor="ctr"/>
                </a:tc>
                <a:tc>
                  <a:txBody>
                    <a:bodyPr/>
                    <a:lstStyle/>
                    <a:p>
                      <a:pPr algn="ctr"/>
                      <a:endParaRPr lang="en-US" sz="1200">
                        <a:solidFill>
                          <a:schemeClr val="tx1"/>
                        </a:solidFill>
                      </a:endParaRPr>
                    </a:p>
                  </a:txBody>
                  <a:tcPr anchor="ctr"/>
                </a:tc>
                <a:tc>
                  <a:txBody>
                    <a:bodyPr/>
                    <a:lstStyle/>
                    <a:p>
                      <a:pPr algn="ctr"/>
                      <a:r>
                        <a:rPr lang="en-US" sz="1000">
                          <a:solidFill>
                            <a:schemeClr val="tx1"/>
                          </a:solidFill>
                        </a:rPr>
                        <a:t>GTS service adoption and development</a:t>
                      </a:r>
                    </a:p>
                  </a:txBody>
                  <a:tcPr anchor="ctr"/>
                </a:tc>
                <a:extLst>
                  <a:ext uri="{0D108BD9-81ED-4DB2-BD59-A6C34878D82A}">
                    <a16:rowId xmlns:a16="http://schemas.microsoft.com/office/drawing/2014/main" val="4043766701"/>
                  </a:ext>
                </a:extLst>
              </a:tr>
              <a:tr h="4758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nchor="ctr"/>
                </a:tc>
                <a:tc>
                  <a:txBody>
                    <a:bodyPr/>
                    <a:lstStyle/>
                    <a:p>
                      <a:pPr algn="ctr"/>
                      <a:endParaRPr lang="en-US" sz="1200"/>
                    </a:p>
                  </a:txBody>
                  <a:tcPr anchor="ctr"/>
                </a:tc>
                <a:tc>
                  <a:txBody>
                    <a:bodyPr/>
                    <a:lstStyle/>
                    <a:p>
                      <a:pPr algn="ctr"/>
                      <a:r>
                        <a:rPr lang="en-US" sz="1000"/>
                        <a:t>GTS HLD Approval process</a:t>
                      </a:r>
                    </a:p>
                  </a:txBody>
                  <a:tcPr anchor="ctr"/>
                </a:tc>
                <a:extLst>
                  <a:ext uri="{0D108BD9-81ED-4DB2-BD59-A6C34878D82A}">
                    <a16:rowId xmlns:a16="http://schemas.microsoft.com/office/drawing/2014/main" val="3763107460"/>
                  </a:ext>
                </a:extLst>
              </a:tr>
              <a:tr h="4758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p>
                  </a:txBody>
                  <a:tcPr/>
                </a:tc>
                <a:tc>
                  <a:txBody>
                    <a:bodyPr/>
                    <a:lstStyle/>
                    <a:p>
                      <a:endParaRPr lang="en-US" sz="1200"/>
                    </a:p>
                  </a:txBody>
                  <a:tcPr/>
                </a:tc>
                <a:tc>
                  <a:txBody>
                    <a:bodyPr/>
                    <a:lstStyle/>
                    <a:p>
                      <a:endParaRPr lang="en-US" sz="1200"/>
                    </a:p>
                  </a:txBody>
                  <a:tcPr/>
                </a:tc>
                <a:tc>
                  <a:txBody>
                    <a:bodyPr/>
                    <a:lstStyle/>
                    <a:p>
                      <a:endParaRPr lang="en-US" sz="1000"/>
                    </a:p>
                  </a:txBody>
                  <a:tcPr/>
                </a:tc>
                <a:extLst>
                  <a:ext uri="{0D108BD9-81ED-4DB2-BD59-A6C34878D82A}">
                    <a16:rowId xmlns:a16="http://schemas.microsoft.com/office/drawing/2014/main" val="373925714"/>
                  </a:ext>
                </a:extLst>
              </a:tr>
              <a:tr h="4758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p>
                  </a:txBody>
                  <a:tcPr/>
                </a:tc>
                <a:tc>
                  <a:txBody>
                    <a:bodyPr/>
                    <a:lstStyle/>
                    <a:p>
                      <a:endParaRPr lang="en-US" sz="1200"/>
                    </a:p>
                  </a:txBody>
                  <a:tcPr/>
                </a:tc>
                <a:tc>
                  <a:txBody>
                    <a:bodyPr/>
                    <a:lstStyle/>
                    <a:p>
                      <a:endParaRPr lang="en-US" sz="1200"/>
                    </a:p>
                  </a:txBody>
                  <a:tcPr/>
                </a:tc>
                <a:tc>
                  <a:txBody>
                    <a:bodyPr/>
                    <a:lstStyle/>
                    <a:p>
                      <a:endParaRPr lang="en-US" sz="1000" dirty="0"/>
                    </a:p>
                  </a:txBody>
                  <a:tcPr/>
                </a:tc>
                <a:extLst>
                  <a:ext uri="{0D108BD9-81ED-4DB2-BD59-A6C34878D82A}">
                    <a16:rowId xmlns:a16="http://schemas.microsoft.com/office/drawing/2014/main" val="3555240197"/>
                  </a:ext>
                </a:extLst>
              </a:tr>
            </a:tbl>
          </a:graphicData>
        </a:graphic>
      </p:graphicFrame>
      <p:sp>
        <p:nvSpPr>
          <p:cNvPr id="4" name="TextBox 3">
            <a:extLst>
              <a:ext uri="{FF2B5EF4-FFF2-40B4-BE49-F238E27FC236}">
                <a16:creationId xmlns:a16="http://schemas.microsoft.com/office/drawing/2014/main" id="{46263954-D867-0C03-885E-DB2B5CEB6E98}"/>
              </a:ext>
            </a:extLst>
          </p:cNvPr>
          <p:cNvSpPr txBox="1"/>
          <p:nvPr/>
        </p:nvSpPr>
        <p:spPr>
          <a:xfrm>
            <a:off x="452645" y="1303006"/>
            <a:ext cx="10207482" cy="1903085"/>
          </a:xfrm>
          <a:prstGeom prst="rect">
            <a:avLst/>
          </a:prstGeom>
          <a:noFill/>
        </p:spPr>
        <p:txBody>
          <a:bodyPr wrap="square" rtlCol="0">
            <a:spAutoFit/>
          </a:bodyPr>
          <a:lstStyle/>
          <a:p>
            <a:r>
              <a:rPr lang="en-GB" sz="1600" dirty="0">
                <a:ln w="0"/>
              </a:rPr>
              <a:t>Below table shows inflight work related to the </a:t>
            </a:r>
            <a:r>
              <a:rPr lang="en-GB" sz="1600" dirty="0" err="1">
                <a:ln w="0"/>
              </a:rPr>
              <a:t>Snyk</a:t>
            </a:r>
            <a:r>
              <a:rPr lang="en-GB" sz="1600" dirty="0">
                <a:ln w="0"/>
              </a:rPr>
              <a:t> service, </a:t>
            </a:r>
          </a:p>
          <a:p>
            <a:endParaRPr lang="en-GB" sz="1600" dirty="0">
              <a:ln w="0"/>
            </a:endParaRPr>
          </a:p>
          <a:p>
            <a:pPr marL="342900" lvl="0" indent="-342900">
              <a:spcAft>
                <a:spcPts val="1250"/>
              </a:spcAft>
              <a:buFont typeface="Symbol" panose="05050102010706020507" pitchFamily="18" charset="2"/>
              <a:buChar char=""/>
            </a:pPr>
            <a:r>
              <a:rPr lang="en-US" sz="1600" u="sng" dirty="0">
                <a:solidFill>
                  <a:srgbClr val="641EE0"/>
                </a:solidFill>
                <a:effectLst/>
                <a:latin typeface="Arial" panose="020B0604020202020204" pitchFamily="34" charset="0"/>
                <a:ea typeface="Arial" panose="020B0604020202020204" pitchFamily="34" charset="0"/>
                <a:cs typeface="Times New Roman" panose="02020603050405020304" pitchFamily="18" charset="0"/>
                <a:hlinkClick r:id="rId3"/>
              </a:rPr>
              <a:t>Design Repository</a:t>
            </a:r>
            <a:endParaRPr lang="en-GB" sz="1600" dirty="0">
              <a:effectLst/>
              <a:latin typeface="Arial" panose="020B0604020202020204" pitchFamily="34" charset="0"/>
              <a:ea typeface="Arial" panose="020B0604020202020204" pitchFamily="34" charset="0"/>
              <a:cs typeface="Times New Roman" panose="02020603050405020304" pitchFamily="18" charset="0"/>
            </a:endParaRPr>
          </a:p>
          <a:p>
            <a:pPr lvl="0">
              <a:spcAft>
                <a:spcPts val="1250"/>
              </a:spcAft>
              <a:buNone/>
            </a:pPr>
            <a:endParaRPr lang="en-GB" sz="1600" dirty="0">
              <a:effectLst/>
              <a:latin typeface="Arial" panose="020B0604020202020204" pitchFamily="34" charset="0"/>
              <a:ea typeface="Arial" panose="020B0604020202020204" pitchFamily="34" charset="0"/>
              <a:cs typeface="Times New Roman" panose="02020603050405020304" pitchFamily="18" charset="0"/>
            </a:endParaRPr>
          </a:p>
          <a:p>
            <a:endParaRPr lang="en-GB" sz="1600" dirty="0">
              <a:ln w="0"/>
            </a:endParaRPr>
          </a:p>
        </p:txBody>
      </p:sp>
    </p:spTree>
    <p:extLst>
      <p:ext uri="{BB962C8B-B14F-4D97-AF65-F5344CB8AC3E}">
        <p14:creationId xmlns:p14="http://schemas.microsoft.com/office/powerpoint/2010/main" val="1816451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4</a:t>
            </a:fld>
            <a:endParaRPr lang="en-US"/>
          </a:p>
        </p:txBody>
      </p:sp>
      <p:sp>
        <p:nvSpPr>
          <p:cNvPr id="2" name="Title 11">
            <a:extLst>
              <a:ext uri="{FF2B5EF4-FFF2-40B4-BE49-F238E27FC236}">
                <a16:creationId xmlns:a16="http://schemas.microsoft.com/office/drawing/2014/main" id="{A5137F86-8207-594E-00B8-71AADA717479}"/>
              </a:ext>
            </a:extLst>
          </p:cNvPr>
          <p:cNvSpPr>
            <a:spLocks noGrp="1"/>
          </p:cNvSpPr>
          <p:nvPr>
            <p:ph type="title"/>
          </p:nvPr>
        </p:nvSpPr>
        <p:spPr>
          <a:xfrm>
            <a:off x="579438" y="260647"/>
            <a:ext cx="10515600" cy="919971"/>
          </a:xfrm>
        </p:spPr>
        <p:txBody>
          <a:bodyPr/>
          <a:lstStyle/>
          <a:p>
            <a:r>
              <a:rPr lang="en-US" dirty="0"/>
              <a:t>Data quality management</a:t>
            </a:r>
          </a:p>
        </p:txBody>
      </p:sp>
      <p:sp>
        <p:nvSpPr>
          <p:cNvPr id="10" name="Text Placeholder 13">
            <a:extLst>
              <a:ext uri="{FF2B5EF4-FFF2-40B4-BE49-F238E27FC236}">
                <a16:creationId xmlns:a16="http://schemas.microsoft.com/office/drawing/2014/main" id="{8B85E280-78C8-00FC-A9CA-9151BA97921A}"/>
              </a:ext>
            </a:extLst>
          </p:cNvPr>
          <p:cNvSpPr txBox="1">
            <a:spLocks/>
          </p:cNvSpPr>
          <p:nvPr/>
        </p:nvSpPr>
        <p:spPr>
          <a:xfrm>
            <a:off x="438630" y="883400"/>
            <a:ext cx="10656408" cy="462986"/>
          </a:xfrm>
          <a:prstGeom prst="rect">
            <a:avLst/>
          </a:prstGeom>
        </p:spPr>
        <p:txBody>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pPr>
              <a:buNone/>
            </a:pPr>
            <a:r>
              <a:rPr lang="en-US" sz="2000" b="1" dirty="0"/>
              <a:t>Overview</a:t>
            </a:r>
            <a:r>
              <a:rPr lang="en-US" dirty="0"/>
              <a:t> </a:t>
            </a:r>
          </a:p>
        </p:txBody>
      </p:sp>
      <p:sp>
        <p:nvSpPr>
          <p:cNvPr id="11" name="TextBox 10">
            <a:extLst>
              <a:ext uri="{FF2B5EF4-FFF2-40B4-BE49-F238E27FC236}">
                <a16:creationId xmlns:a16="http://schemas.microsoft.com/office/drawing/2014/main" id="{B76827D9-212E-9641-0B1E-BAD7F07C804C}"/>
              </a:ext>
            </a:extLst>
          </p:cNvPr>
          <p:cNvSpPr txBox="1"/>
          <p:nvPr/>
        </p:nvSpPr>
        <p:spPr>
          <a:xfrm>
            <a:off x="438630" y="3244334"/>
            <a:ext cx="4048929" cy="369332"/>
          </a:xfrm>
          <a:prstGeom prst="rect">
            <a:avLst/>
          </a:prstGeom>
          <a:noFill/>
        </p:spPr>
        <p:txBody>
          <a:bodyPr wrap="none" rtlCol="0">
            <a:spAutoFit/>
          </a:bodyPr>
          <a:lstStyle/>
          <a:p>
            <a:r>
              <a:rPr lang="en-US" b="1" i="1" dirty="0">
                <a:solidFill>
                  <a:srgbClr val="7030A0"/>
                </a:solidFill>
              </a:rPr>
              <a:t>Business Case &amp; Promise of Value </a:t>
            </a:r>
            <a:endParaRPr lang="en-US" b="1" dirty="0">
              <a:solidFill>
                <a:srgbClr val="7030A0"/>
              </a:solidFill>
            </a:endParaRPr>
          </a:p>
        </p:txBody>
      </p:sp>
      <p:sp>
        <p:nvSpPr>
          <p:cNvPr id="12" name="TextBox 11">
            <a:extLst>
              <a:ext uri="{FF2B5EF4-FFF2-40B4-BE49-F238E27FC236}">
                <a16:creationId xmlns:a16="http://schemas.microsoft.com/office/drawing/2014/main" id="{038BF65D-2425-74AE-954E-90662F0196BC}"/>
              </a:ext>
            </a:extLst>
          </p:cNvPr>
          <p:cNvSpPr txBox="1"/>
          <p:nvPr/>
        </p:nvSpPr>
        <p:spPr>
          <a:xfrm>
            <a:off x="579438" y="1183122"/>
            <a:ext cx="10384277" cy="1807048"/>
          </a:xfrm>
          <a:prstGeom prst="rect">
            <a:avLst/>
          </a:prstGeom>
          <a:solidFill>
            <a:schemeClr val="bg1">
              <a:lumMod val="95000"/>
            </a:schemeClr>
          </a:solidFill>
        </p:spPr>
        <p:txBody>
          <a:bodyPr wrap="square" rtlCol="0">
            <a:normAutofit/>
          </a:bodyPr>
          <a:lstStyle/>
          <a:p>
            <a:pPr>
              <a:lnSpc>
                <a:spcPct val="115000"/>
              </a:lnSpc>
              <a:spcAft>
                <a:spcPts val="300"/>
              </a:spcAft>
            </a:pPr>
            <a:r>
              <a:rPr lang="en-US" sz="1800" dirty="0">
                <a:effectLst/>
                <a:latin typeface="Arial" panose="020B0604020202020204" pitchFamily="34" charset="0"/>
                <a:ea typeface="Arial" panose="020B0604020202020204" pitchFamily="34" charset="0"/>
                <a:cs typeface="Arial" panose="020B0604020202020204" pitchFamily="34" charset="0"/>
              </a:rPr>
              <a:t>Improving data quality is crucial for effective business management and market opportunity identification. Current data issues increase costs and risks due to manual work and validation. Enhancing data quality, reducing fragmentation, and eliminating manual data handling can lower costs and provide better, more reliable insights. Data quality metrics will support business units in reaching consumers and maintaining trust, while protecting against corporate liability in handling sensitive data</a:t>
            </a:r>
            <a:endParaRPr lang="en-GB" sz="1800" dirty="0">
              <a:effectLst/>
              <a:latin typeface="Arial" panose="020B0604020202020204" pitchFamily="34" charset="0"/>
              <a:ea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12E8663C-AA01-C6EB-E2C6-563C6038491A}"/>
              </a:ext>
            </a:extLst>
          </p:cNvPr>
          <p:cNvSpPr txBox="1"/>
          <p:nvPr/>
        </p:nvSpPr>
        <p:spPr>
          <a:xfrm>
            <a:off x="579438" y="3613667"/>
            <a:ext cx="9791776" cy="2590076"/>
          </a:xfrm>
          <a:prstGeom prst="rect">
            <a:avLst/>
          </a:prstGeom>
          <a:solidFill>
            <a:schemeClr val="bg1">
              <a:lumMod val="95000"/>
            </a:schemeClr>
          </a:solidFill>
        </p:spPr>
        <p:txBody>
          <a:bodyPr wrap="square" rtlCol="0">
            <a:noAutofit/>
          </a:bodyPr>
          <a:lstStyle/>
          <a:p>
            <a:pPr>
              <a:lnSpc>
                <a:spcPct val="115000"/>
              </a:lnSpc>
              <a:spcAft>
                <a:spcPts val="300"/>
              </a:spcAft>
            </a:pPr>
            <a:r>
              <a:rPr lang="en-GB" sz="1400" dirty="0">
                <a:latin typeface="Arial" panose="020B0604020202020204" pitchFamily="34" charset="0"/>
                <a:cs typeface="Times New Roman" panose="02020603050405020304" pitchFamily="18" charset="0"/>
              </a:rPr>
              <a:t>The business case for the Data Quality management is;</a:t>
            </a:r>
          </a:p>
          <a:p>
            <a:pPr marL="171450" indent="-171450">
              <a:lnSpc>
                <a:spcPct val="115000"/>
              </a:lnSpc>
              <a:spcAft>
                <a:spcPts val="300"/>
              </a:spcAft>
              <a:buFont typeface="Arial" panose="020B0604020202020204" pitchFamily="34" charset="0"/>
              <a:buChar char="•"/>
            </a:pPr>
            <a:r>
              <a:rPr lang="en-US" sz="1400" dirty="0">
                <a:latin typeface="Arial" panose="020B0604020202020204" pitchFamily="34" charset="0"/>
                <a:cs typeface="Times New Roman" panose="02020603050405020304" pitchFamily="18" charset="0"/>
              </a:rPr>
              <a:t>Effective Business Management / Better Insight: Enhanced data quality allows for more reliable insight and better decision-making and management.</a:t>
            </a:r>
          </a:p>
          <a:p>
            <a:pPr marL="171450" indent="-171450">
              <a:lnSpc>
                <a:spcPct val="115000"/>
              </a:lnSpc>
              <a:spcAft>
                <a:spcPts val="300"/>
              </a:spcAft>
              <a:buFont typeface="Arial" panose="020B0604020202020204" pitchFamily="34" charset="0"/>
              <a:buChar char="•"/>
            </a:pPr>
            <a:r>
              <a:rPr lang="en-US" sz="1400" dirty="0">
                <a:latin typeface="Arial" panose="020B0604020202020204" pitchFamily="34" charset="0"/>
                <a:cs typeface="Times New Roman" panose="02020603050405020304" pitchFamily="18" charset="0"/>
              </a:rPr>
              <a:t>Market Opportunity Identification: High-quality data helps in spotting new market opportunities.</a:t>
            </a:r>
          </a:p>
          <a:p>
            <a:pPr marL="171450" indent="-171450">
              <a:lnSpc>
                <a:spcPct val="115000"/>
              </a:lnSpc>
              <a:spcAft>
                <a:spcPts val="300"/>
              </a:spcAft>
              <a:buFont typeface="Arial" panose="020B0604020202020204" pitchFamily="34" charset="0"/>
              <a:buChar char="•"/>
            </a:pPr>
            <a:r>
              <a:rPr lang="en-US" sz="1400" dirty="0">
                <a:latin typeface="Arial" panose="020B0604020202020204" pitchFamily="34" charset="0"/>
                <a:cs typeface="Times New Roman" panose="02020603050405020304" pitchFamily="18" charset="0"/>
              </a:rPr>
              <a:t>Cost Reduction: Improving data quality and reducing manual work lowers operational costs.</a:t>
            </a:r>
          </a:p>
          <a:p>
            <a:pPr marL="171450" indent="-171450">
              <a:lnSpc>
                <a:spcPct val="115000"/>
              </a:lnSpc>
              <a:spcAft>
                <a:spcPts val="300"/>
              </a:spcAft>
              <a:buFont typeface="Arial" panose="020B0604020202020204" pitchFamily="34" charset="0"/>
              <a:buChar char="•"/>
            </a:pPr>
            <a:r>
              <a:rPr lang="en-US" sz="1400" dirty="0">
                <a:latin typeface="Arial" panose="020B0604020202020204" pitchFamily="34" charset="0"/>
                <a:cs typeface="Times New Roman" panose="02020603050405020304" pitchFamily="18" charset="0"/>
              </a:rPr>
              <a:t>Risk Mitigation: Reliable data minimizes risks associated with manual validation and errors.</a:t>
            </a:r>
          </a:p>
          <a:p>
            <a:pPr marL="171450" indent="-171450">
              <a:lnSpc>
                <a:spcPct val="115000"/>
              </a:lnSpc>
              <a:spcAft>
                <a:spcPts val="300"/>
              </a:spcAft>
              <a:buFont typeface="Arial" panose="020B0604020202020204" pitchFamily="34" charset="0"/>
              <a:buChar char="•"/>
            </a:pPr>
            <a:r>
              <a:rPr lang="en-US" sz="1400" dirty="0">
                <a:latin typeface="Arial" panose="020B0604020202020204" pitchFamily="34" charset="0"/>
                <a:cs typeface="Times New Roman" panose="02020603050405020304" pitchFamily="18" charset="0"/>
              </a:rPr>
              <a:t>Corporate Liability Protection: Proper data handling shields the company from legal risks related to sensitive data.</a:t>
            </a:r>
          </a:p>
        </p:txBody>
      </p:sp>
    </p:spTree>
    <p:extLst>
      <p:ext uri="{BB962C8B-B14F-4D97-AF65-F5344CB8AC3E}">
        <p14:creationId xmlns:p14="http://schemas.microsoft.com/office/powerpoint/2010/main" val="4015316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5</a:t>
            </a:fld>
            <a:endParaRPr lang="en-US"/>
          </a:p>
        </p:txBody>
      </p:sp>
      <p:sp>
        <p:nvSpPr>
          <p:cNvPr id="2" name="Title 1">
            <a:extLst>
              <a:ext uri="{FF2B5EF4-FFF2-40B4-BE49-F238E27FC236}">
                <a16:creationId xmlns:a16="http://schemas.microsoft.com/office/drawing/2014/main" id="{6D0B1B2D-69C8-0178-19B2-0D2117FA28B7}"/>
              </a:ext>
            </a:extLst>
          </p:cNvPr>
          <p:cNvSpPr>
            <a:spLocks noGrp="1"/>
          </p:cNvSpPr>
          <p:nvPr>
            <p:ph type="title"/>
          </p:nvPr>
        </p:nvSpPr>
        <p:spPr>
          <a:xfrm>
            <a:off x="579438" y="1"/>
            <a:ext cx="10515600" cy="1180618"/>
          </a:xfrm>
          <a:prstGeom prst="rect">
            <a:avLst/>
          </a:prstGeom>
        </p:spPr>
        <p:txBody>
          <a:bodyPr lIns="0" tIns="0" rIns="0" bIns="72000" anchor="b" anchorCtr="0">
            <a:normAutofit/>
          </a:bodyPr>
          <a:lstStyle/>
          <a:p>
            <a:r>
              <a:rPr lang="en-US" dirty="0"/>
              <a:t>Example Capabilities</a:t>
            </a:r>
          </a:p>
        </p:txBody>
      </p:sp>
      <p:pic>
        <p:nvPicPr>
          <p:cNvPr id="9" name="Picture 8">
            <a:extLst>
              <a:ext uri="{FF2B5EF4-FFF2-40B4-BE49-F238E27FC236}">
                <a16:creationId xmlns:a16="http://schemas.microsoft.com/office/drawing/2014/main" id="{18BDAAF9-17C2-5F5A-6A09-E19DD634BAB2}"/>
              </a:ext>
            </a:extLst>
          </p:cNvPr>
          <p:cNvPicPr>
            <a:picLocks noChangeAspect="1"/>
          </p:cNvPicPr>
          <p:nvPr/>
        </p:nvPicPr>
        <p:blipFill>
          <a:blip r:embed="rId3"/>
          <a:stretch>
            <a:fillRect/>
          </a:stretch>
        </p:blipFill>
        <p:spPr>
          <a:xfrm>
            <a:off x="2677885" y="1704734"/>
            <a:ext cx="6690049" cy="4146914"/>
          </a:xfrm>
          <a:prstGeom prst="rect">
            <a:avLst/>
          </a:prstGeom>
        </p:spPr>
      </p:pic>
    </p:spTree>
    <p:extLst>
      <p:ext uri="{BB962C8B-B14F-4D97-AF65-F5344CB8AC3E}">
        <p14:creationId xmlns:p14="http://schemas.microsoft.com/office/powerpoint/2010/main" val="240190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6</a:t>
            </a:fld>
            <a:endParaRPr lang="en-US"/>
          </a:p>
        </p:txBody>
      </p:sp>
      <p:sp>
        <p:nvSpPr>
          <p:cNvPr id="2" name="Title 1">
            <a:extLst>
              <a:ext uri="{FF2B5EF4-FFF2-40B4-BE49-F238E27FC236}">
                <a16:creationId xmlns:a16="http://schemas.microsoft.com/office/drawing/2014/main" id="{6D0B1B2D-69C8-0178-19B2-0D2117FA28B7}"/>
              </a:ext>
            </a:extLst>
          </p:cNvPr>
          <p:cNvSpPr>
            <a:spLocks noGrp="1"/>
          </p:cNvSpPr>
          <p:nvPr>
            <p:ph type="title"/>
          </p:nvPr>
        </p:nvSpPr>
        <p:spPr>
          <a:xfrm>
            <a:off x="579438" y="1"/>
            <a:ext cx="10515600" cy="1180618"/>
          </a:xfrm>
          <a:prstGeom prst="rect">
            <a:avLst/>
          </a:prstGeom>
        </p:spPr>
        <p:txBody>
          <a:bodyPr lIns="0" tIns="0" rIns="0" bIns="72000" anchor="b" anchorCtr="0">
            <a:normAutofit/>
          </a:bodyPr>
          <a:lstStyle/>
          <a:p>
            <a:r>
              <a:rPr lang="en-US"/>
              <a:t>Baseline Architecture</a:t>
            </a:r>
          </a:p>
        </p:txBody>
      </p:sp>
      <p:sp>
        <p:nvSpPr>
          <p:cNvPr id="3" name="Text Placeholder 3">
            <a:extLst>
              <a:ext uri="{FF2B5EF4-FFF2-40B4-BE49-F238E27FC236}">
                <a16:creationId xmlns:a16="http://schemas.microsoft.com/office/drawing/2014/main" id="{DCCB1621-1874-8F26-8FFD-4136CCDA7DC8}"/>
              </a:ext>
            </a:extLst>
          </p:cNvPr>
          <p:cNvSpPr txBox="1">
            <a:spLocks/>
          </p:cNvSpPr>
          <p:nvPr/>
        </p:nvSpPr>
        <p:spPr>
          <a:xfrm>
            <a:off x="579438" y="1203769"/>
            <a:ext cx="10515600" cy="462986"/>
          </a:xfrm>
          <a:prstGeom prst="rect">
            <a:avLst/>
          </a:prstGeom>
        </p:spPr>
        <p:txBody>
          <a:bodyPr lIns="0">
            <a:norm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a:solidFill>
                  <a:schemeClr val="accent5">
                    <a:lumMod val="25000"/>
                  </a:schemeClr>
                </a:solidFill>
              </a:rPr>
              <a:t>Architecture view</a:t>
            </a:r>
          </a:p>
        </p:txBody>
      </p:sp>
      <p:sp>
        <p:nvSpPr>
          <p:cNvPr id="4" name="TextBox 3">
            <a:extLst>
              <a:ext uri="{FF2B5EF4-FFF2-40B4-BE49-F238E27FC236}">
                <a16:creationId xmlns:a16="http://schemas.microsoft.com/office/drawing/2014/main" id="{4EBE6E83-038C-D644-58FD-19EAA25EC3F8}"/>
              </a:ext>
            </a:extLst>
          </p:cNvPr>
          <p:cNvSpPr txBox="1"/>
          <p:nvPr/>
        </p:nvSpPr>
        <p:spPr>
          <a:xfrm>
            <a:off x="482778" y="1606042"/>
            <a:ext cx="9788058" cy="4425303"/>
          </a:xfrm>
          <a:prstGeom prst="rect">
            <a:avLst/>
          </a:prstGeom>
          <a:noFill/>
        </p:spPr>
        <p:txBody>
          <a:bodyPr wrap="square" rtlCol="0">
            <a:normAutofit/>
          </a:bodyPr>
          <a:lstStyle/>
          <a:p>
            <a:pPr>
              <a:lnSpc>
                <a:spcPct val="115000"/>
              </a:lnSpc>
              <a:spcAft>
                <a:spcPts val="300"/>
              </a:spcAft>
            </a:pPr>
            <a:r>
              <a:rPr lang="en-GB" dirty="0">
                <a:latin typeface="Arial" panose="020B0604020202020204" pitchFamily="34" charset="0"/>
                <a:ea typeface="Arial" panose="020B0604020202020204" pitchFamily="34" charset="0"/>
                <a:cs typeface="Arial" panose="020B0604020202020204" pitchFamily="34" charset="0"/>
              </a:rPr>
              <a:t>To simplify data access, handling and permissions, the vendor applications will be set up on local EC2 instances within CT AWS account, configured as per vendor specifications.</a:t>
            </a:r>
            <a:br>
              <a:rPr lang="en-GB" dirty="0">
                <a:latin typeface="Arial" panose="020B0604020202020204" pitchFamily="34" charset="0"/>
                <a:ea typeface="Arial" panose="020B0604020202020204" pitchFamily="34" charset="0"/>
                <a:cs typeface="Arial" panose="020B0604020202020204" pitchFamily="34" charset="0"/>
              </a:rPr>
            </a:br>
            <a:br>
              <a:rPr lang="en-GB" dirty="0">
                <a:latin typeface="Arial" panose="020B0604020202020204" pitchFamily="34" charset="0"/>
                <a:ea typeface="Arial" panose="020B0604020202020204" pitchFamily="34" charset="0"/>
                <a:cs typeface="Arial" panose="020B0604020202020204" pitchFamily="34" charset="0"/>
              </a:rPr>
            </a:br>
            <a:r>
              <a:rPr lang="en-GB" dirty="0">
                <a:latin typeface="Arial" panose="020B0604020202020204" pitchFamily="34" charset="0"/>
                <a:ea typeface="Arial" panose="020B0604020202020204" pitchFamily="34" charset="0"/>
                <a:cs typeface="Arial" panose="020B0604020202020204" pitchFamily="34" charset="0"/>
              </a:rPr>
              <a:t>The applications are web-based applications supporting user authentication with SSO and can be installed on </a:t>
            </a:r>
            <a:r>
              <a:rPr lang="en-GB" dirty="0" err="1">
                <a:latin typeface="Arial" panose="020B0604020202020204" pitchFamily="34" charset="0"/>
                <a:ea typeface="Arial" panose="020B0604020202020204" pitchFamily="34" charset="0"/>
                <a:cs typeface="Arial" panose="020B0604020202020204" pitchFamily="34" charset="0"/>
              </a:rPr>
              <a:t>linux</a:t>
            </a:r>
            <a:r>
              <a:rPr lang="en-GB" dirty="0">
                <a:latin typeface="Arial" panose="020B0604020202020204" pitchFamily="34" charset="0"/>
                <a:ea typeface="Arial" panose="020B0604020202020204" pitchFamily="34" charset="0"/>
                <a:cs typeface="Arial" panose="020B0604020202020204" pitchFamily="34" charset="0"/>
              </a:rPr>
              <a:t> based machines.</a:t>
            </a:r>
            <a:br>
              <a:rPr lang="en-GB" dirty="0">
                <a:latin typeface="Arial" panose="020B0604020202020204" pitchFamily="34" charset="0"/>
                <a:ea typeface="Arial" panose="020B0604020202020204" pitchFamily="34" charset="0"/>
                <a:cs typeface="Arial" panose="020B0604020202020204" pitchFamily="34" charset="0"/>
              </a:rPr>
            </a:br>
            <a:r>
              <a:rPr lang="en-GB" dirty="0">
                <a:latin typeface="Arial" panose="020B0604020202020204" pitchFamily="34" charset="0"/>
                <a:ea typeface="Arial" panose="020B0604020202020204" pitchFamily="34" charset="0"/>
                <a:cs typeface="Arial" panose="020B0604020202020204" pitchFamily="34" charset="0"/>
              </a:rPr>
              <a:t>The are application connectors available to connect to several data sources.</a:t>
            </a:r>
          </a:p>
          <a:p>
            <a:pPr>
              <a:lnSpc>
                <a:spcPct val="115000"/>
              </a:lnSpc>
              <a:spcAft>
                <a:spcPts val="300"/>
              </a:spcAft>
            </a:pPr>
            <a:r>
              <a:rPr lang="en-GB" dirty="0">
                <a:latin typeface="Arial" panose="020B0604020202020204" pitchFamily="34" charset="0"/>
                <a:ea typeface="Arial" panose="020B0604020202020204" pitchFamily="34" charset="0"/>
                <a:cs typeface="Arial" panose="020B0604020202020204" pitchFamily="34" charset="0"/>
              </a:rPr>
              <a:t>Client access happens through the client web browser.</a:t>
            </a:r>
            <a:br>
              <a:rPr lang="en-GB" dirty="0">
                <a:latin typeface="Arial" panose="020B0604020202020204" pitchFamily="34" charset="0"/>
                <a:ea typeface="Arial" panose="020B0604020202020204" pitchFamily="34" charset="0"/>
                <a:cs typeface="Arial" panose="020B0604020202020204" pitchFamily="34" charset="0"/>
              </a:rPr>
            </a:br>
            <a:br>
              <a:rPr lang="en-GB" dirty="0">
                <a:latin typeface="Arial" panose="020B0604020202020204" pitchFamily="34" charset="0"/>
                <a:ea typeface="Arial" panose="020B0604020202020204" pitchFamily="34" charset="0"/>
                <a:cs typeface="Arial" panose="020B0604020202020204" pitchFamily="34" charset="0"/>
              </a:rPr>
            </a:br>
            <a:r>
              <a:rPr lang="en-GB" dirty="0">
                <a:latin typeface="Arial" panose="020B0604020202020204" pitchFamily="34" charset="0"/>
                <a:ea typeface="Arial" panose="020B0604020202020204" pitchFamily="34" charset="0"/>
                <a:cs typeface="Arial" panose="020B0604020202020204" pitchFamily="34" charset="0"/>
              </a:rPr>
              <a:t>Testing to be performed with non-production data; data to remain within company domain.</a:t>
            </a:r>
          </a:p>
          <a:p>
            <a:pPr>
              <a:lnSpc>
                <a:spcPct val="115000"/>
              </a:lnSpc>
              <a:spcAft>
                <a:spcPts val="300"/>
              </a:spcAft>
            </a:pPr>
            <a:endParaRPr lang="en-GB" sz="1800" dirty="0">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9030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7</a:t>
            </a:fld>
            <a:endParaRPr lang="en-US"/>
          </a:p>
        </p:txBody>
      </p:sp>
      <p:sp>
        <p:nvSpPr>
          <p:cNvPr id="4" name="Title 1">
            <a:extLst>
              <a:ext uri="{FF2B5EF4-FFF2-40B4-BE49-F238E27FC236}">
                <a16:creationId xmlns:a16="http://schemas.microsoft.com/office/drawing/2014/main" id="{FE053CE8-CF71-C576-ADFF-4C4641FDF837}"/>
              </a:ext>
            </a:extLst>
          </p:cNvPr>
          <p:cNvSpPr>
            <a:spLocks noGrp="1"/>
          </p:cNvSpPr>
          <p:nvPr>
            <p:ph type="title"/>
          </p:nvPr>
        </p:nvSpPr>
        <p:spPr>
          <a:xfrm>
            <a:off x="579438" y="1"/>
            <a:ext cx="10515600" cy="608851"/>
          </a:xfrm>
          <a:prstGeom prst="rect">
            <a:avLst/>
          </a:prstGeom>
        </p:spPr>
        <p:txBody>
          <a:bodyPr lIns="0" tIns="0" rIns="0" bIns="72000" anchor="b" anchorCtr="0">
            <a:normAutofit/>
          </a:bodyPr>
          <a:lstStyle/>
          <a:p>
            <a:r>
              <a:rPr lang="en-US"/>
              <a:t>Target Architecture</a:t>
            </a:r>
          </a:p>
        </p:txBody>
      </p:sp>
      <p:sp>
        <p:nvSpPr>
          <p:cNvPr id="6" name="Text Placeholder 3">
            <a:extLst>
              <a:ext uri="{FF2B5EF4-FFF2-40B4-BE49-F238E27FC236}">
                <a16:creationId xmlns:a16="http://schemas.microsoft.com/office/drawing/2014/main" id="{D82FE635-3BCC-3656-0E55-9778D2773C2C}"/>
              </a:ext>
            </a:extLst>
          </p:cNvPr>
          <p:cNvSpPr txBox="1">
            <a:spLocks/>
          </p:cNvSpPr>
          <p:nvPr/>
        </p:nvSpPr>
        <p:spPr>
          <a:xfrm>
            <a:off x="593469" y="705173"/>
            <a:ext cx="4580458" cy="402273"/>
          </a:xfrm>
          <a:prstGeom prst="rect">
            <a:avLst/>
          </a:prstGeom>
        </p:spPr>
        <p:txBody>
          <a:bodyPr lIns="0">
            <a:norm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a:solidFill>
                  <a:schemeClr val="accent5">
                    <a:lumMod val="25000"/>
                  </a:schemeClr>
                </a:solidFill>
              </a:rPr>
              <a:t>Architecture view</a:t>
            </a:r>
          </a:p>
        </p:txBody>
      </p:sp>
      <p:sp>
        <p:nvSpPr>
          <p:cNvPr id="7" name="TextBox 6">
            <a:extLst>
              <a:ext uri="{FF2B5EF4-FFF2-40B4-BE49-F238E27FC236}">
                <a16:creationId xmlns:a16="http://schemas.microsoft.com/office/drawing/2014/main" id="{46B4BDC4-926C-5D6C-C285-21F4770E8841}"/>
              </a:ext>
            </a:extLst>
          </p:cNvPr>
          <p:cNvSpPr txBox="1"/>
          <p:nvPr/>
        </p:nvSpPr>
        <p:spPr>
          <a:xfrm>
            <a:off x="482778" y="1203767"/>
            <a:ext cx="5421965" cy="5272447"/>
          </a:xfrm>
          <a:prstGeom prst="rect">
            <a:avLst/>
          </a:prstGeom>
          <a:noFill/>
        </p:spPr>
        <p:txBody>
          <a:bodyPr wrap="square" rtlCol="0">
            <a:normAutofit/>
          </a:bodyPr>
          <a:lstStyle/>
          <a:p>
            <a:pPr>
              <a:lnSpc>
                <a:spcPct val="115000"/>
              </a:lnSpc>
              <a:spcAft>
                <a:spcPts val="300"/>
              </a:spcAft>
            </a:pPr>
            <a:r>
              <a:rPr lang="en-GB" dirty="0">
                <a:latin typeface="Arial" panose="020B0604020202020204" pitchFamily="34" charset="0"/>
                <a:ea typeface="Arial" panose="020B0604020202020204" pitchFamily="34" charset="0"/>
                <a:cs typeface="Arial" panose="020B0604020202020204" pitchFamily="34" charset="0"/>
              </a:rPr>
              <a:t>Aegon hosted components</a:t>
            </a:r>
            <a:endParaRPr lang="en-GB" sz="1800" dirty="0">
              <a:effectLst/>
              <a:latin typeface="Arial" panose="020B0604020202020204" pitchFamily="34" charset="0"/>
              <a:ea typeface="Arial" panose="020B0604020202020204" pitchFamily="34" charset="0"/>
              <a:cs typeface="Arial" panose="020B0604020202020204" pitchFamily="34" charset="0"/>
            </a:endParaRPr>
          </a:p>
          <a:p>
            <a:pPr marL="285750" lvl="0" indent="-285750">
              <a:lnSpc>
                <a:spcPct val="115000"/>
              </a:lnSpc>
              <a:buFont typeface="Arial" panose="020B0604020202020204" pitchFamily="34" charset="0"/>
              <a:buChar char="•"/>
            </a:pPr>
            <a:r>
              <a:rPr lang="en-GB" sz="1800" b="1" dirty="0">
                <a:effectLst/>
                <a:latin typeface="Arial" panose="020B0604020202020204" pitchFamily="34" charset="0"/>
                <a:ea typeface="Arial" panose="020B0604020202020204" pitchFamily="34" charset="0"/>
                <a:cs typeface="Arial" panose="020B0604020202020204" pitchFamily="34" charset="0"/>
              </a:rPr>
              <a:t>Application instances </a:t>
            </a:r>
            <a:r>
              <a:rPr lang="en-GB" sz="1800" dirty="0">
                <a:effectLst/>
                <a:latin typeface="Arial" panose="020B0604020202020204" pitchFamily="34" charset="0"/>
                <a:ea typeface="Arial" panose="020B0604020202020204" pitchFamily="34" charset="0"/>
                <a:cs typeface="Arial" panose="020B0604020202020204" pitchFamily="34" charset="0"/>
              </a:rPr>
              <a:t>– offering DQ services with: </a:t>
            </a:r>
          </a:p>
          <a:p>
            <a:pPr marL="465750" lvl="1" indent="-285750">
              <a:lnSpc>
                <a:spcPct val="115000"/>
              </a:lnSpc>
              <a:buFont typeface="Arial" panose="020B0604020202020204" pitchFamily="34" charset="0"/>
              <a:buChar char="•"/>
            </a:pPr>
            <a:r>
              <a:rPr lang="en-GB" dirty="0">
                <a:latin typeface="Arial" panose="020B0604020202020204" pitchFamily="34" charset="0"/>
                <a:cs typeface="Arial" panose="020B0604020202020204" pitchFamily="34" charset="0"/>
              </a:rPr>
              <a:t>User interface – </a:t>
            </a:r>
            <a:r>
              <a:rPr lang="en-GB" dirty="0">
                <a:effectLst/>
                <a:latin typeface="Arial" panose="020B0604020202020204" pitchFamily="34" charset="0"/>
                <a:ea typeface="Arial" panose="020B0604020202020204" pitchFamily="34" charset="0"/>
                <a:cs typeface="Arial" panose="020B0604020202020204" pitchFamily="34" charset="0"/>
              </a:rPr>
              <a:t>web interface for Aegon users when accessing the service</a:t>
            </a:r>
          </a:p>
          <a:p>
            <a:pPr marL="465750" lvl="1" indent="-285750">
              <a:lnSpc>
                <a:spcPct val="115000"/>
              </a:lnSpc>
              <a:buFont typeface="Arial" panose="020B0604020202020204" pitchFamily="34" charset="0"/>
              <a:buChar char="•"/>
            </a:pPr>
            <a:r>
              <a:rPr lang="en-GB" dirty="0">
                <a:effectLst/>
                <a:latin typeface="Arial" panose="020B0604020202020204" pitchFamily="34" charset="0"/>
                <a:ea typeface="Arial" panose="020B0604020202020204" pitchFamily="34" charset="0"/>
                <a:cs typeface="Arial" panose="020B0604020202020204" pitchFamily="34" charset="0"/>
              </a:rPr>
              <a:t>Connectors: accessing</a:t>
            </a:r>
            <a:r>
              <a:rPr lang="en-GB" dirty="0">
                <a:latin typeface="Arial" panose="020B0604020202020204" pitchFamily="34" charset="0"/>
                <a:ea typeface="Arial" panose="020B0604020202020204" pitchFamily="34" charset="0"/>
                <a:cs typeface="Arial" panose="020B0604020202020204" pitchFamily="34" charset="0"/>
              </a:rPr>
              <a:t> data sources</a:t>
            </a:r>
            <a:endParaRPr lang="en-GB" dirty="0">
              <a:effectLst/>
              <a:latin typeface="Arial" panose="020B0604020202020204" pitchFamily="34" charset="0"/>
              <a:ea typeface="Arial" panose="020B0604020202020204" pitchFamily="34" charset="0"/>
              <a:cs typeface="Arial" panose="020B0604020202020204" pitchFamily="34" charset="0"/>
            </a:endParaRPr>
          </a:p>
          <a:p>
            <a:pPr marL="285750" indent="-285750">
              <a:lnSpc>
                <a:spcPct val="115000"/>
              </a:lnSpc>
              <a:spcAft>
                <a:spcPts val="300"/>
              </a:spcAft>
              <a:buFont typeface="Arial" panose="020B0604020202020204" pitchFamily="34" charset="0"/>
              <a:buChar char="•"/>
            </a:pPr>
            <a:endParaRPr lang="en-GB" sz="1800" dirty="0">
              <a:effectLst/>
              <a:latin typeface="Arial" panose="020B0604020202020204" pitchFamily="34" charset="0"/>
              <a:ea typeface="Arial" panose="020B0604020202020204" pitchFamily="34" charset="0"/>
              <a:cs typeface="Arial" panose="020B0604020202020204" pitchFamily="34" charset="0"/>
            </a:endParaRPr>
          </a:p>
          <a:p>
            <a:pPr>
              <a:lnSpc>
                <a:spcPct val="115000"/>
              </a:lnSpc>
              <a:spcAft>
                <a:spcPts val="300"/>
              </a:spcAft>
            </a:pPr>
            <a:r>
              <a:rPr lang="en-GB" sz="1800" dirty="0">
                <a:effectLst/>
                <a:latin typeface="Arial" panose="020B0604020202020204" pitchFamily="34" charset="0"/>
                <a:ea typeface="Arial" panose="020B0604020202020204" pitchFamily="34" charset="0"/>
                <a:cs typeface="Arial" panose="020B0604020202020204" pitchFamily="34" charset="0"/>
              </a:rPr>
              <a:t>The following service will be used to manage </a:t>
            </a:r>
          </a:p>
          <a:p>
            <a:pPr marL="285750" lvl="0" indent="-285750">
              <a:lnSpc>
                <a:spcPct val="115000"/>
              </a:lnSpc>
              <a:buFont typeface="Arial" panose="020B0604020202020204" pitchFamily="34" charset="0"/>
              <a:buChar char="•"/>
            </a:pPr>
            <a:r>
              <a:rPr lang="en-GB" dirty="0">
                <a:latin typeface="Arial" panose="020B0604020202020204" pitchFamily="34" charset="0"/>
                <a:ea typeface="Arial" panose="020B0604020202020204" pitchFamily="34" charset="0"/>
                <a:cs typeface="Arial" panose="020B0604020202020204" pitchFamily="34" charset="0"/>
              </a:rPr>
              <a:t>Default pattern a</a:t>
            </a:r>
            <a:r>
              <a:rPr lang="en-GB" sz="1800" dirty="0">
                <a:effectLst/>
                <a:latin typeface="Arial" panose="020B0604020202020204" pitchFamily="34" charset="0"/>
                <a:ea typeface="Arial" panose="020B0604020202020204" pitchFamily="34" charset="0"/>
                <a:cs typeface="Arial" panose="020B0604020202020204" pitchFamily="34" charset="0"/>
              </a:rPr>
              <a:t>uthentication SSO user access</a:t>
            </a:r>
          </a:p>
          <a:p>
            <a:pPr marL="285750" lvl="0" indent="-285750">
              <a:lnSpc>
                <a:spcPct val="115000"/>
              </a:lnSpc>
              <a:buFont typeface="Arial" panose="020B0604020202020204" pitchFamily="34" charset="0"/>
              <a:buChar char="•"/>
            </a:pPr>
            <a:r>
              <a:rPr lang="en-GB" sz="1800" dirty="0">
                <a:effectLst/>
                <a:latin typeface="Arial" panose="020B0604020202020204" pitchFamily="34" charset="0"/>
                <a:ea typeface="Arial" panose="020B0604020202020204" pitchFamily="34" charset="0"/>
                <a:cs typeface="Arial" panose="020B0604020202020204" pitchFamily="34" charset="0"/>
              </a:rPr>
              <a:t>Inspection and segmentation service: inspection of (VPC) traffic </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285750" lvl="0" indent="-285750">
              <a:lnSpc>
                <a:spcPct val="115000"/>
              </a:lnSpc>
              <a:buFont typeface="Arial" panose="020B0604020202020204" pitchFamily="34" charset="0"/>
              <a:buChar char="•"/>
            </a:pPr>
            <a:r>
              <a:rPr lang="en-US" dirty="0">
                <a:latin typeface="Arial" panose="020B0604020202020204" pitchFamily="34" charset="0"/>
                <a:ea typeface="Arial" panose="020B0604020202020204" pitchFamily="34" charset="0"/>
                <a:cs typeface="Arial" panose="020B0604020202020204" pitchFamily="34" charset="0"/>
              </a:rPr>
              <a:t>Logging to be handled with standard Observability service.</a:t>
            </a:r>
          </a:p>
          <a:p>
            <a:pPr lvl="0">
              <a:lnSpc>
                <a:spcPct val="115000"/>
              </a:lnSpc>
            </a:pPr>
            <a:endParaRPr lang="en-US" sz="1800" dirty="0">
              <a:effectLst/>
              <a:latin typeface="Arial" panose="020B0604020202020204" pitchFamily="34" charset="0"/>
              <a:ea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DEE82AD-8C7F-5CEE-C9F2-AE4ADA590CD9}"/>
              </a:ext>
            </a:extLst>
          </p:cNvPr>
          <p:cNvPicPr>
            <a:picLocks noChangeAspect="1"/>
          </p:cNvPicPr>
          <p:nvPr/>
        </p:nvPicPr>
        <p:blipFill>
          <a:blip r:embed="rId3"/>
          <a:stretch>
            <a:fillRect/>
          </a:stretch>
        </p:blipFill>
        <p:spPr>
          <a:xfrm>
            <a:off x="5647646" y="608852"/>
            <a:ext cx="6430272" cy="3829584"/>
          </a:xfrm>
          <a:prstGeom prst="rect">
            <a:avLst/>
          </a:prstGeom>
        </p:spPr>
      </p:pic>
    </p:spTree>
    <p:extLst>
      <p:ext uri="{BB962C8B-B14F-4D97-AF65-F5344CB8AC3E}">
        <p14:creationId xmlns:p14="http://schemas.microsoft.com/office/powerpoint/2010/main" val="1935273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8</a:t>
            </a:fld>
            <a:endParaRPr lang="en-US"/>
          </a:p>
        </p:txBody>
      </p:sp>
      <p:sp>
        <p:nvSpPr>
          <p:cNvPr id="4" name="Title 1">
            <a:extLst>
              <a:ext uri="{FF2B5EF4-FFF2-40B4-BE49-F238E27FC236}">
                <a16:creationId xmlns:a16="http://schemas.microsoft.com/office/drawing/2014/main" id="{FE053CE8-CF71-C576-ADFF-4C4641FDF837}"/>
              </a:ext>
            </a:extLst>
          </p:cNvPr>
          <p:cNvSpPr>
            <a:spLocks noGrp="1"/>
          </p:cNvSpPr>
          <p:nvPr>
            <p:ph type="title"/>
          </p:nvPr>
        </p:nvSpPr>
        <p:spPr>
          <a:xfrm>
            <a:off x="579438" y="1"/>
            <a:ext cx="10515600" cy="608851"/>
          </a:xfrm>
          <a:prstGeom prst="rect">
            <a:avLst/>
          </a:prstGeom>
        </p:spPr>
        <p:txBody>
          <a:bodyPr lIns="0" tIns="0" rIns="0" bIns="72000" anchor="b" anchorCtr="0">
            <a:normAutofit/>
          </a:bodyPr>
          <a:lstStyle/>
          <a:p>
            <a:r>
              <a:rPr lang="en-US" dirty="0"/>
              <a:t>Success Criteria</a:t>
            </a:r>
          </a:p>
        </p:txBody>
      </p:sp>
      <p:sp>
        <p:nvSpPr>
          <p:cNvPr id="6" name="Text Placeholder 3">
            <a:extLst>
              <a:ext uri="{FF2B5EF4-FFF2-40B4-BE49-F238E27FC236}">
                <a16:creationId xmlns:a16="http://schemas.microsoft.com/office/drawing/2014/main" id="{D82FE635-3BCC-3656-0E55-9778D2773C2C}"/>
              </a:ext>
            </a:extLst>
          </p:cNvPr>
          <p:cNvSpPr txBox="1">
            <a:spLocks/>
          </p:cNvSpPr>
          <p:nvPr/>
        </p:nvSpPr>
        <p:spPr>
          <a:xfrm>
            <a:off x="593469" y="705173"/>
            <a:ext cx="4580458" cy="402273"/>
          </a:xfrm>
          <a:prstGeom prst="rect">
            <a:avLst/>
          </a:prstGeom>
        </p:spPr>
        <p:txBody>
          <a:bodyPr lIns="0">
            <a:norm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endParaRPr lang="en-US" dirty="0">
              <a:solidFill>
                <a:schemeClr val="accent5">
                  <a:lumMod val="25000"/>
                </a:schemeClr>
              </a:solidFill>
            </a:endParaRPr>
          </a:p>
        </p:txBody>
      </p:sp>
      <p:graphicFrame>
        <p:nvGraphicFramePr>
          <p:cNvPr id="7" name="Table 6">
            <a:extLst>
              <a:ext uri="{FF2B5EF4-FFF2-40B4-BE49-F238E27FC236}">
                <a16:creationId xmlns:a16="http://schemas.microsoft.com/office/drawing/2014/main" id="{96A649A7-7387-EE32-8A7A-19DFF9CB2553}"/>
              </a:ext>
            </a:extLst>
          </p:cNvPr>
          <p:cNvGraphicFramePr>
            <a:graphicFrameLocks noGrp="1"/>
          </p:cNvGraphicFramePr>
          <p:nvPr>
            <p:extLst>
              <p:ext uri="{D42A27DB-BD31-4B8C-83A1-F6EECF244321}">
                <p14:modId xmlns:p14="http://schemas.microsoft.com/office/powerpoint/2010/main" val="3743335175"/>
              </p:ext>
            </p:extLst>
          </p:nvPr>
        </p:nvGraphicFramePr>
        <p:xfrm>
          <a:off x="593469" y="1641881"/>
          <a:ext cx="9511323" cy="2680328"/>
        </p:xfrm>
        <a:graphic>
          <a:graphicData uri="http://schemas.openxmlformats.org/drawingml/2006/table">
            <a:tbl>
              <a:tblPr firstRow="1" bandRow="1">
                <a:tableStyleId>{9D7B26C5-4107-4FEC-AEDC-1716B250A1EF}</a:tableStyleId>
              </a:tblPr>
              <a:tblGrid>
                <a:gridCol w="9511323">
                  <a:extLst>
                    <a:ext uri="{9D8B030D-6E8A-4147-A177-3AD203B41FA5}">
                      <a16:colId xmlns:a16="http://schemas.microsoft.com/office/drawing/2014/main" val="2441365077"/>
                    </a:ext>
                  </a:extLst>
                </a:gridCol>
              </a:tblGrid>
              <a:tr h="382904">
                <a:tc>
                  <a:txBody>
                    <a:bodyPr/>
                    <a:lstStyle/>
                    <a:p>
                      <a:r>
                        <a:rPr lang="nl-NL" dirty="0" err="1"/>
                        <a:t>Validation</a:t>
                      </a:r>
                      <a:r>
                        <a:rPr lang="nl-NL" dirty="0"/>
                        <a:t> of </a:t>
                      </a:r>
                      <a:r>
                        <a:rPr lang="nl-NL" dirty="0" err="1"/>
                        <a:t>functional</a:t>
                      </a:r>
                      <a:r>
                        <a:rPr lang="nl-NL" dirty="0"/>
                        <a:t> criteria</a:t>
                      </a:r>
                    </a:p>
                  </a:txBody>
                  <a:tcPr/>
                </a:tc>
                <a:extLst>
                  <a:ext uri="{0D108BD9-81ED-4DB2-BD59-A6C34878D82A}">
                    <a16:rowId xmlns:a16="http://schemas.microsoft.com/office/drawing/2014/main" val="2968143224"/>
                  </a:ext>
                </a:extLst>
              </a:tr>
              <a:tr h="382904">
                <a:tc>
                  <a:txBody>
                    <a:bodyPr/>
                    <a:lstStyle/>
                    <a:p>
                      <a:r>
                        <a:rPr lang="nl-NL" dirty="0" err="1"/>
                        <a:t>Ability</a:t>
                      </a:r>
                      <a:r>
                        <a:rPr lang="nl-NL" dirty="0"/>
                        <a:t> </a:t>
                      </a:r>
                      <a:r>
                        <a:rPr lang="nl-NL" dirty="0" err="1"/>
                        <a:t>to</a:t>
                      </a:r>
                      <a:r>
                        <a:rPr lang="nl-NL" dirty="0"/>
                        <a:t> </a:t>
                      </a:r>
                      <a:r>
                        <a:rPr lang="nl-NL" dirty="0" err="1"/>
                        <a:t>identify</a:t>
                      </a:r>
                      <a:r>
                        <a:rPr lang="nl-NL" dirty="0"/>
                        <a:t>, monitor, report and manage data </a:t>
                      </a:r>
                      <a:r>
                        <a:rPr lang="nl-NL" dirty="0" err="1"/>
                        <a:t>quality</a:t>
                      </a:r>
                      <a:r>
                        <a:rPr lang="nl-NL" dirty="0"/>
                        <a:t> </a:t>
                      </a:r>
                      <a:r>
                        <a:rPr lang="nl-NL" dirty="0" err="1"/>
                        <a:t>for</a:t>
                      </a:r>
                      <a:r>
                        <a:rPr lang="nl-NL" dirty="0"/>
                        <a:t> </a:t>
                      </a:r>
                      <a:r>
                        <a:rPr lang="nl-NL" dirty="0" err="1"/>
                        <a:t>key</a:t>
                      </a:r>
                      <a:r>
                        <a:rPr lang="nl-NL" dirty="0"/>
                        <a:t> systems of record</a:t>
                      </a:r>
                    </a:p>
                  </a:txBody>
                  <a:tcPr/>
                </a:tc>
                <a:extLst>
                  <a:ext uri="{0D108BD9-81ED-4DB2-BD59-A6C34878D82A}">
                    <a16:rowId xmlns:a16="http://schemas.microsoft.com/office/drawing/2014/main" val="2576655293"/>
                  </a:ext>
                </a:extLst>
              </a:tr>
              <a:tr h="382904">
                <a:tc>
                  <a:txBody>
                    <a:bodyPr/>
                    <a:lstStyle/>
                    <a:p>
                      <a:r>
                        <a:rPr lang="nl-NL" dirty="0"/>
                        <a:t>Consistent approach </a:t>
                      </a:r>
                      <a:r>
                        <a:rPr lang="nl-NL" dirty="0" err="1"/>
                        <a:t>to</a:t>
                      </a:r>
                      <a:r>
                        <a:rPr lang="nl-NL" dirty="0"/>
                        <a:t> managing data </a:t>
                      </a:r>
                      <a:r>
                        <a:rPr lang="nl-NL" dirty="0" err="1"/>
                        <a:t>quality</a:t>
                      </a:r>
                      <a:endParaRPr lang="nl-NL" dirty="0"/>
                    </a:p>
                  </a:txBody>
                  <a:tcPr/>
                </a:tc>
                <a:extLst>
                  <a:ext uri="{0D108BD9-81ED-4DB2-BD59-A6C34878D82A}">
                    <a16:rowId xmlns:a16="http://schemas.microsoft.com/office/drawing/2014/main" val="73751530"/>
                  </a:ext>
                </a:extLst>
              </a:tr>
              <a:tr h="382904">
                <a:tc>
                  <a:txBody>
                    <a:bodyPr/>
                    <a:lstStyle/>
                    <a:p>
                      <a:r>
                        <a:rPr lang="nl-NL" dirty="0" err="1"/>
                        <a:t>Ability</a:t>
                      </a:r>
                      <a:r>
                        <a:rPr lang="nl-NL" dirty="0"/>
                        <a:t> </a:t>
                      </a:r>
                      <a:r>
                        <a:rPr lang="nl-NL" dirty="0" err="1"/>
                        <a:t>to</a:t>
                      </a:r>
                      <a:r>
                        <a:rPr lang="nl-NL" dirty="0"/>
                        <a:t> </a:t>
                      </a:r>
                      <a:r>
                        <a:rPr lang="nl-NL" dirty="0" err="1"/>
                        <a:t>analyze</a:t>
                      </a:r>
                      <a:r>
                        <a:rPr lang="nl-NL" dirty="0"/>
                        <a:t> data </a:t>
                      </a:r>
                      <a:r>
                        <a:rPr lang="nl-NL" dirty="0" err="1"/>
                        <a:t>from</a:t>
                      </a:r>
                      <a:r>
                        <a:rPr lang="nl-NL" dirty="0"/>
                        <a:t> source without </a:t>
                      </a:r>
                      <a:r>
                        <a:rPr lang="nl-NL" dirty="0" err="1"/>
                        <a:t>importing</a:t>
                      </a:r>
                      <a:endParaRPr lang="nl-NL" dirty="0"/>
                    </a:p>
                  </a:txBody>
                  <a:tcPr/>
                </a:tc>
                <a:extLst>
                  <a:ext uri="{0D108BD9-81ED-4DB2-BD59-A6C34878D82A}">
                    <a16:rowId xmlns:a16="http://schemas.microsoft.com/office/drawing/2014/main" val="3636848038"/>
                  </a:ext>
                </a:extLst>
              </a:tr>
              <a:tr h="382904">
                <a:tc>
                  <a:txBody>
                    <a:bodyPr/>
                    <a:lstStyle/>
                    <a:p>
                      <a:r>
                        <a:rPr lang="nl-NL" dirty="0" err="1"/>
                        <a:t>Ability</a:t>
                      </a:r>
                      <a:r>
                        <a:rPr lang="nl-NL" dirty="0"/>
                        <a:t> </a:t>
                      </a:r>
                      <a:r>
                        <a:rPr lang="nl-NL" dirty="0" err="1"/>
                        <a:t>to</a:t>
                      </a:r>
                      <a:r>
                        <a:rPr lang="nl-NL" dirty="0"/>
                        <a:t> </a:t>
                      </a:r>
                      <a:r>
                        <a:rPr lang="nl-NL" dirty="0" err="1"/>
                        <a:t>segregate</a:t>
                      </a:r>
                      <a:r>
                        <a:rPr lang="nl-NL" dirty="0"/>
                        <a:t> user </a:t>
                      </a:r>
                      <a:r>
                        <a:rPr lang="nl-NL" dirty="0" err="1"/>
                        <a:t>groups</a:t>
                      </a:r>
                      <a:r>
                        <a:rPr lang="nl-NL" dirty="0"/>
                        <a:t> access </a:t>
                      </a:r>
                      <a:r>
                        <a:rPr lang="nl-NL" dirty="0" err="1"/>
                        <a:t>to</a:t>
                      </a:r>
                      <a:r>
                        <a:rPr lang="nl-NL" dirty="0"/>
                        <a:t> </a:t>
                      </a:r>
                      <a:r>
                        <a:rPr lang="nl-NL" dirty="0" err="1"/>
                        <a:t>own</a:t>
                      </a:r>
                      <a:r>
                        <a:rPr lang="nl-NL" dirty="0"/>
                        <a:t> data and </a:t>
                      </a:r>
                      <a:r>
                        <a:rPr lang="nl-NL" dirty="0" err="1"/>
                        <a:t>function</a:t>
                      </a:r>
                      <a:endParaRPr lang="nl-NL" dirty="0"/>
                    </a:p>
                  </a:txBody>
                  <a:tcPr/>
                </a:tc>
                <a:extLst>
                  <a:ext uri="{0D108BD9-81ED-4DB2-BD59-A6C34878D82A}">
                    <a16:rowId xmlns:a16="http://schemas.microsoft.com/office/drawing/2014/main" val="928616509"/>
                  </a:ext>
                </a:extLst>
              </a:tr>
              <a:tr h="382904">
                <a:tc>
                  <a:txBody>
                    <a:bodyPr/>
                    <a:lstStyle/>
                    <a:p>
                      <a:r>
                        <a:rPr lang="nl-NL" dirty="0" err="1"/>
                        <a:t>Ability</a:t>
                      </a:r>
                      <a:r>
                        <a:rPr lang="nl-NL" dirty="0"/>
                        <a:t> </a:t>
                      </a:r>
                      <a:r>
                        <a:rPr lang="nl-NL" dirty="0" err="1"/>
                        <a:t>to</a:t>
                      </a:r>
                      <a:r>
                        <a:rPr lang="nl-NL" dirty="0"/>
                        <a:t> </a:t>
                      </a:r>
                      <a:r>
                        <a:rPr lang="nl-NL" dirty="0" err="1"/>
                        <a:t>implement</a:t>
                      </a:r>
                      <a:r>
                        <a:rPr lang="nl-NL" dirty="0"/>
                        <a:t> low code data </a:t>
                      </a:r>
                      <a:r>
                        <a:rPr lang="nl-NL" dirty="0" err="1"/>
                        <a:t>rules</a:t>
                      </a:r>
                      <a:endParaRPr lang="nl-NL" dirty="0"/>
                    </a:p>
                  </a:txBody>
                  <a:tcPr/>
                </a:tc>
                <a:extLst>
                  <a:ext uri="{0D108BD9-81ED-4DB2-BD59-A6C34878D82A}">
                    <a16:rowId xmlns:a16="http://schemas.microsoft.com/office/drawing/2014/main" val="4041309905"/>
                  </a:ext>
                </a:extLst>
              </a:tr>
              <a:tr h="382904">
                <a:tc>
                  <a:txBody>
                    <a:bodyPr/>
                    <a:lstStyle/>
                    <a:p>
                      <a:r>
                        <a:rPr lang="nl-NL" dirty="0" err="1"/>
                        <a:t>Ability</a:t>
                      </a:r>
                      <a:r>
                        <a:rPr lang="nl-NL" dirty="0"/>
                        <a:t> </a:t>
                      </a:r>
                      <a:r>
                        <a:rPr lang="nl-NL" dirty="0" err="1"/>
                        <a:t>to</a:t>
                      </a:r>
                      <a:r>
                        <a:rPr lang="nl-NL" dirty="0"/>
                        <a:t> </a:t>
                      </a:r>
                      <a:r>
                        <a:rPr lang="nl-NL" dirty="0" err="1"/>
                        <a:t>connect</a:t>
                      </a:r>
                      <a:r>
                        <a:rPr lang="nl-NL" dirty="0"/>
                        <a:t> </a:t>
                      </a:r>
                      <a:r>
                        <a:rPr lang="nl-NL" dirty="0" err="1"/>
                        <a:t>to</a:t>
                      </a:r>
                      <a:r>
                        <a:rPr lang="nl-NL" dirty="0"/>
                        <a:t> </a:t>
                      </a:r>
                      <a:r>
                        <a:rPr lang="nl-NL" dirty="0" err="1"/>
                        <a:t>several</a:t>
                      </a:r>
                      <a:r>
                        <a:rPr lang="nl-NL" dirty="0"/>
                        <a:t> types of data sources</a:t>
                      </a:r>
                    </a:p>
                  </a:txBody>
                  <a:tcPr/>
                </a:tc>
                <a:extLst>
                  <a:ext uri="{0D108BD9-81ED-4DB2-BD59-A6C34878D82A}">
                    <a16:rowId xmlns:a16="http://schemas.microsoft.com/office/drawing/2014/main" val="1411021678"/>
                  </a:ext>
                </a:extLst>
              </a:tr>
            </a:tbl>
          </a:graphicData>
        </a:graphic>
      </p:graphicFrame>
    </p:spTree>
    <p:extLst>
      <p:ext uri="{BB962C8B-B14F-4D97-AF65-F5344CB8AC3E}">
        <p14:creationId xmlns:p14="http://schemas.microsoft.com/office/powerpoint/2010/main" val="3567203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9</a:t>
            </a:fld>
            <a:endParaRPr lang="en-US"/>
          </a:p>
        </p:txBody>
      </p:sp>
      <p:sp>
        <p:nvSpPr>
          <p:cNvPr id="4" name="Title 1">
            <a:extLst>
              <a:ext uri="{FF2B5EF4-FFF2-40B4-BE49-F238E27FC236}">
                <a16:creationId xmlns:a16="http://schemas.microsoft.com/office/drawing/2014/main" id="{FE053CE8-CF71-C576-ADFF-4C4641FDF837}"/>
              </a:ext>
            </a:extLst>
          </p:cNvPr>
          <p:cNvSpPr>
            <a:spLocks noGrp="1"/>
          </p:cNvSpPr>
          <p:nvPr>
            <p:ph type="title"/>
          </p:nvPr>
        </p:nvSpPr>
        <p:spPr>
          <a:xfrm>
            <a:off x="579438" y="1"/>
            <a:ext cx="10515600" cy="608851"/>
          </a:xfrm>
          <a:prstGeom prst="rect">
            <a:avLst/>
          </a:prstGeom>
        </p:spPr>
        <p:txBody>
          <a:bodyPr lIns="0" tIns="0" rIns="0" bIns="72000" anchor="b" anchorCtr="0">
            <a:normAutofit/>
          </a:bodyPr>
          <a:lstStyle/>
          <a:p>
            <a:r>
              <a:rPr lang="en-US" dirty="0"/>
              <a:t>Target Architecture</a:t>
            </a:r>
          </a:p>
        </p:txBody>
      </p:sp>
      <p:sp>
        <p:nvSpPr>
          <p:cNvPr id="6" name="Text Placeholder 3">
            <a:extLst>
              <a:ext uri="{FF2B5EF4-FFF2-40B4-BE49-F238E27FC236}">
                <a16:creationId xmlns:a16="http://schemas.microsoft.com/office/drawing/2014/main" id="{D82FE635-3BCC-3656-0E55-9778D2773C2C}"/>
              </a:ext>
            </a:extLst>
          </p:cNvPr>
          <p:cNvSpPr txBox="1">
            <a:spLocks/>
          </p:cNvSpPr>
          <p:nvPr/>
        </p:nvSpPr>
        <p:spPr>
          <a:xfrm>
            <a:off x="593469" y="705173"/>
            <a:ext cx="4580458" cy="402273"/>
          </a:xfrm>
          <a:prstGeom prst="rect">
            <a:avLst/>
          </a:prstGeom>
        </p:spPr>
        <p:txBody>
          <a:bodyPr lIns="0">
            <a:norm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a:solidFill>
                  <a:schemeClr val="accent5">
                    <a:lumMod val="25000"/>
                  </a:schemeClr>
                </a:solidFill>
              </a:rPr>
              <a:t>Proposed implementation</a:t>
            </a:r>
          </a:p>
        </p:txBody>
      </p:sp>
      <p:sp>
        <p:nvSpPr>
          <p:cNvPr id="12" name="TextBox 11">
            <a:extLst>
              <a:ext uri="{FF2B5EF4-FFF2-40B4-BE49-F238E27FC236}">
                <a16:creationId xmlns:a16="http://schemas.microsoft.com/office/drawing/2014/main" id="{A26B5242-E8D1-804B-60C7-19C84BCE8241}"/>
              </a:ext>
            </a:extLst>
          </p:cNvPr>
          <p:cNvSpPr txBox="1"/>
          <p:nvPr/>
        </p:nvSpPr>
        <p:spPr>
          <a:xfrm>
            <a:off x="367852" y="1559532"/>
            <a:ext cx="10089791" cy="4792253"/>
          </a:xfrm>
          <a:prstGeom prst="rect">
            <a:avLst/>
          </a:prstGeom>
          <a:noFill/>
        </p:spPr>
        <p:txBody>
          <a:bodyPr wrap="square" rtlCol="0">
            <a:normAutofit/>
          </a:bodyPr>
          <a:lstStyle/>
          <a:p>
            <a:pPr>
              <a:lnSpc>
                <a:spcPct val="115000"/>
              </a:lnSpc>
              <a:spcAft>
                <a:spcPts val="300"/>
              </a:spcAft>
            </a:pPr>
            <a:r>
              <a:rPr lang="en-US" sz="1800" dirty="0">
                <a:effectLst/>
                <a:latin typeface="Arial" panose="020B0604020202020204" pitchFamily="34" charset="0"/>
                <a:ea typeface="Arial" panose="020B0604020202020204" pitchFamily="34" charset="0"/>
                <a:cs typeface="Arial" panose="020B0604020202020204" pitchFamily="34" charset="0"/>
              </a:rPr>
              <a:t>The implementation project will follow the following high-level activities.</a:t>
            </a:r>
            <a:endParaRPr lang="en-GB" sz="1800" dirty="0">
              <a:effectLst/>
              <a:latin typeface="Arial" panose="020B0604020202020204" pitchFamily="34" charset="0"/>
              <a:ea typeface="Arial" panose="020B0604020202020204" pitchFamily="34" charset="0"/>
              <a:cs typeface="Arial" panose="020B0604020202020204" pitchFamily="34" charset="0"/>
            </a:endParaRPr>
          </a:p>
          <a:p>
            <a:pPr>
              <a:lnSpc>
                <a:spcPct val="115000"/>
              </a:lnSpc>
              <a:spcAft>
                <a:spcPts val="300"/>
              </a:spcAft>
            </a:pPr>
            <a:r>
              <a:rPr lang="en-US" sz="1800" dirty="0">
                <a:effectLst/>
                <a:latin typeface="Arial" panose="020B0604020202020204" pitchFamily="34" charset="0"/>
                <a:ea typeface="Arial" panose="020B0604020202020204" pitchFamily="34" charset="0"/>
                <a:cs typeface="Arial" panose="020B0604020202020204" pitchFamily="34" charset="0"/>
              </a:rPr>
              <a:t> </a:t>
            </a:r>
          </a:p>
          <a:p>
            <a:pPr marL="342900" lvl="0" indent="-342900">
              <a:lnSpc>
                <a:spcPct val="115000"/>
              </a:lnSpc>
              <a:buFont typeface="Symbol" panose="05050102010706020507" pitchFamily="18" charset="2"/>
              <a:buChar char=""/>
            </a:pPr>
            <a:r>
              <a:rPr lang="en-US" dirty="0">
                <a:latin typeface="Arial" panose="020B0604020202020204" pitchFamily="34" charset="0"/>
                <a:ea typeface="Arial" panose="020B0604020202020204" pitchFamily="34" charset="0"/>
                <a:cs typeface="Arial" panose="020B0604020202020204" pitchFamily="34" charset="0"/>
              </a:rPr>
              <a:t>Arrange trial licenses</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342900" indent="-342900">
              <a:lnSpc>
                <a:spcPct val="115000"/>
              </a:lnSpc>
              <a:buFont typeface="Symbol" panose="05050102010706020507" pitchFamily="18" charset="2"/>
              <a:buChar char=""/>
            </a:pPr>
            <a:r>
              <a:rPr lang="en-US" sz="1800" dirty="0">
                <a:effectLst/>
                <a:latin typeface="Arial" panose="020B0604020202020204" pitchFamily="34" charset="0"/>
                <a:ea typeface="Arial" panose="020B0604020202020204" pitchFamily="34" charset="0"/>
                <a:cs typeface="Arial" panose="020B0604020202020204" pitchFamily="34" charset="0"/>
              </a:rPr>
              <a:t>Configure AWS Network Configuration</a:t>
            </a:r>
          </a:p>
          <a:p>
            <a:pPr marL="342900" lvl="0" indent="-342900">
              <a:lnSpc>
                <a:spcPct val="115000"/>
              </a:lnSpc>
              <a:buFont typeface="Symbol" panose="05050102010706020507" pitchFamily="18" charset="2"/>
              <a:buChar char=""/>
            </a:pPr>
            <a:r>
              <a:rPr lang="en-US" sz="1800" dirty="0">
                <a:effectLst/>
                <a:latin typeface="Arial" panose="020B0604020202020204" pitchFamily="34" charset="0"/>
                <a:ea typeface="Arial" panose="020B0604020202020204" pitchFamily="34" charset="0"/>
                <a:cs typeface="Arial" panose="020B0604020202020204" pitchFamily="34" charset="0"/>
              </a:rPr>
              <a:t>GTS CT to setup applications.</a:t>
            </a:r>
          </a:p>
          <a:p>
            <a:pPr marL="342900" lvl="0" indent="-342900">
              <a:lnSpc>
                <a:spcPct val="115000"/>
              </a:lnSpc>
              <a:buFont typeface="Symbol" panose="05050102010706020507" pitchFamily="18" charset="2"/>
              <a:buChar char=""/>
            </a:pPr>
            <a:r>
              <a:rPr lang="en-US" sz="1800" dirty="0">
                <a:effectLst/>
                <a:latin typeface="Arial" panose="020B0604020202020204" pitchFamily="34" charset="0"/>
                <a:ea typeface="Arial" panose="020B0604020202020204" pitchFamily="34" charset="0"/>
                <a:cs typeface="Arial" panose="020B0604020202020204" pitchFamily="34" charset="0"/>
              </a:rPr>
              <a:t>Setup agreed Active Directory groups – (GTS and Business Units)</a:t>
            </a:r>
          </a:p>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Arial" panose="020B0604020202020204" pitchFamily="34" charset="0"/>
                <a:cs typeface="Arial" panose="020B0604020202020204" pitchFamily="34" charset="0"/>
              </a:rPr>
              <a:t>Configuration of SSO by GTS Web Security and Inspection Team.</a:t>
            </a:r>
          </a:p>
          <a:p>
            <a:pPr marL="342900" lvl="0" indent="-342900">
              <a:lnSpc>
                <a:spcPct val="115000"/>
              </a:lnSpc>
              <a:buFont typeface="Symbol" panose="05050102010706020507" pitchFamily="18" charset="2"/>
              <a:buChar char=""/>
            </a:pPr>
            <a:endParaRPr lang="en-GB"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nSpc>
                <a:spcPct val="115000"/>
              </a:lnSpc>
              <a:spcAft>
                <a:spcPts val="300"/>
              </a:spcAft>
              <a:buFont typeface="Symbol" panose="05050102010706020507" pitchFamily="18" charset="2"/>
              <a:buChar char=""/>
            </a:pPr>
            <a:endParaRPr lang="en-US" dirty="0">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6509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10</a:t>
            </a:fld>
            <a:endParaRPr lang="en-US"/>
          </a:p>
        </p:txBody>
      </p:sp>
      <p:sp>
        <p:nvSpPr>
          <p:cNvPr id="4" name="Title 1">
            <a:extLst>
              <a:ext uri="{FF2B5EF4-FFF2-40B4-BE49-F238E27FC236}">
                <a16:creationId xmlns:a16="http://schemas.microsoft.com/office/drawing/2014/main" id="{FE053CE8-CF71-C576-ADFF-4C4641FDF837}"/>
              </a:ext>
            </a:extLst>
          </p:cNvPr>
          <p:cNvSpPr>
            <a:spLocks noGrp="1"/>
          </p:cNvSpPr>
          <p:nvPr>
            <p:ph type="title"/>
          </p:nvPr>
        </p:nvSpPr>
        <p:spPr>
          <a:xfrm>
            <a:off x="579438" y="1"/>
            <a:ext cx="10515600" cy="980727"/>
          </a:xfrm>
          <a:prstGeom prst="rect">
            <a:avLst/>
          </a:prstGeom>
        </p:spPr>
        <p:txBody>
          <a:bodyPr lIns="0" tIns="0" rIns="0" bIns="72000" anchor="b" anchorCtr="0">
            <a:normAutofit/>
          </a:bodyPr>
          <a:lstStyle/>
          <a:p>
            <a:r>
              <a:rPr lang="en-US" dirty="0"/>
              <a:t>Global DQ</a:t>
            </a:r>
          </a:p>
        </p:txBody>
      </p:sp>
      <p:sp>
        <p:nvSpPr>
          <p:cNvPr id="8" name="Text Placeholder 3">
            <a:extLst>
              <a:ext uri="{FF2B5EF4-FFF2-40B4-BE49-F238E27FC236}">
                <a16:creationId xmlns:a16="http://schemas.microsoft.com/office/drawing/2014/main" id="{717A7030-4BD5-064E-75A9-2E6F78A35CDD}"/>
              </a:ext>
            </a:extLst>
          </p:cNvPr>
          <p:cNvSpPr txBox="1">
            <a:spLocks/>
          </p:cNvSpPr>
          <p:nvPr/>
        </p:nvSpPr>
        <p:spPr>
          <a:xfrm>
            <a:off x="579438" y="1203769"/>
            <a:ext cx="10515600" cy="462986"/>
          </a:xfrm>
          <a:prstGeom prst="rect">
            <a:avLst/>
          </a:prstGeom>
        </p:spPr>
        <p:txBody>
          <a:bodyPr lIns="0">
            <a:norm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a:t>Reviews</a:t>
            </a:r>
          </a:p>
        </p:txBody>
      </p:sp>
      <p:graphicFrame>
        <p:nvGraphicFramePr>
          <p:cNvPr id="10" name="Table 9">
            <a:extLst>
              <a:ext uri="{FF2B5EF4-FFF2-40B4-BE49-F238E27FC236}">
                <a16:creationId xmlns:a16="http://schemas.microsoft.com/office/drawing/2014/main" id="{433C0625-77E9-3708-1DFF-3A1CDDE293AD}"/>
              </a:ext>
            </a:extLst>
          </p:cNvPr>
          <p:cNvGraphicFramePr>
            <a:graphicFrameLocks noGrp="1"/>
          </p:cNvGraphicFramePr>
          <p:nvPr>
            <p:extLst>
              <p:ext uri="{D42A27DB-BD31-4B8C-83A1-F6EECF244321}">
                <p14:modId xmlns:p14="http://schemas.microsoft.com/office/powerpoint/2010/main" val="1549430900"/>
              </p:ext>
            </p:extLst>
          </p:nvPr>
        </p:nvGraphicFramePr>
        <p:xfrm>
          <a:off x="588818" y="1767337"/>
          <a:ext cx="8128000" cy="2237239"/>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54635193"/>
                    </a:ext>
                  </a:extLst>
                </a:gridCol>
                <a:gridCol w="4064000">
                  <a:extLst>
                    <a:ext uri="{9D8B030D-6E8A-4147-A177-3AD203B41FA5}">
                      <a16:colId xmlns:a16="http://schemas.microsoft.com/office/drawing/2014/main" val="3726514171"/>
                    </a:ext>
                  </a:extLst>
                </a:gridCol>
              </a:tblGrid>
              <a:tr h="370840">
                <a:tc>
                  <a:txBody>
                    <a:bodyPr/>
                    <a:lstStyle/>
                    <a:p>
                      <a:r>
                        <a:rPr lang="en-GB"/>
                        <a:t>Reviewer</a:t>
                      </a:r>
                    </a:p>
                  </a:txBody>
                  <a:tcPr/>
                </a:tc>
                <a:tc>
                  <a:txBody>
                    <a:bodyPr/>
                    <a:lstStyle/>
                    <a:p>
                      <a:r>
                        <a:rPr lang="en-GB"/>
                        <a:t>Date</a:t>
                      </a:r>
                    </a:p>
                  </a:txBody>
                  <a:tcPr/>
                </a:tc>
                <a:extLst>
                  <a:ext uri="{0D108BD9-81ED-4DB2-BD59-A6C34878D82A}">
                    <a16:rowId xmlns:a16="http://schemas.microsoft.com/office/drawing/2014/main" val="3732540027"/>
                  </a:ext>
                </a:extLst>
              </a:tr>
              <a:tr h="370840">
                <a:tc>
                  <a:txBody>
                    <a:bodyPr/>
                    <a:lstStyle/>
                    <a:p>
                      <a:endParaRPr lang="en-GB"/>
                    </a:p>
                  </a:txBody>
                  <a:tcPr/>
                </a:tc>
                <a:tc>
                  <a:txBody>
                    <a:bodyPr/>
                    <a:lstStyle/>
                    <a:p>
                      <a:endParaRPr lang="en-GB"/>
                    </a:p>
                  </a:txBody>
                  <a:tcPr/>
                </a:tc>
                <a:extLst>
                  <a:ext uri="{0D108BD9-81ED-4DB2-BD59-A6C34878D82A}">
                    <a16:rowId xmlns:a16="http://schemas.microsoft.com/office/drawing/2014/main" val="3880043353"/>
                  </a:ext>
                </a:extLst>
              </a:tr>
              <a:tr h="383039">
                <a:tc>
                  <a:txBody>
                    <a:bodyPr/>
                    <a:lstStyle/>
                    <a:p>
                      <a:r>
                        <a:rPr lang="en-GB" dirty="0"/>
                        <a:t>GTS CT</a:t>
                      </a:r>
                    </a:p>
                  </a:txBody>
                  <a:tcPr/>
                </a:tc>
                <a:tc>
                  <a:txBody>
                    <a:bodyPr/>
                    <a:lstStyle/>
                    <a:p>
                      <a:r>
                        <a:rPr lang="en-GB"/>
                        <a:t>Ongoing</a:t>
                      </a:r>
                    </a:p>
                  </a:txBody>
                  <a:tcPr/>
                </a:tc>
                <a:extLst>
                  <a:ext uri="{0D108BD9-81ED-4DB2-BD59-A6C34878D82A}">
                    <a16:rowId xmlns:a16="http://schemas.microsoft.com/office/drawing/2014/main" val="30846972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txBody>
                  <a:tcPr/>
                </a:tc>
                <a:tc>
                  <a:txBody>
                    <a:bodyPr/>
                    <a:lstStyle/>
                    <a:p>
                      <a:endParaRPr lang="en-GB" dirty="0"/>
                    </a:p>
                  </a:txBody>
                  <a:tcPr/>
                </a:tc>
                <a:extLst>
                  <a:ext uri="{0D108BD9-81ED-4DB2-BD59-A6C34878D82A}">
                    <a16:rowId xmlns:a16="http://schemas.microsoft.com/office/drawing/2014/main" val="3651819211"/>
                  </a:ext>
                </a:extLst>
              </a:tr>
              <a:tr h="370840">
                <a:tc>
                  <a:txBody>
                    <a:bodyPr/>
                    <a:lstStyle/>
                    <a:p>
                      <a:r>
                        <a:rPr lang="en-GB">
                          <a:highlight>
                            <a:srgbClr val="FFFF00"/>
                          </a:highlight>
                        </a:rPr>
                        <a:t>GTS Pre-ARB </a:t>
                      </a:r>
                    </a:p>
                  </a:txBody>
                  <a:tcPr/>
                </a:tc>
                <a:tc>
                  <a:txBody>
                    <a:bodyPr/>
                    <a:lstStyle/>
                    <a:p>
                      <a:r>
                        <a:rPr lang="en-GB" baseline="30000" dirty="0">
                          <a:highlight>
                            <a:srgbClr val="FFFF00"/>
                          </a:highlight>
                        </a:rPr>
                        <a:t>15th</a:t>
                      </a:r>
                      <a:r>
                        <a:rPr lang="en-GB" dirty="0">
                          <a:highlight>
                            <a:srgbClr val="FFFF00"/>
                          </a:highlight>
                        </a:rPr>
                        <a:t> Oct</a:t>
                      </a:r>
                    </a:p>
                  </a:txBody>
                  <a:tcPr/>
                </a:tc>
                <a:extLst>
                  <a:ext uri="{0D108BD9-81ED-4DB2-BD59-A6C34878D82A}">
                    <a16:rowId xmlns:a16="http://schemas.microsoft.com/office/drawing/2014/main" val="2038239114"/>
                  </a:ext>
                </a:extLst>
              </a:tr>
              <a:tr h="370840">
                <a:tc>
                  <a:txBody>
                    <a:bodyPr/>
                    <a:lstStyle/>
                    <a:p>
                      <a:r>
                        <a:rPr lang="en-GB">
                          <a:highlight>
                            <a:srgbClr val="FFFF00"/>
                          </a:highlight>
                        </a:rPr>
                        <a:t>GTS ARB</a:t>
                      </a:r>
                    </a:p>
                  </a:txBody>
                  <a:tcPr/>
                </a:tc>
                <a:tc>
                  <a:txBody>
                    <a:bodyPr/>
                    <a:lstStyle/>
                    <a:p>
                      <a:r>
                        <a:rPr lang="en-GB" baseline="30000" dirty="0">
                          <a:highlight>
                            <a:srgbClr val="FFFF00"/>
                          </a:highlight>
                        </a:rPr>
                        <a:t>17th</a:t>
                      </a:r>
                      <a:r>
                        <a:rPr lang="en-GB" dirty="0">
                          <a:highlight>
                            <a:srgbClr val="FFFF00"/>
                          </a:highlight>
                        </a:rPr>
                        <a:t> Oct (planned)</a:t>
                      </a:r>
                    </a:p>
                  </a:txBody>
                  <a:tcPr/>
                </a:tc>
                <a:extLst>
                  <a:ext uri="{0D108BD9-81ED-4DB2-BD59-A6C34878D82A}">
                    <a16:rowId xmlns:a16="http://schemas.microsoft.com/office/drawing/2014/main" val="792612038"/>
                  </a:ext>
                </a:extLst>
              </a:tr>
            </a:tbl>
          </a:graphicData>
        </a:graphic>
      </p:graphicFrame>
    </p:spTree>
    <p:extLst>
      <p:ext uri="{BB962C8B-B14F-4D97-AF65-F5344CB8AC3E}">
        <p14:creationId xmlns:p14="http://schemas.microsoft.com/office/powerpoint/2010/main" val="3286567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2351584" y="2060848"/>
            <a:ext cx="1944216" cy="1368152"/>
          </a:xfrm>
        </p:spPr>
        <p:txBody>
          <a:bodyPr/>
          <a:lstStyle/>
          <a:p>
            <a:r>
              <a:rPr lang="en-US"/>
              <a:t>Questions</a:t>
            </a:r>
          </a:p>
        </p:txBody>
      </p:sp>
      <p:sp>
        <p:nvSpPr>
          <p:cNvPr id="5" name="Slide Number Placeholder 4">
            <a:extLst>
              <a:ext uri="{FF2B5EF4-FFF2-40B4-BE49-F238E27FC236}">
                <a16:creationId xmlns:a16="http://schemas.microsoft.com/office/drawing/2014/main" id="{9E3BDCBD-83A6-C380-3510-5AF467F61FF2}"/>
              </a:ext>
            </a:extLst>
          </p:cNvPr>
          <p:cNvSpPr>
            <a:spLocks noGrp="1"/>
          </p:cNvSpPr>
          <p:nvPr>
            <p:ph type="sldNum" sz="quarter" idx="17"/>
          </p:nvPr>
        </p:nvSpPr>
        <p:spPr/>
        <p:txBody>
          <a:bodyPr/>
          <a:lstStyle/>
          <a:p>
            <a:fld id="{1C1606C5-D483-4832-A0E9-CF578A9B5883}" type="slidenum">
              <a:rPr lang="en-US" smtClean="0"/>
              <a:pPr/>
              <a:t>11</a:t>
            </a:fld>
            <a:endParaRPr lang="en-US"/>
          </a:p>
        </p:txBody>
      </p:sp>
      <p:pic>
        <p:nvPicPr>
          <p:cNvPr id="2" name="Picture 1" descr="A picture containing outdoor, hydrant, tree, fire&#10;&#10;Description automatically generated">
            <a:extLst>
              <a:ext uri="{FF2B5EF4-FFF2-40B4-BE49-F238E27FC236}">
                <a16:creationId xmlns:a16="http://schemas.microsoft.com/office/drawing/2014/main" id="{B6C4040A-26C3-16E4-ADFF-899C7D45EE66}"/>
              </a:ext>
            </a:extLst>
          </p:cNvPr>
          <p:cNvPicPr>
            <a:picLocks noChangeAspect="1"/>
          </p:cNvPicPr>
          <p:nvPr/>
        </p:nvPicPr>
        <p:blipFill rotWithShape="1">
          <a:blip r:embed="rId3">
            <a:extLst>
              <a:ext uri="{28A0092B-C50C-407E-A947-70E740481C1C}">
                <a14:useLocalDpi xmlns:a14="http://schemas.microsoft.com/office/drawing/2010/main" val="0"/>
              </a:ext>
            </a:extLst>
          </a:blip>
          <a:srcRect l="24820" r="16171" b="-1"/>
          <a:stretch/>
        </p:blipFill>
        <p:spPr>
          <a:xfrm>
            <a:off x="6096000" y="0"/>
            <a:ext cx="6105527" cy="6863786"/>
          </a:xfrm>
          <a:custGeom>
            <a:avLst/>
            <a:gdLst>
              <a:gd name="connsiteX0" fmla="*/ 2353342 w 6087079"/>
              <a:gd name="connsiteY0" fmla="*/ 0 h 6885758"/>
              <a:gd name="connsiteX1" fmla="*/ 6077554 w 6087079"/>
              <a:gd name="connsiteY1" fmla="*/ 10395 h 6885758"/>
              <a:gd name="connsiteX2" fmla="*/ 6087079 w 6087079"/>
              <a:gd name="connsiteY2" fmla="*/ 4007761 h 6885758"/>
              <a:gd name="connsiteX3" fmla="*/ 5101422 w 6087079"/>
              <a:gd name="connsiteY3" fmla="*/ 6885758 h 6885758"/>
              <a:gd name="connsiteX4" fmla="*/ 0 w 6087079"/>
              <a:gd name="connsiteY4" fmla="*/ 6879986 h 6885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7079" h="6885758">
                <a:moveTo>
                  <a:pt x="2353342" y="0"/>
                </a:moveTo>
                <a:lnTo>
                  <a:pt x="6077554" y="10395"/>
                </a:lnTo>
                <a:lnTo>
                  <a:pt x="6087079" y="4007761"/>
                </a:lnTo>
                <a:lnTo>
                  <a:pt x="5101422" y="6885758"/>
                </a:lnTo>
                <a:lnTo>
                  <a:pt x="0" y="6879986"/>
                </a:lnTo>
                <a:close/>
              </a:path>
            </a:pathLst>
          </a:custGeom>
          <a:noFill/>
        </p:spPr>
      </p:pic>
    </p:spTree>
    <p:extLst>
      <p:ext uri="{BB962C8B-B14F-4D97-AF65-F5344CB8AC3E}">
        <p14:creationId xmlns:p14="http://schemas.microsoft.com/office/powerpoint/2010/main" val="1935965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F6348DE-3FAB-3AD1-8207-B3A3E68A1E2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4" name="think-cell data - do not delete" hidden="1">
                        <a:extLst>
                          <a:ext uri="{FF2B5EF4-FFF2-40B4-BE49-F238E27FC236}">
                            <a16:creationId xmlns:a16="http://schemas.microsoft.com/office/drawing/2014/main" id="{CF6348DE-3FAB-3AD1-8207-B3A3E68A1E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30B69CE-44AA-14D6-79D8-D2F9707A1784}"/>
              </a:ext>
            </a:extLst>
          </p:cNvPr>
          <p:cNvSpPr>
            <a:spLocks noGrp="1"/>
          </p:cNvSpPr>
          <p:nvPr>
            <p:ph type="title"/>
          </p:nvPr>
        </p:nvSpPr>
        <p:spPr/>
        <p:txBody>
          <a:bodyPr vert="horz"/>
          <a:lstStyle/>
          <a:p>
            <a:r>
              <a:rPr lang="en-US"/>
              <a:t>End of presentation</a:t>
            </a:r>
          </a:p>
        </p:txBody>
      </p:sp>
    </p:spTree>
    <p:extLst>
      <p:ext uri="{BB962C8B-B14F-4D97-AF65-F5344CB8AC3E}">
        <p14:creationId xmlns:p14="http://schemas.microsoft.com/office/powerpoint/2010/main" val="3193661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8317404E-194C-212F-399D-3DCEC1CD015C}"/>
              </a:ext>
            </a:extLst>
          </p:cNvPr>
          <p:cNvSpPr>
            <a:spLocks noGrp="1"/>
          </p:cNvSpPr>
          <p:nvPr>
            <p:ph type="sldNum" sz="quarter" idx="17"/>
          </p:nvPr>
        </p:nvSpPr>
        <p:spPr>
          <a:xfrm>
            <a:off x="11712000" y="6102000"/>
            <a:ext cx="480000" cy="756000"/>
          </a:xfrm>
        </p:spPr>
        <p:txBody>
          <a:bodyPr/>
          <a:lstStyle/>
          <a:p>
            <a:fld id="{1C1606C5-D483-4832-A0E9-CF578A9B5883}" type="slidenum">
              <a:rPr lang="en-US" smtClean="0"/>
              <a:pPr/>
              <a:t>13</a:t>
            </a:fld>
            <a:endParaRPr lang="en-US"/>
          </a:p>
        </p:txBody>
      </p:sp>
      <p:sp>
        <p:nvSpPr>
          <p:cNvPr id="7" name="Title 1">
            <a:extLst>
              <a:ext uri="{FF2B5EF4-FFF2-40B4-BE49-F238E27FC236}">
                <a16:creationId xmlns:a16="http://schemas.microsoft.com/office/drawing/2014/main" id="{287ED3DE-D93D-05FF-C657-A0EB770292DE}"/>
              </a:ext>
            </a:extLst>
          </p:cNvPr>
          <p:cNvSpPr txBox="1">
            <a:spLocks/>
          </p:cNvSpPr>
          <p:nvPr/>
        </p:nvSpPr>
        <p:spPr>
          <a:xfrm>
            <a:off x="579438" y="1"/>
            <a:ext cx="10515600" cy="705172"/>
          </a:xfrm>
          <a:prstGeom prst="rect">
            <a:avLst/>
          </a:prstGeom>
        </p:spPr>
        <p:txBody>
          <a:bodyPr vert="horz" lIns="0" tIns="0" rIns="0" bIns="72000" rtlCol="0" anchor="b" anchorCtr="0">
            <a:normAutofit/>
          </a:bodyPr>
          <a:lst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a:lstStyle>
          <a:p>
            <a:pPr>
              <a:buClrTx/>
              <a:buFontTx/>
            </a:pPr>
            <a:r>
              <a:rPr lang="en-US" dirty="0"/>
              <a:t>Cost considerations</a:t>
            </a:r>
          </a:p>
        </p:txBody>
      </p:sp>
      <p:sp>
        <p:nvSpPr>
          <p:cNvPr id="9" name="Text Placeholder 3">
            <a:extLst>
              <a:ext uri="{FF2B5EF4-FFF2-40B4-BE49-F238E27FC236}">
                <a16:creationId xmlns:a16="http://schemas.microsoft.com/office/drawing/2014/main" id="{FC9C734A-9778-F18E-AA7F-C96ADA47E99B}"/>
              </a:ext>
            </a:extLst>
          </p:cNvPr>
          <p:cNvSpPr txBox="1">
            <a:spLocks/>
          </p:cNvSpPr>
          <p:nvPr/>
        </p:nvSpPr>
        <p:spPr>
          <a:xfrm>
            <a:off x="593468" y="705173"/>
            <a:ext cx="5138591" cy="707886"/>
          </a:xfrm>
          <a:prstGeom prst="rect">
            <a:avLst/>
          </a:prstGeom>
        </p:spPr>
        <p:txBody>
          <a:bodyPr lIns="0">
            <a:norm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endParaRPr lang="en-US" dirty="0">
              <a:solidFill>
                <a:schemeClr val="accent5">
                  <a:lumMod val="25000"/>
                </a:schemeClr>
              </a:solidFill>
            </a:endParaRPr>
          </a:p>
        </p:txBody>
      </p:sp>
      <p:sp>
        <p:nvSpPr>
          <p:cNvPr id="11" name="Rectangle 2">
            <a:extLst>
              <a:ext uri="{FF2B5EF4-FFF2-40B4-BE49-F238E27FC236}">
                <a16:creationId xmlns:a16="http://schemas.microsoft.com/office/drawing/2014/main" id="{0F78DF71-C8F5-2E0F-EF0D-1621874160B5}"/>
              </a:ext>
            </a:extLst>
          </p:cNvPr>
          <p:cNvSpPr>
            <a:spLocks noChangeArrowheads="1"/>
          </p:cNvSpPr>
          <p:nvPr/>
        </p:nvSpPr>
        <p:spPr bwMode="auto">
          <a:xfrm>
            <a:off x="579438" y="1167164"/>
            <a:ext cx="10207210"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1800" dirty="0">
                <a:effectLst/>
                <a:latin typeface="Arial" panose="020B0604020202020204" pitchFamily="34" charset="0"/>
                <a:ea typeface="Yu Gothic" panose="020B0400000000000000" pitchFamily="34" charset="-128"/>
              </a:rPr>
              <a:t>Licenses model differ per vendor.</a:t>
            </a:r>
            <a:br>
              <a:rPr lang="en-US" sz="1800" dirty="0">
                <a:effectLst/>
                <a:latin typeface="Arial" panose="020B0604020202020204" pitchFamily="34" charset="0"/>
                <a:ea typeface="Yu Gothic" panose="020B0400000000000000" pitchFamily="34" charset="-128"/>
              </a:rPr>
            </a:br>
            <a:r>
              <a:rPr lang="en-US" sz="1800" dirty="0">
                <a:effectLst/>
                <a:latin typeface="Arial" panose="020B0604020202020204" pitchFamily="34" charset="0"/>
                <a:ea typeface="Yu Gothic" panose="020B0400000000000000" pitchFamily="34" charset="-128"/>
              </a:rPr>
              <a:t>For </a:t>
            </a:r>
            <a:r>
              <a:rPr lang="en-US" sz="1800" dirty="0" err="1">
                <a:effectLst/>
                <a:latin typeface="Arial" panose="020B0604020202020204" pitchFamily="34" charset="0"/>
                <a:ea typeface="Yu Gothic" panose="020B0400000000000000" pitchFamily="34" charset="-128"/>
              </a:rPr>
              <a:t>Anomalo</a:t>
            </a:r>
            <a:r>
              <a:rPr lang="en-US" sz="1800" dirty="0">
                <a:effectLst/>
                <a:latin typeface="Arial" panose="020B0604020202020204" pitchFamily="34" charset="0"/>
                <a:ea typeface="Yu Gothic" panose="020B0400000000000000" pitchFamily="34" charset="-128"/>
              </a:rPr>
              <a:t> the licenses costs are table based; the more tables and data are required the more costs are involved.</a:t>
            </a:r>
            <a:br>
              <a:rPr lang="en-US" sz="1800" dirty="0">
                <a:effectLst/>
                <a:latin typeface="Arial" panose="020B0604020202020204" pitchFamily="34" charset="0"/>
                <a:ea typeface="Yu Gothic" panose="020B0400000000000000" pitchFamily="34" charset="-128"/>
              </a:rPr>
            </a:br>
            <a:r>
              <a:rPr lang="en-US" sz="1800" dirty="0">
                <a:effectLst/>
                <a:latin typeface="Arial" panose="020B0604020202020204" pitchFamily="34" charset="0"/>
                <a:ea typeface="Yu Gothic" panose="020B0400000000000000" pitchFamily="34" charset="-128"/>
              </a:rPr>
              <a:t>For Experian there is an all-inclusive set price. </a:t>
            </a:r>
            <a:br>
              <a:rPr lang="en-US" sz="1800" dirty="0">
                <a:effectLst/>
                <a:latin typeface="Arial" panose="020B0604020202020204" pitchFamily="34" charset="0"/>
                <a:ea typeface="Yu Gothic" panose="020B0400000000000000" pitchFamily="34" charset="-128"/>
              </a:rPr>
            </a:br>
            <a:endParaRPr kumimoji="0" lang="en-US" altLang="nl-NL"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50861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egon 2023">
  <a:themeElements>
    <a:clrScheme name="Aegon july2023">
      <a:dk1>
        <a:srgbClr val="000000"/>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chemeClr val="tx1"/>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a:srgbClr val="FFFFFF"/>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Aegon PPT mini master_16x9__August 2023 GTS" id="{1311F6EE-DF9B-49DA-BE0A-34E1E5ABC623}" vid="{8D113459-99E8-4898-BC61-9D2892CD5309}"/>
    </a:ext>
  </a:extLst>
</a:theme>
</file>

<file path=ppt/theme/theme2.xml><?xml version="1.0" encoding="utf-8"?>
<a:theme xmlns:a="http://schemas.openxmlformats.org/drawingml/2006/main" name="aegon 2022">
  <a:themeElements>
    <a:clrScheme name="Aegon dec2022">
      <a:dk1>
        <a:srgbClr val="281805"/>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rgbClr val="28180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name="Warm Black">
      <a:srgbClr val="281805"/>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theme>
</file>

<file path=ppt/theme/theme3.xml><?xml version="1.0" encoding="utf-8"?>
<a:theme xmlns:a="http://schemas.openxmlformats.org/drawingml/2006/main" name="aegon 2022">
  <a:themeElements>
    <a:clrScheme name="Aegon dec2022">
      <a:dk1>
        <a:srgbClr val="281805"/>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rgbClr val="28180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name="Warm Black">
      <a:srgbClr val="281805"/>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eyword xmlns="7bc1719e-3073-4a83-a8aa-5d9b5543732c" xsi:nil="true"/>
    <_ip_UnifiedCompliancePolicyUIAction xmlns="http://schemas.microsoft.com/sharepoint/v3" xsi:nil="true"/>
    <lcf76f155ced4ddcb4097134ff3c332f xmlns="7bc1719e-3073-4a83-a8aa-5d9b5543732c">
      <Terms xmlns="http://schemas.microsoft.com/office/infopath/2007/PartnerControls"/>
    </lcf76f155ced4ddcb4097134ff3c332f>
    <TaxCatchAll xmlns="bfe6e0b6-a5a6-435d-956e-8490d4b03c3e"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BDAF3E3634C144D9EC799C876E6F9A3" ma:contentTypeVersion="32" ma:contentTypeDescription="Create a new document." ma:contentTypeScope="" ma:versionID="05ba2877cbc3ca9c27a5f2169dd2f361">
  <xsd:schema xmlns:xsd="http://www.w3.org/2001/XMLSchema" xmlns:xs="http://www.w3.org/2001/XMLSchema" xmlns:p="http://schemas.microsoft.com/office/2006/metadata/properties" xmlns:ns1="http://schemas.microsoft.com/sharepoint/v3" xmlns:ns2="7bc1719e-3073-4a83-a8aa-5d9b5543732c" xmlns:ns3="290f8d83-fd29-439e-ae91-cfcefa340f30" xmlns:ns4="bfe6e0b6-a5a6-435d-956e-8490d4b03c3e" targetNamespace="http://schemas.microsoft.com/office/2006/metadata/properties" ma:root="true" ma:fieldsID="594f020d093c3cc314390237aec36bac" ns1:_="" ns2:_="" ns3:_="" ns4:_="">
    <xsd:import namespace="http://schemas.microsoft.com/sharepoint/v3"/>
    <xsd:import namespace="7bc1719e-3073-4a83-a8aa-5d9b5543732c"/>
    <xsd:import namespace="290f8d83-fd29-439e-ae91-cfcefa340f30"/>
    <xsd:import namespace="bfe6e0b6-a5a6-435d-956e-8490d4b03c3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DateTaken" minOccurs="0"/>
                <xsd:element ref="ns2:MediaServiceAutoKeyPoints" minOccurs="0"/>
                <xsd:element ref="ns2:MediaServiceKeyPoints" minOccurs="0"/>
                <xsd:element ref="ns2:Keyword"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c1719e-3073-4a83-a8aa-5d9b554373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Keyword" ma:index="21" nillable="true" ma:displayName="Keyword" ma:description="Unique keyword for search usage" ma:format="Dropdown" ma:internalName="Keyword">
      <xsd:simpleType>
        <xsd:union memberTypes="dms:Text">
          <xsd:simpleType>
            <xsd:restriction base="dms:Choice">
              <xsd:enumeration value="Unknown"/>
            </xsd:restriction>
          </xsd:simpleType>
        </xsd:un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3ecf46e-890a-4d8f-8227-d99d79ddb869" ma:termSetId="09814cd3-568e-fe90-9814-8d621ff8fb84" ma:anchorId="fba54fb3-c3e1-fe81-a776-ca4b69148c4d" ma:open="true" ma:isKeyword="false">
      <xsd:complexType>
        <xsd:sequence>
          <xsd:element ref="pc:Terms" minOccurs="0" maxOccurs="1"/>
        </xsd:sequence>
      </xsd:complex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0f8d83-fd29-439e-ae91-cfcefa340f3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e6e0b6-a5a6-435d-956e-8490d4b03c3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d1e4a496-b8a4-4beb-a473-f4a6df7ad317}" ma:internalName="TaxCatchAll" ma:showField="CatchAllData" ma:web="290f8d83-fd29-439e-ae91-cfcefa340f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87B9F05-37E0-4F35-828D-076429559AB8}">
  <ds:schemaRefs>
    <ds:schemaRef ds:uri="290f8d83-fd29-439e-ae91-cfcefa340f30"/>
    <ds:schemaRef ds:uri="http://purl.org/dc/elements/1.1/"/>
    <ds:schemaRef ds:uri="http://schemas.microsoft.com/office/2006/metadata/properties"/>
    <ds:schemaRef ds:uri="http://schemas.microsoft.com/office/2006/documentManagement/types"/>
    <ds:schemaRef ds:uri="7bc1719e-3073-4a83-a8aa-5d9b5543732c"/>
    <ds:schemaRef ds:uri="http://purl.org/dc/terms/"/>
    <ds:schemaRef ds:uri="bfe6e0b6-a5a6-435d-956e-8490d4b03c3e"/>
    <ds:schemaRef ds:uri="http://purl.org/dc/dcmitype/"/>
    <ds:schemaRef ds:uri="http://schemas.microsoft.com/office/infopath/2007/PartnerControls"/>
    <ds:schemaRef ds:uri="http://schemas.openxmlformats.org/package/2006/metadata/core-properties"/>
    <ds:schemaRef ds:uri="http://schemas.microsoft.com/sharepoint/v3"/>
    <ds:schemaRef ds:uri="http://www.w3.org/XML/1998/namespace"/>
  </ds:schemaRefs>
</ds:datastoreItem>
</file>

<file path=customXml/itemProps2.xml><?xml version="1.0" encoding="utf-8"?>
<ds:datastoreItem xmlns:ds="http://schemas.openxmlformats.org/officeDocument/2006/customXml" ds:itemID="{7E679F17-9C9C-4EF3-A5C7-CCD9B65F1152}"/>
</file>

<file path=customXml/itemProps3.xml><?xml version="1.0" encoding="utf-8"?>
<ds:datastoreItem xmlns:ds="http://schemas.openxmlformats.org/officeDocument/2006/customXml" ds:itemID="{8037AA49-A9B9-43FF-8776-4650CED3C4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Aegon PPT mini master_16x9__August 2023 GTS</Template>
  <TotalTime>236</TotalTime>
  <Words>628</Words>
  <Application>Microsoft Office PowerPoint</Application>
  <PresentationFormat>Widescreen</PresentationFormat>
  <Paragraphs>110</Paragraphs>
  <Slides>13</Slides>
  <Notes>13</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7" baseType="lpstr">
      <vt:lpstr>Arial</vt:lpstr>
      <vt:lpstr>Symbol</vt:lpstr>
      <vt:lpstr>aegon 2023</vt:lpstr>
      <vt:lpstr>think-cell Slide</vt:lpstr>
      <vt:lpstr>PowerPoint Presentation</vt:lpstr>
      <vt:lpstr>ARB Review History</vt:lpstr>
      <vt:lpstr>Snyk Open Source</vt:lpstr>
      <vt:lpstr>Data quality management</vt:lpstr>
      <vt:lpstr>Example Capabilities</vt:lpstr>
      <vt:lpstr>Baseline Architecture</vt:lpstr>
      <vt:lpstr>Target Architecture</vt:lpstr>
      <vt:lpstr>Success Criteria</vt:lpstr>
      <vt:lpstr>Target Architecture</vt:lpstr>
      <vt:lpstr>Global DQ</vt:lpstr>
      <vt:lpstr>Questions</vt:lpstr>
      <vt:lpstr>End of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16x9 format</dc:title>
  <dc:creator>Lieuw  A Joeng, Henny</dc:creator>
  <dc:description>august 2023</dc:description>
  <cp:lastModifiedBy>Lieuw  A Joeng, Henny</cp:lastModifiedBy>
  <cp:revision>3</cp:revision>
  <cp:lastPrinted>2022-11-30T15:12:21Z</cp:lastPrinted>
  <dcterms:created xsi:type="dcterms:W3CDTF">2023-12-08T12:31:31Z</dcterms:created>
  <dcterms:modified xsi:type="dcterms:W3CDTF">2024-10-17T13:28:38Z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0x0101006BDAF3E3634C144D9EC799C876E6F9A3</vt:lpwstr>
  </property>
  <property fmtid="{D5CDD505-2E9C-101B-9397-08002B2CF9AE}" pid="3" name="MediaServiceImageTags">
    <vt:lpwstr/>
  </property>
  <property fmtid="{D5CDD505-2E9C-101B-9397-08002B2CF9AE}" pid="5" name="Business App">
    <vt:lpwstr>Unknown</vt:lpwstr>
  </property>
</Properties>
</file>
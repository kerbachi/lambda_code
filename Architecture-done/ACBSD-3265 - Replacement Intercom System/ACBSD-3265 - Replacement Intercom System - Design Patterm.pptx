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0.xml" ContentType="application/vnd.openxmlformats-officedocument.presentationml.tags+xml"/>
  <Override PartName="/ppt/notesSlides/notesSlide1.xml" ContentType="application/vnd.openxmlformats-officedocument.presentationml.notesSlide+xml"/>
  <Override PartName="/ppt/comments/modernComment_7FE4E066_71A36643.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1.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3" r:id="rId4"/>
    <p:sldMasterId id="2147483851" r:id="rId5"/>
  </p:sldMasterIdLst>
  <p:notesMasterIdLst>
    <p:notesMasterId r:id="rId18"/>
  </p:notesMasterIdLst>
  <p:handoutMasterIdLst>
    <p:handoutMasterId r:id="rId19"/>
  </p:handoutMasterIdLst>
  <p:sldIdLst>
    <p:sldId id="2145705999" r:id="rId6"/>
    <p:sldId id="2145706081" r:id="rId7"/>
    <p:sldId id="2145706012" r:id="rId8"/>
    <p:sldId id="2145706044" r:id="rId9"/>
    <p:sldId id="2145706013" r:id="rId10"/>
    <p:sldId id="2145706087" r:id="rId11"/>
    <p:sldId id="2145706043" r:id="rId12"/>
    <p:sldId id="2145706045" r:id="rId13"/>
    <p:sldId id="2145706086" r:id="rId14"/>
    <p:sldId id="2145706042" r:id="rId15"/>
    <p:sldId id="420" r:id="rId16"/>
    <p:sldId id="2145705940" r:id="rId17"/>
  </p:sldIdLst>
  <p:sldSz cx="12192000" cy="6858000"/>
  <p:notesSz cx="6761163" cy="9942513"/>
  <p:custDataLst>
    <p:tags r:id="rId20"/>
  </p:custDataLst>
  <p:defaultTextStyle>
    <a:defPPr>
      <a:defRPr lang="en-US"/>
    </a:defPPr>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defaultTextStyle>
  <p:extLst>
    <p:ext uri="{521415D9-36F7-43E2-AB2F-B90AF26B5E84}">
      <p14:sectionLst xmlns:p14="http://schemas.microsoft.com/office/powerpoint/2010/main">
        <p14:section name="Design Pattern" id="{B7469EEC-762B-0249-90B4-4DC636B3FD3E}">
          <p14:sldIdLst>
            <p14:sldId id="2145705999"/>
            <p14:sldId id="2145706081"/>
            <p14:sldId id="2145706012"/>
            <p14:sldId id="2145706044"/>
            <p14:sldId id="2145706013"/>
            <p14:sldId id="2145706087"/>
            <p14:sldId id="2145706043"/>
            <p14:sldId id="2145706045"/>
            <p14:sldId id="2145706086"/>
            <p14:sldId id="2145706042"/>
          </p14:sldIdLst>
        </p14:section>
        <p14:section name="Closing" id="{843E1B55-373F-4F04-A07A-94217B79BB6C}">
          <p14:sldIdLst>
            <p14:sldId id="420"/>
            <p14:sldId id="214570594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838" userDrawn="1">
          <p15:clr>
            <a:srgbClr val="A4A3A4"/>
          </p15:clr>
        </p15:guide>
        <p15:guide id="4" orient="horz" pos="890" userDrawn="1">
          <p15:clr>
            <a:srgbClr val="A4A3A4"/>
          </p15:clr>
        </p15:guide>
        <p15:guide id="6" pos="302" userDrawn="1">
          <p15:clr>
            <a:srgbClr val="A4A3A4"/>
          </p15:clr>
        </p15:guide>
        <p15:guide id="7" pos="7378" userDrawn="1">
          <p15:clr>
            <a:srgbClr val="A4A3A4"/>
          </p15:clr>
        </p15:guide>
        <p15:guide id="8"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7EF91-EDD5-CDE5-A90F-8E1C17B79E9E}" name="Tam, Kelvin" initials="TK" userId="S::kelvin.tam@transamerica.com::af346d37-0ade-4489-b521-276ee4906728" providerId="AD"/>
  <p188:author id="{1693859E-4579-31DE-DE97-1B4DD4CB03D1}" name="Apel, Nick" initials="" userId="S::nick.apel@transamerica.com::95543644-cc92-4525-acaa-1ad4c350a52e" providerId="AD"/>
  <p188:author id="{288B77C2-5A68-1EDA-61A5-2447679BE25C}" name="Alicia Castro" initials="AC" userId="S::alicia@totaldesign.com::3977efb3-a04f-4d2d-b648-9a767114394d" providerId="AD"/>
  <p188:author id="{33E10CEF-EA6B-CAC4-97CB-D492CC73F5E2}" name="McCabe, Michael" initials="MM" userId="S::michael.mccabe@aegon.com::cf9b4886-15eb-44e9-a65e-696e642aff84" providerId="AD"/>
  <p188:author id="{43088EEF-A013-E811-CB69-ADABF81AA9A3}" name="Everest, Neil" initials="NE" userId="S::neil.everest@aegon.com::7abe4f5f-2529-4917-872c-a7c627cd25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EEB8"/>
    <a:srgbClr val="FAFFCC"/>
    <a:srgbClr val="A5C9E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9D7B26C5-4107-4FEC-AEDC-1716B250A1EF}">
  <a:tblStyle styleId="{9D7B26C5-4107-4FEC-AEDC-1716B250A1A1}"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A2}"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A3}"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A4}"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A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A6}"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A7}"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9D7B26C5-4107-4FEC-AEDC-1716B250A1EF}" styleName="Neutral Grey">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Grass Green">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rgbClr val="CCEEB8"/>
          </a:solidFill>
        </a:fill>
      </a:tcStyle>
    </a:band1H>
    <a:band2H>
      <a:tcStyle>
        <a:tcBdr/>
      </a:tcStyle>
    </a:band2H>
    <a:band1V>
      <a:tcStyle>
        <a:tcBdr/>
        <a:fill>
          <a:solidFill>
            <a:srgbClr val="CCEEB8"/>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avender Purple">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rgbClr val="D2BCF1"/>
          </a:solidFill>
        </a:fill>
      </a:tcStyle>
    </a:band1H>
    <a:band2H>
      <a:tcStyle>
        <a:tcBdr/>
      </a:tcStyle>
    </a:band2H>
    <a:band1V>
      <a:tcStyle>
        <a:tcBdr/>
        <a:fill>
          <a:solidFill>
            <a:srgbClr val="D2BCF1"/>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Hot Pink">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rgbClr val="F7D2F8"/>
          </a:solidFill>
        </a:fill>
      </a:tcStyle>
    </a:band1H>
    <a:band2H>
      <a:tcStyle>
        <a:tcBdr/>
      </a:tcStyle>
    </a:band2H>
    <a:band1V>
      <a:tcStyle>
        <a:tcBdr/>
        <a:fill>
          <a:solidFill>
            <a:srgbClr val="F7D2F8"/>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Night Blue">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rgbClr val="C6C8D3"/>
          </a:solidFill>
        </a:fill>
      </a:tcStyle>
    </a:band1H>
    <a:band2H>
      <a:tcStyle>
        <a:tcBdr/>
      </a:tcStyle>
    </a:band2H>
    <a:band1V>
      <a:tcStyle>
        <a:tcBdr/>
        <a:fill>
          <a:solidFill>
            <a:srgbClr val="C6C8D3"/>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Sky Blue">
    <a:wholeTbl>
      <a:tcTxStyle>
        <a:fontRef idx="minor">
          <a:scrgbClr r="0" g="0" b="0"/>
        </a:fontRef>
        <a:schemeClr val="tx1"/>
      </a:tcTxStyle>
      <a:tcStyle>
        <a:tcBdr>
          <a:left>
            <a:ln>
              <a:noFill/>
            </a:ln>
          </a:left>
          <a:right>
            <a:ln>
              <a:noFill/>
            </a:ln>
          </a:right>
          <a:top>
            <a:ln w="12700" cmpd="sng">
              <a:solidFill>
                <a:srgbClr val="63B6FF"/>
              </a:solidFill>
            </a:ln>
          </a:top>
          <a:bottom>
            <a:ln w="12700" cmpd="sng">
              <a:solidFill>
                <a:srgbClr val="63B6FF"/>
              </a:solidFill>
            </a:ln>
          </a:bottom>
          <a:insideH>
            <a:ln>
              <a:noFill/>
            </a:ln>
          </a:insideH>
          <a:insideV>
            <a:ln>
              <a:noFill/>
            </a:ln>
          </a:insideV>
        </a:tcBdr>
        <a:fill>
          <a:noFill/>
        </a:fill>
      </a:tcStyle>
    </a:wholeTbl>
    <a:band1H>
      <a:tcStyle>
        <a:tcBdr/>
        <a:fill>
          <a:solidFill>
            <a:srgbClr val="D1E6F8"/>
          </a:solidFill>
        </a:fill>
      </a:tcStyle>
    </a:band1H>
    <a:band2H>
      <a:tcStyle>
        <a:tcBdr/>
      </a:tcStyle>
    </a:band2H>
    <a:band1V>
      <a:tcStyle>
        <a:tcBdr/>
        <a:fill>
          <a:solidFill>
            <a:srgbClr val="D1E6F8"/>
          </a:solidFill>
        </a:fill>
      </a:tcStyle>
    </a:band1V>
    <a:lastCol>
      <a:tcTxStyle b="on"/>
      <a:tcStyle>
        <a:tcBdr/>
      </a:tcStyle>
    </a:lastCol>
    <a:firstCol>
      <a:tcTxStyle b="on"/>
      <a:tcStyle>
        <a:tcBdr/>
      </a:tcStyle>
    </a:firstCol>
    <a:lastRow>
      <a:tcTxStyle b="on"/>
      <a:tcStyle>
        <a:tcBdr>
          <a:top>
            <a:ln w="12700" cmpd="sng">
              <a:solidFill>
                <a:srgbClr val="63B6FF"/>
              </a:solidFill>
            </a:ln>
          </a:top>
        </a:tcBdr>
        <a:fill>
          <a:noFill/>
        </a:fill>
      </a:tcStyle>
    </a:lastRow>
    <a:firstRow>
      <a:tcTxStyle b="on"/>
      <a:tcStyle>
        <a:tcBdr>
          <a:bottom>
            <a:ln w="12700" cmpd="sng">
              <a:solidFill>
                <a:srgbClr val="63B6FF"/>
              </a:solidFill>
            </a:ln>
          </a:bottom>
        </a:tcBdr>
        <a:fill>
          <a:noFill/>
        </a:fill>
      </a:tcStyle>
    </a:firstRow>
  </a:tblStyle>
  <a:tblStyle styleId="{68D230F3-CF80-4859-8CE7-A43EE81993B5}" styleName="Crimson Red">
    <a:wholeTbl>
      <a:tcTxStyle>
        <a:fontRef idx="minor">
          <a:scrgbClr r="0" g="0" b="0"/>
        </a:fontRef>
        <a:schemeClr val="tx1"/>
      </a:tcTxStyle>
      <a:tcStyle>
        <a:tcBdr>
          <a:left>
            <a:ln>
              <a:noFill/>
            </a:ln>
          </a:left>
          <a:right>
            <a:ln>
              <a:noFill/>
            </a:ln>
          </a:right>
          <a:top>
            <a:ln w="12700" cmpd="sng">
              <a:solidFill>
                <a:srgbClr val="CF0000"/>
              </a:solidFill>
            </a:ln>
          </a:top>
          <a:bottom>
            <a:ln w="12700" cmpd="sng">
              <a:solidFill>
                <a:srgbClr val="CF0000"/>
              </a:solidFill>
            </a:ln>
          </a:bottom>
          <a:insideH>
            <a:ln>
              <a:noFill/>
            </a:ln>
          </a:insideH>
          <a:insideV>
            <a:ln>
              <a:noFill/>
            </a:ln>
          </a:insideV>
        </a:tcBdr>
        <a:fill>
          <a:noFill/>
        </a:fill>
      </a:tcStyle>
    </a:wholeTbl>
    <a:band1H>
      <a:tcStyle>
        <a:tcBdr/>
        <a:fill>
          <a:solidFill>
            <a:srgbClr val="EBB8B8"/>
          </a:solidFill>
        </a:fill>
      </a:tcStyle>
    </a:band1H>
    <a:band2H>
      <a:tcStyle>
        <a:tcBdr/>
      </a:tcStyle>
    </a:band2H>
    <a:band1V>
      <a:tcStyle>
        <a:tcBdr/>
        <a:fill>
          <a:solidFill>
            <a:srgbClr val="EBB8B8"/>
          </a:solidFill>
        </a:fill>
      </a:tcStyle>
    </a:band1V>
    <a:lastCol>
      <a:tcTxStyle b="on"/>
      <a:tcStyle>
        <a:tcBdr/>
      </a:tcStyle>
    </a:lastCol>
    <a:firstCol>
      <a:tcTxStyle b="on"/>
      <a:tcStyle>
        <a:tcBdr/>
      </a:tcStyle>
    </a:firstCol>
    <a:lastRow>
      <a:tcTxStyle b="on"/>
      <a:tcStyle>
        <a:tcBdr>
          <a:top>
            <a:ln w="12700" cmpd="sng">
              <a:solidFill>
                <a:srgbClr val="CF0000"/>
              </a:solidFill>
            </a:ln>
          </a:top>
        </a:tcBdr>
        <a:fill>
          <a:noFill/>
        </a:fill>
      </a:tcStyle>
    </a:lastRow>
    <a:firstRow>
      <a:tcTxStyle b="on"/>
      <a:tcStyle>
        <a:tcBdr>
          <a:bottom>
            <a:ln w="12700" cmpd="sng">
              <a:solidFill>
                <a:srgbClr val="CF0000"/>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2"/>
    <p:restoredTop sz="94707"/>
  </p:normalViewPr>
  <p:slideViewPr>
    <p:cSldViewPr snapToGrid="0">
      <p:cViewPr>
        <p:scale>
          <a:sx n="110" d="100"/>
          <a:sy n="110" d="100"/>
        </p:scale>
        <p:origin x="1086" y="582"/>
      </p:cViewPr>
      <p:guideLst>
        <p:guide orient="horz" pos="2160"/>
        <p:guide pos="3840"/>
        <p:guide orient="horz" pos="3838"/>
        <p:guide orient="horz" pos="890"/>
        <p:guide pos="302"/>
        <p:guide pos="7378"/>
        <p:guide orient="horz" pos="11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oughby, Bobby" userId="9e370f94-a576-4255-ad7f-6b714ab34b4a" providerId="ADAL" clId="{B02F9AF6-F675-43C6-A555-58C76B46A0F9}"/>
    <pc:docChg chg="mod">
      <pc:chgData name="Willoughby, Bobby" userId="9e370f94-a576-4255-ad7f-6b714ab34b4a" providerId="ADAL" clId="{B02F9AF6-F675-43C6-A555-58C76B46A0F9}" dt="2025-05-07T18:52:45.090" v="0"/>
      <pc:docMkLst>
        <pc:docMk/>
      </pc:docMkLst>
    </pc:docChg>
  </pc:docChgLst>
  <pc:docChgLst>
    <pc:chgData name="Kerbachi, Mohamed - GTS Global ENG &amp; ARCH" userId="7bfead4c-51c4-46e1-b396-f93a69a42d0c" providerId="ADAL" clId="{B147E708-8A52-4ACC-A372-A787279908A1}"/>
    <pc:docChg chg="undo custSel addSld delSld modSld delSection modSection">
      <pc:chgData name="Kerbachi, Mohamed - GTS Global ENG &amp; ARCH" userId="7bfead4c-51c4-46e1-b396-f93a69a42d0c" providerId="ADAL" clId="{B147E708-8A52-4ACC-A372-A787279908A1}" dt="2025-06-30T18:42:44.714" v="2274" actId="478"/>
      <pc:docMkLst>
        <pc:docMk/>
      </pc:docMkLst>
      <pc:sldChg chg="del">
        <pc:chgData name="Kerbachi, Mohamed - GTS Global ENG &amp; ARCH" userId="7bfead4c-51c4-46e1-b396-f93a69a42d0c" providerId="ADAL" clId="{B147E708-8A52-4ACC-A372-A787279908A1}" dt="2025-06-17T18:45:56.669" v="2" actId="47"/>
        <pc:sldMkLst>
          <pc:docMk/>
          <pc:sldMk cId="3708260093" sldId="2145705990"/>
        </pc:sldMkLst>
      </pc:sldChg>
      <pc:sldChg chg="del">
        <pc:chgData name="Kerbachi, Mohamed - GTS Global ENG &amp; ARCH" userId="7bfead4c-51c4-46e1-b396-f93a69a42d0c" providerId="ADAL" clId="{B147E708-8A52-4ACC-A372-A787279908A1}" dt="2025-06-17T18:45:58.031" v="4" actId="47"/>
        <pc:sldMkLst>
          <pc:docMk/>
          <pc:sldMk cId="2354615169" sldId="2145705998"/>
        </pc:sldMkLst>
      </pc:sldChg>
      <pc:sldChg chg="modSp mod">
        <pc:chgData name="Kerbachi, Mohamed - GTS Global ENG &amp; ARCH" userId="7bfead4c-51c4-46e1-b396-f93a69a42d0c" providerId="ADAL" clId="{B147E708-8A52-4ACC-A372-A787279908A1}" dt="2025-06-30T18:37:56.062" v="2273" actId="404"/>
        <pc:sldMkLst>
          <pc:docMk/>
          <pc:sldMk cId="2376981167" sldId="2145705999"/>
        </pc:sldMkLst>
        <pc:spChg chg="mod">
          <ac:chgData name="Kerbachi, Mohamed - GTS Global ENG &amp; ARCH" userId="7bfead4c-51c4-46e1-b396-f93a69a42d0c" providerId="ADAL" clId="{B147E708-8A52-4ACC-A372-A787279908A1}" dt="2025-06-30T18:31:57.827" v="2151" actId="20577"/>
          <ac:spMkLst>
            <pc:docMk/>
            <pc:sldMk cId="2376981167" sldId="2145705999"/>
            <ac:spMk id="9" creationId="{19C54767-668D-484D-3F73-666EC8AE9F99}"/>
          </ac:spMkLst>
        </pc:spChg>
        <pc:spChg chg="mod">
          <ac:chgData name="Kerbachi, Mohamed - GTS Global ENG &amp; ARCH" userId="7bfead4c-51c4-46e1-b396-f93a69a42d0c" providerId="ADAL" clId="{B147E708-8A52-4ACC-A372-A787279908A1}" dt="2025-06-30T18:37:56.062" v="2273" actId="404"/>
          <ac:spMkLst>
            <pc:docMk/>
            <pc:sldMk cId="2376981167" sldId="2145705999"/>
            <ac:spMk id="10" creationId="{E42B7509-D781-42D4-6F42-29EB84E1A2E6}"/>
          </ac:spMkLst>
        </pc:spChg>
        <pc:spChg chg="mod">
          <ac:chgData name="Kerbachi, Mohamed - GTS Global ENG &amp; ARCH" userId="7bfead4c-51c4-46e1-b396-f93a69a42d0c" providerId="ADAL" clId="{B147E708-8A52-4ACC-A372-A787279908A1}" dt="2025-06-30T18:31:28.057" v="2075" actId="20577"/>
          <ac:spMkLst>
            <pc:docMk/>
            <pc:sldMk cId="2376981167" sldId="2145705999"/>
            <ac:spMk id="11" creationId="{8DAB33DA-F66E-AD54-47E2-3AD017ADCDE3}"/>
          </ac:spMkLst>
        </pc:spChg>
        <pc:spChg chg="mod">
          <ac:chgData name="Kerbachi, Mohamed - GTS Global ENG &amp; ARCH" userId="7bfead4c-51c4-46e1-b396-f93a69a42d0c" providerId="ADAL" clId="{B147E708-8A52-4ACC-A372-A787279908A1}" dt="2025-06-17T20:27:01.013" v="631" actId="20577"/>
          <ac:spMkLst>
            <pc:docMk/>
            <pc:sldMk cId="2376981167" sldId="2145705999"/>
            <ac:spMk id="13" creationId="{FCAB3CF9-0263-BB9D-0F11-238D3872B604}"/>
          </ac:spMkLst>
        </pc:spChg>
      </pc:sldChg>
      <pc:sldChg chg="del">
        <pc:chgData name="Kerbachi, Mohamed - GTS Global ENG &amp; ARCH" userId="7bfead4c-51c4-46e1-b396-f93a69a42d0c" providerId="ADAL" clId="{B147E708-8A52-4ACC-A372-A787279908A1}" dt="2025-06-17T18:48:32.654" v="17" actId="47"/>
        <pc:sldMkLst>
          <pc:docMk/>
          <pc:sldMk cId="1948336995" sldId="2145706000"/>
        </pc:sldMkLst>
      </pc:sldChg>
      <pc:sldChg chg="del">
        <pc:chgData name="Kerbachi, Mohamed - GTS Global ENG &amp; ARCH" userId="7bfead4c-51c4-46e1-b396-f93a69a42d0c" providerId="ADAL" clId="{B147E708-8A52-4ACC-A372-A787279908A1}" dt="2025-06-17T18:45:58.589" v="6" actId="47"/>
        <pc:sldMkLst>
          <pc:docMk/>
          <pc:sldMk cId="2841593957" sldId="2145706002"/>
        </pc:sldMkLst>
      </pc:sldChg>
      <pc:sldChg chg="del">
        <pc:chgData name="Kerbachi, Mohamed - GTS Global ENG &amp; ARCH" userId="7bfead4c-51c4-46e1-b396-f93a69a42d0c" providerId="ADAL" clId="{B147E708-8A52-4ACC-A372-A787279908A1}" dt="2025-06-17T18:45:59.084" v="7" actId="47"/>
        <pc:sldMkLst>
          <pc:docMk/>
          <pc:sldMk cId="1871094435" sldId="2145706003"/>
        </pc:sldMkLst>
      </pc:sldChg>
      <pc:sldChg chg="del">
        <pc:chgData name="Kerbachi, Mohamed - GTS Global ENG &amp; ARCH" userId="7bfead4c-51c4-46e1-b396-f93a69a42d0c" providerId="ADAL" clId="{B147E708-8A52-4ACC-A372-A787279908A1}" dt="2025-06-17T18:49:18.414" v="20" actId="47"/>
        <pc:sldMkLst>
          <pc:docMk/>
          <pc:sldMk cId="409250225" sldId="2145706005"/>
        </pc:sldMkLst>
      </pc:sldChg>
      <pc:sldChg chg="del">
        <pc:chgData name="Kerbachi, Mohamed - GTS Global ENG &amp; ARCH" userId="7bfead4c-51c4-46e1-b396-f93a69a42d0c" providerId="ADAL" clId="{B147E708-8A52-4ACC-A372-A787279908A1}" dt="2025-06-17T18:45:59.467" v="8" actId="47"/>
        <pc:sldMkLst>
          <pc:docMk/>
          <pc:sldMk cId="4178145635" sldId="2145706007"/>
        </pc:sldMkLst>
      </pc:sldChg>
      <pc:sldChg chg="del">
        <pc:chgData name="Kerbachi, Mohamed - GTS Global ENG &amp; ARCH" userId="7bfead4c-51c4-46e1-b396-f93a69a42d0c" providerId="ADAL" clId="{B147E708-8A52-4ACC-A372-A787279908A1}" dt="2025-06-17T18:46:00.874" v="10" actId="47"/>
        <pc:sldMkLst>
          <pc:docMk/>
          <pc:sldMk cId="3399029784" sldId="2145706009"/>
        </pc:sldMkLst>
      </pc:sldChg>
      <pc:sldChg chg="delSp modSp mod">
        <pc:chgData name="Kerbachi, Mohamed - GTS Global ENG &amp; ARCH" userId="7bfead4c-51c4-46e1-b396-f93a69a42d0c" providerId="ADAL" clId="{B147E708-8A52-4ACC-A372-A787279908A1}" dt="2025-06-30T18:42:44.714" v="2274" actId="478"/>
        <pc:sldMkLst>
          <pc:docMk/>
          <pc:sldMk cId="2600096501" sldId="2145706012"/>
        </pc:sldMkLst>
        <pc:spChg chg="del mod">
          <ac:chgData name="Kerbachi, Mohamed - GTS Global ENG &amp; ARCH" userId="7bfead4c-51c4-46e1-b396-f93a69a42d0c" providerId="ADAL" clId="{B147E708-8A52-4ACC-A372-A787279908A1}" dt="2025-06-30T18:42:44.714" v="2274" actId="478"/>
          <ac:spMkLst>
            <pc:docMk/>
            <pc:sldMk cId="2600096501" sldId="2145706012"/>
            <ac:spMk id="3" creationId="{ABBDB7E9-F2EC-0DC8-5C6D-3B4F5B0D2B50}"/>
          </ac:spMkLst>
        </pc:spChg>
        <pc:spChg chg="mod">
          <ac:chgData name="Kerbachi, Mohamed - GTS Global ENG &amp; ARCH" userId="7bfead4c-51c4-46e1-b396-f93a69a42d0c" providerId="ADAL" clId="{B147E708-8A52-4ACC-A372-A787279908A1}" dt="2025-06-17T19:31:53.710" v="181" actId="6549"/>
          <ac:spMkLst>
            <pc:docMk/>
            <pc:sldMk cId="2600096501" sldId="2145706012"/>
            <ac:spMk id="15" creationId="{CFEB935C-612D-CDA3-5636-3CFA69D9EA0B}"/>
          </ac:spMkLst>
        </pc:spChg>
        <pc:spChg chg="mod">
          <ac:chgData name="Kerbachi, Mohamed - GTS Global ENG &amp; ARCH" userId="7bfead4c-51c4-46e1-b396-f93a69a42d0c" providerId="ADAL" clId="{B147E708-8A52-4ACC-A372-A787279908A1}" dt="2025-06-23T20:47:36.752" v="1070" actId="20577"/>
          <ac:spMkLst>
            <pc:docMk/>
            <pc:sldMk cId="2600096501" sldId="2145706012"/>
            <ac:spMk id="16" creationId="{3D8CB094-04B4-7139-5EBC-DB2F9C867A11}"/>
          </ac:spMkLst>
        </pc:spChg>
      </pc:sldChg>
      <pc:sldChg chg="addSp delSp modSp mod">
        <pc:chgData name="Kerbachi, Mohamed - GTS Global ENG &amp; ARCH" userId="7bfead4c-51c4-46e1-b396-f93a69a42d0c" providerId="ADAL" clId="{B147E708-8A52-4ACC-A372-A787279908A1}" dt="2025-06-23T20:24:12.717" v="1000" actId="20577"/>
        <pc:sldMkLst>
          <pc:docMk/>
          <pc:sldMk cId="848899654" sldId="2145706013"/>
        </pc:sldMkLst>
        <pc:spChg chg="mod">
          <ac:chgData name="Kerbachi, Mohamed - GTS Global ENG &amp; ARCH" userId="7bfead4c-51c4-46e1-b396-f93a69a42d0c" providerId="ADAL" clId="{B147E708-8A52-4ACC-A372-A787279908A1}" dt="2025-06-18T15:56:51.632" v="792" actId="20577"/>
          <ac:spMkLst>
            <pc:docMk/>
            <pc:sldMk cId="848899654" sldId="2145706013"/>
            <ac:spMk id="2" creationId="{C2EB55D7-AE0D-9609-1385-87936105E728}"/>
          </ac:spMkLst>
        </pc:spChg>
        <pc:spChg chg="mod">
          <ac:chgData name="Kerbachi, Mohamed - GTS Global ENG &amp; ARCH" userId="7bfead4c-51c4-46e1-b396-f93a69a42d0c" providerId="ADAL" clId="{B147E708-8A52-4ACC-A372-A787279908A1}" dt="2025-06-23T20:24:12.717" v="1000" actId="20577"/>
          <ac:spMkLst>
            <pc:docMk/>
            <pc:sldMk cId="848899654" sldId="2145706013"/>
            <ac:spMk id="3" creationId="{1B747080-522D-4D17-C6B7-7E9DDA85627E}"/>
          </ac:spMkLst>
        </pc:spChg>
        <pc:spChg chg="add mod">
          <ac:chgData name="Kerbachi, Mohamed - GTS Global ENG &amp; ARCH" userId="7bfead4c-51c4-46e1-b396-f93a69a42d0c" providerId="ADAL" clId="{B147E708-8A52-4ACC-A372-A787279908A1}" dt="2025-06-18T15:55:47.375" v="735" actId="1076"/>
          <ac:spMkLst>
            <pc:docMk/>
            <pc:sldMk cId="848899654" sldId="2145706013"/>
            <ac:spMk id="4" creationId="{8153399A-2F81-FA69-0AA7-8A6C7D4436C0}"/>
          </ac:spMkLst>
        </pc:spChg>
        <pc:picChg chg="add mod">
          <ac:chgData name="Kerbachi, Mohamed - GTS Global ENG &amp; ARCH" userId="7bfead4c-51c4-46e1-b396-f93a69a42d0c" providerId="ADAL" clId="{B147E708-8A52-4ACC-A372-A787279908A1}" dt="2025-06-18T15:55:08.580" v="727" actId="14100"/>
          <ac:picMkLst>
            <pc:docMk/>
            <pc:sldMk cId="848899654" sldId="2145706013"/>
            <ac:picMk id="1026" creationId="{0A65D228-2369-4BD2-FBB5-15B430F36D87}"/>
          </ac:picMkLst>
        </pc:picChg>
      </pc:sldChg>
      <pc:sldChg chg="del">
        <pc:chgData name="Kerbachi, Mohamed - GTS Global ENG &amp; ARCH" userId="7bfead4c-51c4-46e1-b396-f93a69a42d0c" providerId="ADAL" clId="{B147E708-8A52-4ACC-A372-A787279908A1}" dt="2025-06-17T18:49:19.476" v="21" actId="47"/>
        <pc:sldMkLst>
          <pc:docMk/>
          <pc:sldMk cId="1228325814" sldId="2145706017"/>
        </pc:sldMkLst>
      </pc:sldChg>
      <pc:sldChg chg="del">
        <pc:chgData name="Kerbachi, Mohamed - GTS Global ENG &amp; ARCH" userId="7bfead4c-51c4-46e1-b396-f93a69a42d0c" providerId="ADAL" clId="{B147E708-8A52-4ACC-A372-A787279908A1}" dt="2025-06-17T18:49:23.793" v="22" actId="47"/>
        <pc:sldMkLst>
          <pc:docMk/>
          <pc:sldMk cId="2071563726" sldId="2145706018"/>
        </pc:sldMkLst>
      </pc:sldChg>
      <pc:sldChg chg="del">
        <pc:chgData name="Kerbachi, Mohamed - GTS Global ENG &amp; ARCH" userId="7bfead4c-51c4-46e1-b396-f93a69a42d0c" providerId="ADAL" clId="{B147E708-8A52-4ACC-A372-A787279908A1}" dt="2025-06-17T18:49:34.592" v="25" actId="47"/>
        <pc:sldMkLst>
          <pc:docMk/>
          <pc:sldMk cId="669051674" sldId="2145706020"/>
        </pc:sldMkLst>
      </pc:sldChg>
      <pc:sldChg chg="del">
        <pc:chgData name="Kerbachi, Mohamed - GTS Global ENG &amp; ARCH" userId="7bfead4c-51c4-46e1-b396-f93a69a42d0c" providerId="ADAL" clId="{B147E708-8A52-4ACC-A372-A787279908A1}" dt="2025-06-17T18:49:38.634" v="27" actId="47"/>
        <pc:sldMkLst>
          <pc:docMk/>
          <pc:sldMk cId="3461515287" sldId="2145706021"/>
        </pc:sldMkLst>
      </pc:sldChg>
      <pc:sldChg chg="del">
        <pc:chgData name="Kerbachi, Mohamed - GTS Global ENG &amp; ARCH" userId="7bfead4c-51c4-46e1-b396-f93a69a42d0c" providerId="ADAL" clId="{B147E708-8A52-4ACC-A372-A787279908A1}" dt="2025-06-17T18:49:46.875" v="31" actId="47"/>
        <pc:sldMkLst>
          <pc:docMk/>
          <pc:sldMk cId="2474266957" sldId="2145706022"/>
        </pc:sldMkLst>
      </pc:sldChg>
      <pc:sldChg chg="del">
        <pc:chgData name="Kerbachi, Mohamed - GTS Global ENG &amp; ARCH" userId="7bfead4c-51c4-46e1-b396-f93a69a42d0c" providerId="ADAL" clId="{B147E708-8A52-4ACC-A372-A787279908A1}" dt="2025-06-17T18:49:51.415" v="33" actId="47"/>
        <pc:sldMkLst>
          <pc:docMk/>
          <pc:sldMk cId="2981127830" sldId="2145706024"/>
        </pc:sldMkLst>
      </pc:sldChg>
      <pc:sldChg chg="del">
        <pc:chgData name="Kerbachi, Mohamed - GTS Global ENG &amp; ARCH" userId="7bfead4c-51c4-46e1-b396-f93a69a42d0c" providerId="ADAL" clId="{B147E708-8A52-4ACC-A372-A787279908A1}" dt="2025-06-17T18:49:41.026" v="28" actId="47"/>
        <pc:sldMkLst>
          <pc:docMk/>
          <pc:sldMk cId="2301871517" sldId="2145706026"/>
        </pc:sldMkLst>
      </pc:sldChg>
      <pc:sldChg chg="del">
        <pc:chgData name="Kerbachi, Mohamed - GTS Global ENG &amp; ARCH" userId="7bfead4c-51c4-46e1-b396-f93a69a42d0c" providerId="ADAL" clId="{B147E708-8A52-4ACC-A372-A787279908A1}" dt="2025-06-17T18:49:44.911" v="30" actId="47"/>
        <pc:sldMkLst>
          <pc:docMk/>
          <pc:sldMk cId="3184813305" sldId="2145706032"/>
        </pc:sldMkLst>
      </pc:sldChg>
      <pc:sldChg chg="del">
        <pc:chgData name="Kerbachi, Mohamed - GTS Global ENG &amp; ARCH" userId="7bfead4c-51c4-46e1-b396-f93a69a42d0c" providerId="ADAL" clId="{B147E708-8A52-4ACC-A372-A787279908A1}" dt="2025-06-17T18:49:36.479" v="26" actId="47"/>
        <pc:sldMkLst>
          <pc:docMk/>
          <pc:sldMk cId="3985126785" sldId="2145706033"/>
        </pc:sldMkLst>
      </pc:sldChg>
      <pc:sldChg chg="del">
        <pc:chgData name="Kerbachi, Mohamed - GTS Global ENG &amp; ARCH" userId="7bfead4c-51c4-46e1-b396-f93a69a42d0c" providerId="ADAL" clId="{B147E708-8A52-4ACC-A372-A787279908A1}" dt="2025-06-17T18:45:57.470" v="3" actId="47"/>
        <pc:sldMkLst>
          <pc:docMk/>
          <pc:sldMk cId="545593989" sldId="2145706037"/>
        </pc:sldMkLst>
      </pc:sldChg>
      <pc:sldChg chg="del">
        <pc:chgData name="Kerbachi, Mohamed - GTS Global ENG &amp; ARCH" userId="7bfead4c-51c4-46e1-b396-f93a69a42d0c" providerId="ADAL" clId="{B147E708-8A52-4ACC-A372-A787279908A1}" dt="2025-06-30T18:37:33.740" v="2270" actId="2696"/>
        <pc:sldMkLst>
          <pc:docMk/>
          <pc:sldMk cId="4274115047" sldId="2145706038"/>
        </pc:sldMkLst>
      </pc:sldChg>
      <pc:sldChg chg="del">
        <pc:chgData name="Kerbachi, Mohamed - GTS Global ENG &amp; ARCH" userId="7bfead4c-51c4-46e1-b396-f93a69a42d0c" providerId="ADAL" clId="{B147E708-8A52-4ACC-A372-A787279908A1}" dt="2025-06-17T18:48:32" v="16" actId="47"/>
        <pc:sldMkLst>
          <pc:docMk/>
          <pc:sldMk cId="3626472651" sldId="2145706039"/>
        </pc:sldMkLst>
      </pc:sldChg>
      <pc:sldChg chg="del">
        <pc:chgData name="Kerbachi, Mohamed - GTS Global ENG &amp; ARCH" userId="7bfead4c-51c4-46e1-b396-f93a69a42d0c" providerId="ADAL" clId="{B147E708-8A52-4ACC-A372-A787279908A1}" dt="2025-06-17T18:49:32.520" v="24" actId="47"/>
        <pc:sldMkLst>
          <pc:docMk/>
          <pc:sldMk cId="856231559" sldId="2145706040"/>
        </pc:sldMkLst>
      </pc:sldChg>
      <pc:sldChg chg="del">
        <pc:chgData name="Kerbachi, Mohamed - GTS Global ENG &amp; ARCH" userId="7bfead4c-51c4-46e1-b396-f93a69a42d0c" providerId="ADAL" clId="{B147E708-8A52-4ACC-A372-A787279908A1}" dt="2025-06-17T18:49:28.975" v="23" actId="47"/>
        <pc:sldMkLst>
          <pc:docMk/>
          <pc:sldMk cId="2222585435" sldId="2145706041"/>
        </pc:sldMkLst>
      </pc:sldChg>
      <pc:sldChg chg="delSp modSp mod">
        <pc:chgData name="Kerbachi, Mohamed - GTS Global ENG &amp; ARCH" userId="7bfead4c-51c4-46e1-b396-f93a69a42d0c" providerId="ADAL" clId="{B147E708-8A52-4ACC-A372-A787279908A1}" dt="2025-06-30T18:37:19.512" v="2269"/>
        <pc:sldMkLst>
          <pc:docMk/>
          <pc:sldMk cId="2169337126" sldId="2145706042"/>
        </pc:sldMkLst>
        <pc:graphicFrameChg chg="mod modGraphic">
          <ac:chgData name="Kerbachi, Mohamed - GTS Global ENG &amp; ARCH" userId="7bfead4c-51c4-46e1-b396-f93a69a42d0c" providerId="ADAL" clId="{B147E708-8A52-4ACC-A372-A787279908A1}" dt="2025-06-30T18:37:19.512" v="2269"/>
          <ac:graphicFrameMkLst>
            <pc:docMk/>
            <pc:sldMk cId="2169337126" sldId="2145706042"/>
            <ac:graphicFrameMk id="9" creationId="{F85BC81F-AC0D-0F58-6C82-AE519FB29573}"/>
          </ac:graphicFrameMkLst>
        </pc:graphicFrameChg>
      </pc:sldChg>
      <pc:sldChg chg="addSp delSp modSp mod">
        <pc:chgData name="Kerbachi, Mohamed - GTS Global ENG &amp; ARCH" userId="7bfead4c-51c4-46e1-b396-f93a69a42d0c" providerId="ADAL" clId="{B147E708-8A52-4ACC-A372-A787279908A1}" dt="2025-06-30T18:24:29.154" v="1655" actId="1076"/>
        <pc:sldMkLst>
          <pc:docMk/>
          <pc:sldMk cId="2680405587" sldId="2145706043"/>
        </pc:sldMkLst>
        <pc:spChg chg="mod">
          <ac:chgData name="Kerbachi, Mohamed - GTS Global ENG &amp; ARCH" userId="7bfead4c-51c4-46e1-b396-f93a69a42d0c" providerId="ADAL" clId="{B147E708-8A52-4ACC-A372-A787279908A1}" dt="2025-06-30T18:24:29.154" v="1655" actId="1076"/>
          <ac:spMkLst>
            <pc:docMk/>
            <pc:sldMk cId="2680405587" sldId="2145706043"/>
            <ac:spMk id="3" creationId="{CF1A4C87-E8C2-AD9C-F977-E34160B44CDE}"/>
          </ac:spMkLst>
        </pc:spChg>
        <pc:spChg chg="del mod">
          <ac:chgData name="Kerbachi, Mohamed - GTS Global ENG &amp; ARCH" userId="7bfead4c-51c4-46e1-b396-f93a69a42d0c" providerId="ADAL" clId="{B147E708-8A52-4ACC-A372-A787279908A1}" dt="2025-06-30T18:23:35.073" v="1612" actId="478"/>
          <ac:spMkLst>
            <pc:docMk/>
            <pc:sldMk cId="2680405587" sldId="2145706043"/>
            <ac:spMk id="5" creationId="{95915CBA-BC98-BEEA-F81A-E459BFB28682}"/>
          </ac:spMkLst>
        </pc:spChg>
        <pc:spChg chg="del mod">
          <ac:chgData name="Kerbachi, Mohamed - GTS Global ENG &amp; ARCH" userId="7bfead4c-51c4-46e1-b396-f93a69a42d0c" providerId="ADAL" clId="{B147E708-8A52-4ACC-A372-A787279908A1}" dt="2025-06-30T18:23:31.888" v="1611" actId="478"/>
          <ac:spMkLst>
            <pc:docMk/>
            <pc:sldMk cId="2680405587" sldId="2145706043"/>
            <ac:spMk id="6" creationId="{54D3BDC8-99EC-2543-0831-4F4C4F7B3D6D}"/>
          </ac:spMkLst>
        </pc:spChg>
        <pc:spChg chg="add del">
          <ac:chgData name="Kerbachi, Mohamed - GTS Global ENG &amp; ARCH" userId="7bfead4c-51c4-46e1-b396-f93a69a42d0c" providerId="ADAL" clId="{B147E708-8A52-4ACC-A372-A787279908A1}" dt="2025-06-30T15:52:13.017" v="1086"/>
          <ac:spMkLst>
            <pc:docMk/>
            <pc:sldMk cId="2680405587" sldId="2145706043"/>
            <ac:spMk id="9" creationId="{88C37D86-AC99-E6D4-BE6C-DD39CC07203A}"/>
          </ac:spMkLst>
        </pc:spChg>
        <pc:spChg chg="del">
          <ac:chgData name="Kerbachi, Mohamed - GTS Global ENG &amp; ARCH" userId="7bfead4c-51c4-46e1-b396-f93a69a42d0c" providerId="ADAL" clId="{B147E708-8A52-4ACC-A372-A787279908A1}" dt="2025-06-30T18:23:29.292" v="1610" actId="478"/>
          <ac:spMkLst>
            <pc:docMk/>
            <pc:sldMk cId="2680405587" sldId="2145706043"/>
            <ac:spMk id="10" creationId="{127BC755-148B-1855-7B83-2C37DF2CC674}"/>
          </ac:spMkLst>
        </pc:spChg>
        <pc:spChg chg="add del mod">
          <ac:chgData name="Kerbachi, Mohamed - GTS Global ENG &amp; ARCH" userId="7bfead4c-51c4-46e1-b396-f93a69a42d0c" providerId="ADAL" clId="{B147E708-8A52-4ACC-A372-A787279908A1}" dt="2025-06-30T15:52:12.561" v="1085"/>
          <ac:spMkLst>
            <pc:docMk/>
            <pc:sldMk cId="2680405587" sldId="2145706043"/>
            <ac:spMk id="11" creationId="{115E7295-84CF-57A9-20A2-72F0CB92138D}"/>
          </ac:spMkLst>
        </pc:spChg>
        <pc:graphicFrameChg chg="mod">
          <ac:chgData name="Kerbachi, Mohamed - GTS Global ENG &amp; ARCH" userId="7bfead4c-51c4-46e1-b396-f93a69a42d0c" providerId="ADAL" clId="{B147E708-8A52-4ACC-A372-A787279908A1}" dt="2025-06-30T18:24:20.047" v="1653" actId="1076"/>
          <ac:graphicFrameMkLst>
            <pc:docMk/>
            <pc:sldMk cId="2680405587" sldId="2145706043"/>
            <ac:graphicFrameMk id="4" creationId="{A72374DA-76B2-EC6B-CE09-6CE1DD9B08C5}"/>
          </ac:graphicFrameMkLst>
        </pc:graphicFrameChg>
      </pc:sldChg>
      <pc:sldChg chg="modSp mod">
        <pc:chgData name="Kerbachi, Mohamed - GTS Global ENG &amp; ARCH" userId="7bfead4c-51c4-46e1-b396-f93a69a42d0c" providerId="ADAL" clId="{B147E708-8A52-4ACC-A372-A787279908A1}" dt="2025-06-23T20:12:53.230" v="978" actId="207"/>
        <pc:sldMkLst>
          <pc:docMk/>
          <pc:sldMk cId="537085075" sldId="2145706044"/>
        </pc:sldMkLst>
        <pc:spChg chg="mod">
          <ac:chgData name="Kerbachi, Mohamed - GTS Global ENG &amp; ARCH" userId="7bfead4c-51c4-46e1-b396-f93a69a42d0c" providerId="ADAL" clId="{B147E708-8A52-4ACC-A372-A787279908A1}" dt="2025-06-23T20:12:53.230" v="978" actId="207"/>
          <ac:spMkLst>
            <pc:docMk/>
            <pc:sldMk cId="537085075" sldId="2145706044"/>
            <ac:spMk id="12" creationId="{0E60CF25-3BC1-5213-637A-C820E4B506B0}"/>
          </ac:spMkLst>
        </pc:spChg>
      </pc:sldChg>
      <pc:sldChg chg="modSp mod">
        <pc:chgData name="Kerbachi, Mohamed - GTS Global ENG &amp; ARCH" userId="7bfead4c-51c4-46e1-b396-f93a69a42d0c" providerId="ADAL" clId="{B147E708-8A52-4ACC-A372-A787279908A1}" dt="2025-06-30T18:30:49.948" v="2065" actId="6549"/>
        <pc:sldMkLst>
          <pc:docMk/>
          <pc:sldMk cId="750261560" sldId="2145706045"/>
        </pc:sldMkLst>
        <pc:spChg chg="mod">
          <ac:chgData name="Kerbachi, Mohamed - GTS Global ENG &amp; ARCH" userId="7bfead4c-51c4-46e1-b396-f93a69a42d0c" providerId="ADAL" clId="{B147E708-8A52-4ACC-A372-A787279908A1}" dt="2025-06-30T18:30:49.948" v="2065" actId="6549"/>
          <ac:spMkLst>
            <pc:docMk/>
            <pc:sldMk cId="750261560" sldId="2145706045"/>
            <ac:spMk id="3" creationId="{610DDC48-9979-330C-BFE2-842854F8E935}"/>
          </ac:spMkLst>
        </pc:spChg>
        <pc:spChg chg="mod">
          <ac:chgData name="Kerbachi, Mohamed - GTS Global ENG &amp; ARCH" userId="7bfead4c-51c4-46e1-b396-f93a69a42d0c" providerId="ADAL" clId="{B147E708-8A52-4ACC-A372-A787279908A1}" dt="2025-06-18T19:06:37.593" v="855" actId="1076"/>
          <ac:spMkLst>
            <pc:docMk/>
            <pc:sldMk cId="750261560" sldId="2145706045"/>
            <ac:spMk id="5" creationId="{E2D842F6-D98F-9ED1-9AE7-C41550FA985E}"/>
          </ac:spMkLst>
        </pc:spChg>
      </pc:sldChg>
      <pc:sldChg chg="delSp del mod">
        <pc:chgData name="Kerbachi, Mohamed - GTS Global ENG &amp; ARCH" userId="7bfead4c-51c4-46e1-b396-f93a69a42d0c" providerId="ADAL" clId="{B147E708-8A52-4ACC-A372-A787279908A1}" dt="2025-06-17T20:14:55.575" v="191" actId="2696"/>
        <pc:sldMkLst>
          <pc:docMk/>
          <pc:sldMk cId="624663174" sldId="2145706046"/>
        </pc:sldMkLst>
      </pc:sldChg>
      <pc:sldChg chg="del">
        <pc:chgData name="Kerbachi, Mohamed - GTS Global ENG &amp; ARCH" userId="7bfead4c-51c4-46e1-b396-f93a69a42d0c" providerId="ADAL" clId="{B147E708-8A52-4ACC-A372-A787279908A1}" dt="2025-06-17T20:14:59.798" v="192" actId="2696"/>
        <pc:sldMkLst>
          <pc:docMk/>
          <pc:sldMk cId="3242252040" sldId="2145706047"/>
        </pc:sldMkLst>
      </pc:sldChg>
      <pc:sldChg chg="delSp del mod">
        <pc:chgData name="Kerbachi, Mohamed - GTS Global ENG &amp; ARCH" userId="7bfead4c-51c4-46e1-b396-f93a69a42d0c" providerId="ADAL" clId="{B147E708-8A52-4ACC-A372-A787279908A1}" dt="2025-06-18T15:57:54.767" v="793" actId="2696"/>
        <pc:sldMkLst>
          <pc:docMk/>
          <pc:sldMk cId="1105314291" sldId="2145706048"/>
        </pc:sldMkLst>
      </pc:sldChg>
      <pc:sldChg chg="del">
        <pc:chgData name="Kerbachi, Mohamed - GTS Global ENG &amp; ARCH" userId="7bfead4c-51c4-46e1-b396-f93a69a42d0c" providerId="ADAL" clId="{B147E708-8A52-4ACC-A372-A787279908A1}" dt="2025-06-17T18:49:42.869" v="29" actId="47"/>
        <pc:sldMkLst>
          <pc:docMk/>
          <pc:sldMk cId="2709823700" sldId="2145706049"/>
        </pc:sldMkLst>
      </pc:sldChg>
      <pc:sldChg chg="del">
        <pc:chgData name="Kerbachi, Mohamed - GTS Global ENG &amp; ARCH" userId="7bfead4c-51c4-46e1-b396-f93a69a42d0c" providerId="ADAL" clId="{B147E708-8A52-4ACC-A372-A787279908A1}" dt="2025-06-17T18:49:48.929" v="32" actId="47"/>
        <pc:sldMkLst>
          <pc:docMk/>
          <pc:sldMk cId="2478426476" sldId="2145706050"/>
        </pc:sldMkLst>
      </pc:sldChg>
      <pc:sldChg chg="del">
        <pc:chgData name="Kerbachi, Mohamed - GTS Global ENG &amp; ARCH" userId="7bfead4c-51c4-46e1-b396-f93a69a42d0c" providerId="ADAL" clId="{B147E708-8A52-4ACC-A372-A787279908A1}" dt="2025-06-17T18:49:53.465" v="34" actId="47"/>
        <pc:sldMkLst>
          <pc:docMk/>
          <pc:sldMk cId="151528970" sldId="2145706051"/>
        </pc:sldMkLst>
      </pc:sldChg>
      <pc:sldChg chg="del">
        <pc:chgData name="Kerbachi, Mohamed - GTS Global ENG &amp; ARCH" userId="7bfead4c-51c4-46e1-b396-f93a69a42d0c" providerId="ADAL" clId="{B147E708-8A52-4ACC-A372-A787279908A1}" dt="2025-06-17T18:49:54.585" v="36" actId="47"/>
        <pc:sldMkLst>
          <pc:docMk/>
          <pc:sldMk cId="153257002" sldId="2145706052"/>
        </pc:sldMkLst>
      </pc:sldChg>
      <pc:sldChg chg="del">
        <pc:chgData name="Kerbachi, Mohamed - GTS Global ENG &amp; ARCH" userId="7bfead4c-51c4-46e1-b396-f93a69a42d0c" providerId="ADAL" clId="{B147E708-8A52-4ACC-A372-A787279908A1}" dt="2025-06-17T18:49:54.977" v="37" actId="47"/>
        <pc:sldMkLst>
          <pc:docMk/>
          <pc:sldMk cId="127119605" sldId="2145706053"/>
        </pc:sldMkLst>
      </pc:sldChg>
      <pc:sldChg chg="del">
        <pc:chgData name="Kerbachi, Mohamed - GTS Global ENG &amp; ARCH" userId="7bfead4c-51c4-46e1-b396-f93a69a42d0c" providerId="ADAL" clId="{B147E708-8A52-4ACC-A372-A787279908A1}" dt="2025-06-17T18:50:00.713" v="38" actId="47"/>
        <pc:sldMkLst>
          <pc:docMk/>
          <pc:sldMk cId="1102839138" sldId="2145706055"/>
        </pc:sldMkLst>
      </pc:sldChg>
      <pc:sldChg chg="del">
        <pc:chgData name="Kerbachi, Mohamed - GTS Global ENG &amp; ARCH" userId="7bfead4c-51c4-46e1-b396-f93a69a42d0c" providerId="ADAL" clId="{B147E708-8A52-4ACC-A372-A787279908A1}" dt="2025-06-17T18:50:03.572" v="39" actId="47"/>
        <pc:sldMkLst>
          <pc:docMk/>
          <pc:sldMk cId="3266882518" sldId="2145706056"/>
        </pc:sldMkLst>
      </pc:sldChg>
      <pc:sldChg chg="del">
        <pc:chgData name="Kerbachi, Mohamed - GTS Global ENG &amp; ARCH" userId="7bfead4c-51c4-46e1-b396-f93a69a42d0c" providerId="ADAL" clId="{B147E708-8A52-4ACC-A372-A787279908A1}" dt="2025-06-17T18:50:11.779" v="45" actId="47"/>
        <pc:sldMkLst>
          <pc:docMk/>
          <pc:sldMk cId="3945262415" sldId="2145706057"/>
        </pc:sldMkLst>
      </pc:sldChg>
      <pc:sldChg chg="del">
        <pc:chgData name="Kerbachi, Mohamed - GTS Global ENG &amp; ARCH" userId="7bfead4c-51c4-46e1-b396-f93a69a42d0c" providerId="ADAL" clId="{B147E708-8A52-4ACC-A372-A787279908A1}" dt="2025-06-17T18:50:06.284" v="40" actId="47"/>
        <pc:sldMkLst>
          <pc:docMk/>
          <pc:sldMk cId="899178836" sldId="2145706058"/>
        </pc:sldMkLst>
      </pc:sldChg>
      <pc:sldChg chg="del">
        <pc:chgData name="Kerbachi, Mohamed - GTS Global ENG &amp; ARCH" userId="7bfead4c-51c4-46e1-b396-f93a69a42d0c" providerId="ADAL" clId="{B147E708-8A52-4ACC-A372-A787279908A1}" dt="2025-06-17T18:50:07.073" v="41" actId="47"/>
        <pc:sldMkLst>
          <pc:docMk/>
          <pc:sldMk cId="2294954927" sldId="2145706060"/>
        </pc:sldMkLst>
      </pc:sldChg>
      <pc:sldChg chg="del">
        <pc:chgData name="Kerbachi, Mohamed - GTS Global ENG &amp; ARCH" userId="7bfead4c-51c4-46e1-b396-f93a69a42d0c" providerId="ADAL" clId="{B147E708-8A52-4ACC-A372-A787279908A1}" dt="2025-06-17T18:50:07.761" v="42" actId="47"/>
        <pc:sldMkLst>
          <pc:docMk/>
          <pc:sldMk cId="2770768870" sldId="2145706061"/>
        </pc:sldMkLst>
      </pc:sldChg>
      <pc:sldChg chg="del">
        <pc:chgData name="Kerbachi, Mohamed - GTS Global ENG &amp; ARCH" userId="7bfead4c-51c4-46e1-b396-f93a69a42d0c" providerId="ADAL" clId="{B147E708-8A52-4ACC-A372-A787279908A1}" dt="2025-06-17T18:50:08.528" v="43" actId="47"/>
        <pc:sldMkLst>
          <pc:docMk/>
          <pc:sldMk cId="3238947177" sldId="2145706062"/>
        </pc:sldMkLst>
      </pc:sldChg>
      <pc:sldChg chg="del">
        <pc:chgData name="Kerbachi, Mohamed - GTS Global ENG &amp; ARCH" userId="7bfead4c-51c4-46e1-b396-f93a69a42d0c" providerId="ADAL" clId="{B147E708-8A52-4ACC-A372-A787279908A1}" dt="2025-06-17T18:50:09.283" v="44" actId="47"/>
        <pc:sldMkLst>
          <pc:docMk/>
          <pc:sldMk cId="2753201674" sldId="2145706063"/>
        </pc:sldMkLst>
      </pc:sldChg>
      <pc:sldChg chg="del">
        <pc:chgData name="Kerbachi, Mohamed - GTS Global ENG &amp; ARCH" userId="7bfead4c-51c4-46e1-b396-f93a69a42d0c" providerId="ADAL" clId="{B147E708-8A52-4ACC-A372-A787279908A1}" dt="2025-06-17T18:50:12.847" v="46" actId="47"/>
        <pc:sldMkLst>
          <pc:docMk/>
          <pc:sldMk cId="165687479" sldId="2145706065"/>
        </pc:sldMkLst>
      </pc:sldChg>
      <pc:sldChg chg="del">
        <pc:chgData name="Kerbachi, Mohamed - GTS Global ENG &amp; ARCH" userId="7bfead4c-51c4-46e1-b396-f93a69a42d0c" providerId="ADAL" clId="{B147E708-8A52-4ACC-A372-A787279908A1}" dt="2025-06-17T18:46:02.352" v="13" actId="47"/>
        <pc:sldMkLst>
          <pc:docMk/>
          <pc:sldMk cId="2450420448" sldId="2145706066"/>
        </pc:sldMkLst>
      </pc:sldChg>
      <pc:sldChg chg="del">
        <pc:chgData name="Kerbachi, Mohamed - GTS Global ENG &amp; ARCH" userId="7bfead4c-51c4-46e1-b396-f93a69a42d0c" providerId="ADAL" clId="{B147E708-8A52-4ACC-A372-A787279908A1}" dt="2025-06-17T18:50:30.466" v="48" actId="2696"/>
        <pc:sldMkLst>
          <pc:docMk/>
          <pc:sldMk cId="1487517646" sldId="2145706067"/>
        </pc:sldMkLst>
      </pc:sldChg>
      <pc:sldChg chg="del">
        <pc:chgData name="Kerbachi, Mohamed - GTS Global ENG &amp; ARCH" userId="7bfead4c-51c4-46e1-b396-f93a69a42d0c" providerId="ADAL" clId="{B147E708-8A52-4ACC-A372-A787279908A1}" dt="2025-06-17T18:50:30.466" v="48" actId="2696"/>
        <pc:sldMkLst>
          <pc:docMk/>
          <pc:sldMk cId="3951944629" sldId="2145706068"/>
        </pc:sldMkLst>
      </pc:sldChg>
      <pc:sldChg chg="del">
        <pc:chgData name="Kerbachi, Mohamed - GTS Global ENG &amp; ARCH" userId="7bfead4c-51c4-46e1-b396-f93a69a42d0c" providerId="ADAL" clId="{B147E708-8A52-4ACC-A372-A787279908A1}" dt="2025-06-17T18:50:30.466" v="48" actId="2696"/>
        <pc:sldMkLst>
          <pc:docMk/>
          <pc:sldMk cId="1652460462" sldId="2145706069"/>
        </pc:sldMkLst>
      </pc:sldChg>
      <pc:sldChg chg="del">
        <pc:chgData name="Kerbachi, Mohamed - GTS Global ENG &amp; ARCH" userId="7bfead4c-51c4-46e1-b396-f93a69a42d0c" providerId="ADAL" clId="{B147E708-8A52-4ACC-A372-A787279908A1}" dt="2025-06-17T18:50:30.466" v="48" actId="2696"/>
        <pc:sldMkLst>
          <pc:docMk/>
          <pc:sldMk cId="960802327" sldId="2145706070"/>
        </pc:sldMkLst>
      </pc:sldChg>
      <pc:sldChg chg="del">
        <pc:chgData name="Kerbachi, Mohamed - GTS Global ENG &amp; ARCH" userId="7bfead4c-51c4-46e1-b396-f93a69a42d0c" providerId="ADAL" clId="{B147E708-8A52-4ACC-A372-A787279908A1}" dt="2025-06-17T18:50:30.466" v="48" actId="2696"/>
        <pc:sldMkLst>
          <pc:docMk/>
          <pc:sldMk cId="3859812641" sldId="2145706071"/>
        </pc:sldMkLst>
      </pc:sldChg>
      <pc:sldChg chg="del">
        <pc:chgData name="Kerbachi, Mohamed - GTS Global ENG &amp; ARCH" userId="7bfead4c-51c4-46e1-b396-f93a69a42d0c" providerId="ADAL" clId="{B147E708-8A52-4ACC-A372-A787279908A1}" dt="2025-06-17T18:50:30.466" v="48" actId="2696"/>
        <pc:sldMkLst>
          <pc:docMk/>
          <pc:sldMk cId="2171744772" sldId="2145706072"/>
        </pc:sldMkLst>
      </pc:sldChg>
      <pc:sldChg chg="del">
        <pc:chgData name="Kerbachi, Mohamed - GTS Global ENG &amp; ARCH" userId="7bfead4c-51c4-46e1-b396-f93a69a42d0c" providerId="ADAL" clId="{B147E708-8A52-4ACC-A372-A787279908A1}" dt="2025-06-17T18:50:30.466" v="48" actId="2696"/>
        <pc:sldMkLst>
          <pc:docMk/>
          <pc:sldMk cId="94345468" sldId="2145706073"/>
        </pc:sldMkLst>
      </pc:sldChg>
      <pc:sldChg chg="del">
        <pc:chgData name="Kerbachi, Mohamed - GTS Global ENG &amp; ARCH" userId="7bfead4c-51c4-46e1-b396-f93a69a42d0c" providerId="ADAL" clId="{B147E708-8A52-4ACC-A372-A787279908A1}" dt="2025-06-17T18:50:30.466" v="48" actId="2696"/>
        <pc:sldMkLst>
          <pc:docMk/>
          <pc:sldMk cId="2836284611" sldId="2145706074"/>
        </pc:sldMkLst>
      </pc:sldChg>
      <pc:sldChg chg="del">
        <pc:chgData name="Kerbachi, Mohamed - GTS Global ENG &amp; ARCH" userId="7bfead4c-51c4-46e1-b396-f93a69a42d0c" providerId="ADAL" clId="{B147E708-8A52-4ACC-A372-A787279908A1}" dt="2025-06-17T18:50:30.466" v="48" actId="2696"/>
        <pc:sldMkLst>
          <pc:docMk/>
          <pc:sldMk cId="679071757" sldId="2145706075"/>
        </pc:sldMkLst>
      </pc:sldChg>
      <pc:sldChg chg="del">
        <pc:chgData name="Kerbachi, Mohamed - GTS Global ENG &amp; ARCH" userId="7bfead4c-51c4-46e1-b396-f93a69a42d0c" providerId="ADAL" clId="{B147E708-8A52-4ACC-A372-A787279908A1}" dt="2025-06-17T18:50:30.466" v="48" actId="2696"/>
        <pc:sldMkLst>
          <pc:docMk/>
          <pc:sldMk cId="2959214534" sldId="2145706076"/>
        </pc:sldMkLst>
      </pc:sldChg>
      <pc:sldChg chg="del">
        <pc:chgData name="Kerbachi, Mohamed - GTS Global ENG &amp; ARCH" userId="7bfead4c-51c4-46e1-b396-f93a69a42d0c" providerId="ADAL" clId="{B147E708-8A52-4ACC-A372-A787279908A1}" dt="2025-06-17T18:50:30.466" v="48" actId="2696"/>
        <pc:sldMkLst>
          <pc:docMk/>
          <pc:sldMk cId="1842398160" sldId="2145706077"/>
        </pc:sldMkLst>
      </pc:sldChg>
      <pc:sldChg chg="del">
        <pc:chgData name="Kerbachi, Mohamed - GTS Global ENG &amp; ARCH" userId="7bfead4c-51c4-46e1-b396-f93a69a42d0c" providerId="ADAL" clId="{B147E708-8A52-4ACC-A372-A787279908A1}" dt="2025-06-17T18:50:30.466" v="48" actId="2696"/>
        <pc:sldMkLst>
          <pc:docMk/>
          <pc:sldMk cId="579606921" sldId="2145706078"/>
        </pc:sldMkLst>
      </pc:sldChg>
      <pc:sldChg chg="del">
        <pc:chgData name="Kerbachi, Mohamed - GTS Global ENG &amp; ARCH" userId="7bfead4c-51c4-46e1-b396-f93a69a42d0c" providerId="ADAL" clId="{B147E708-8A52-4ACC-A372-A787279908A1}" dt="2025-06-17T18:50:30.466" v="48" actId="2696"/>
        <pc:sldMkLst>
          <pc:docMk/>
          <pc:sldMk cId="1517959758" sldId="2145706079"/>
        </pc:sldMkLst>
      </pc:sldChg>
      <pc:sldChg chg="del">
        <pc:chgData name="Kerbachi, Mohamed - GTS Global ENG &amp; ARCH" userId="7bfead4c-51c4-46e1-b396-f93a69a42d0c" providerId="ADAL" clId="{B147E708-8A52-4ACC-A372-A787279908A1}" dt="2025-06-17T18:45:58.070" v="5" actId="47"/>
        <pc:sldMkLst>
          <pc:docMk/>
          <pc:sldMk cId="4101980865" sldId="2145706080"/>
        </pc:sldMkLst>
      </pc:sldChg>
      <pc:sldChg chg="modSp mod">
        <pc:chgData name="Kerbachi, Mohamed - GTS Global ENG &amp; ARCH" userId="7bfead4c-51c4-46e1-b396-f93a69a42d0c" providerId="ADAL" clId="{B147E708-8A52-4ACC-A372-A787279908A1}" dt="2025-06-18T16:10:09.453" v="852" actId="20577"/>
        <pc:sldMkLst>
          <pc:docMk/>
          <pc:sldMk cId="2662718365" sldId="2145706081"/>
        </pc:sldMkLst>
        <pc:graphicFrameChg chg="mod modGraphic">
          <ac:chgData name="Kerbachi, Mohamed - GTS Global ENG &amp; ARCH" userId="7bfead4c-51c4-46e1-b396-f93a69a42d0c" providerId="ADAL" clId="{B147E708-8A52-4ACC-A372-A787279908A1}" dt="2025-06-18T16:10:09.453" v="852" actId="20577"/>
          <ac:graphicFrameMkLst>
            <pc:docMk/>
            <pc:sldMk cId="2662718365" sldId="2145706081"/>
            <ac:graphicFrameMk id="15" creationId="{6900A9CB-6AA2-C454-0C9C-05D07E3BEE2C}"/>
          </ac:graphicFrameMkLst>
        </pc:graphicFrameChg>
      </pc:sldChg>
      <pc:sldChg chg="del">
        <pc:chgData name="Kerbachi, Mohamed - GTS Global ENG &amp; ARCH" userId="7bfead4c-51c4-46e1-b396-f93a69a42d0c" providerId="ADAL" clId="{B147E708-8A52-4ACC-A372-A787279908A1}" dt="2025-06-17T18:48:33.185" v="18" actId="47"/>
        <pc:sldMkLst>
          <pc:docMk/>
          <pc:sldMk cId="2063115484" sldId="2145706082"/>
        </pc:sldMkLst>
      </pc:sldChg>
      <pc:sldChg chg="del">
        <pc:chgData name="Kerbachi, Mohamed - GTS Global ENG &amp; ARCH" userId="7bfead4c-51c4-46e1-b396-f93a69a42d0c" providerId="ADAL" clId="{B147E708-8A52-4ACC-A372-A787279908A1}" dt="2025-06-17T18:49:54.083" v="35" actId="47"/>
        <pc:sldMkLst>
          <pc:docMk/>
          <pc:sldMk cId="108016193" sldId="2145706083"/>
        </pc:sldMkLst>
      </pc:sldChg>
      <pc:sldChg chg="del">
        <pc:chgData name="Kerbachi, Mohamed - GTS Global ENG &amp; ARCH" userId="7bfead4c-51c4-46e1-b396-f93a69a42d0c" providerId="ADAL" clId="{B147E708-8A52-4ACC-A372-A787279908A1}" dt="2025-06-17T18:50:30.466" v="48" actId="2696"/>
        <pc:sldMkLst>
          <pc:docMk/>
          <pc:sldMk cId="1929706873" sldId="2145706084"/>
        </pc:sldMkLst>
      </pc:sldChg>
      <pc:sldChg chg="del">
        <pc:chgData name="Kerbachi, Mohamed - GTS Global ENG &amp; ARCH" userId="7bfead4c-51c4-46e1-b396-f93a69a42d0c" providerId="ADAL" clId="{B147E708-8A52-4ACC-A372-A787279908A1}" dt="2025-06-17T18:46:01.330" v="11" actId="47"/>
        <pc:sldMkLst>
          <pc:docMk/>
          <pc:sldMk cId="575727648" sldId="2145706085"/>
        </pc:sldMkLst>
      </pc:sldChg>
      <pc:sldChg chg="modSp mod">
        <pc:chgData name="Kerbachi, Mohamed - GTS Global ENG &amp; ARCH" userId="7bfead4c-51c4-46e1-b396-f93a69a42d0c" providerId="ADAL" clId="{B147E708-8A52-4ACC-A372-A787279908A1}" dt="2025-06-30T18:36:15.925" v="2265" actId="20577"/>
        <pc:sldMkLst>
          <pc:docMk/>
          <pc:sldMk cId="1906533955" sldId="2145706086"/>
        </pc:sldMkLst>
        <pc:spChg chg="mod">
          <ac:chgData name="Kerbachi, Mohamed - GTS Global ENG &amp; ARCH" userId="7bfead4c-51c4-46e1-b396-f93a69a42d0c" providerId="ADAL" clId="{B147E708-8A52-4ACC-A372-A787279908A1}" dt="2025-06-17T20:18:49.586" v="404" actId="6549"/>
          <ac:spMkLst>
            <pc:docMk/>
            <pc:sldMk cId="1906533955" sldId="2145706086"/>
            <ac:spMk id="16" creationId="{24F55BD5-2DB0-DA7C-ECC0-74027B863A92}"/>
          </ac:spMkLst>
        </pc:spChg>
        <pc:graphicFrameChg chg="modGraphic">
          <ac:chgData name="Kerbachi, Mohamed - GTS Global ENG &amp; ARCH" userId="7bfead4c-51c4-46e1-b396-f93a69a42d0c" providerId="ADAL" clId="{B147E708-8A52-4ACC-A372-A787279908A1}" dt="2025-06-30T18:36:15.925" v="2265" actId="20577"/>
          <ac:graphicFrameMkLst>
            <pc:docMk/>
            <pc:sldMk cId="1906533955" sldId="2145706086"/>
            <ac:graphicFrameMk id="2" creationId="{DAF9E7B1-6FDE-5046-9ED1-A04153B43039}"/>
          </ac:graphicFrameMkLst>
        </pc:graphicFrameChg>
      </pc:sldChg>
      <pc:sldChg chg="del">
        <pc:chgData name="Kerbachi, Mohamed - GTS Global ENG &amp; ARCH" userId="7bfead4c-51c4-46e1-b396-f93a69a42d0c" providerId="ADAL" clId="{B147E708-8A52-4ACC-A372-A787279908A1}" dt="2025-06-17T18:46:01.760" v="12" actId="47"/>
        <pc:sldMkLst>
          <pc:docMk/>
          <pc:sldMk cId="3182399437" sldId="2145706087"/>
        </pc:sldMkLst>
      </pc:sldChg>
      <pc:sldChg chg="addSp delSp modSp add mod">
        <pc:chgData name="Kerbachi, Mohamed - GTS Global ENG &amp; ARCH" userId="7bfead4c-51c4-46e1-b396-f93a69a42d0c" providerId="ADAL" clId="{B147E708-8A52-4ACC-A372-A787279908A1}" dt="2025-06-30T18:35:58.602" v="2261" actId="14100"/>
        <pc:sldMkLst>
          <pc:docMk/>
          <pc:sldMk cId="3549656565" sldId="2145706087"/>
        </pc:sldMkLst>
        <pc:spChg chg="del mod">
          <ac:chgData name="Kerbachi, Mohamed - GTS Global ENG &amp; ARCH" userId="7bfead4c-51c4-46e1-b396-f93a69a42d0c" providerId="ADAL" clId="{B147E708-8A52-4ACC-A372-A787279908A1}" dt="2025-06-30T18:23:03.278" v="1607" actId="478"/>
          <ac:spMkLst>
            <pc:docMk/>
            <pc:sldMk cId="3549656565" sldId="2145706087"/>
            <ac:spMk id="4" creationId="{133411C4-8022-FAC0-5EAB-15EDF18275F6}"/>
          </ac:spMkLst>
        </pc:spChg>
        <pc:spChg chg="add mod">
          <ac:chgData name="Kerbachi, Mohamed - GTS Global ENG &amp; ARCH" userId="7bfead4c-51c4-46e1-b396-f93a69a42d0c" providerId="ADAL" clId="{B147E708-8A52-4ACC-A372-A787279908A1}" dt="2025-06-30T18:35:58.602" v="2261" actId="14100"/>
          <ac:spMkLst>
            <pc:docMk/>
            <pc:sldMk cId="3549656565" sldId="2145706087"/>
            <ac:spMk id="6" creationId="{E6E0F432-1064-B28D-720F-A2C1B35B225F}"/>
          </ac:spMkLst>
        </pc:spChg>
        <pc:picChg chg="mod">
          <ac:chgData name="Kerbachi, Mohamed - GTS Global ENG &amp; ARCH" userId="7bfead4c-51c4-46e1-b396-f93a69a42d0c" providerId="ADAL" clId="{B147E708-8A52-4ACC-A372-A787279908A1}" dt="2025-06-30T16:20:27.115" v="1125" actId="1076"/>
          <ac:picMkLst>
            <pc:docMk/>
            <pc:sldMk cId="3549656565" sldId="2145706087"/>
            <ac:picMk id="5" creationId="{35EF3D4A-7EF4-779F-C70B-32753235F903}"/>
          </ac:picMkLst>
        </pc:picChg>
      </pc:sldChg>
      <pc:sldChg chg="del">
        <pc:chgData name="Kerbachi, Mohamed - GTS Global ENG &amp; ARCH" userId="7bfead4c-51c4-46e1-b396-f93a69a42d0c" providerId="ADAL" clId="{B147E708-8A52-4ACC-A372-A787279908A1}" dt="2025-06-17T18:45:59.859" v="9" actId="47"/>
        <pc:sldMkLst>
          <pc:docMk/>
          <pc:sldMk cId="1556792031" sldId="2145706089"/>
        </pc:sldMkLst>
      </pc:sldChg>
      <pc:sldChg chg="del">
        <pc:chgData name="Kerbachi, Mohamed - GTS Global ENG &amp; ARCH" userId="7bfead4c-51c4-46e1-b396-f93a69a42d0c" providerId="ADAL" clId="{B147E708-8A52-4ACC-A372-A787279908A1}" dt="2025-06-17T18:45:55.482" v="0" actId="47"/>
        <pc:sldMkLst>
          <pc:docMk/>
          <pc:sldMk cId="434299834" sldId="2145706090"/>
        </pc:sldMkLst>
      </pc:sldChg>
      <pc:sldChg chg="del">
        <pc:chgData name="Kerbachi, Mohamed - GTS Global ENG &amp; ARCH" userId="7bfead4c-51c4-46e1-b396-f93a69a42d0c" providerId="ADAL" clId="{B147E708-8A52-4ACC-A372-A787279908A1}" dt="2025-06-17T18:45:56.172" v="1" actId="47"/>
        <pc:sldMkLst>
          <pc:docMk/>
          <pc:sldMk cId="2133783056" sldId="2145706091"/>
        </pc:sldMkLst>
      </pc:sldChg>
      <pc:sldChg chg="del">
        <pc:chgData name="Kerbachi, Mohamed - GTS Global ENG &amp; ARCH" userId="7bfead4c-51c4-46e1-b396-f93a69a42d0c" providerId="ADAL" clId="{B147E708-8A52-4ACC-A372-A787279908A1}" dt="2025-06-17T18:50:19.199" v="47" actId="47"/>
        <pc:sldMkLst>
          <pc:docMk/>
          <pc:sldMk cId="1374544265" sldId="2147481657"/>
        </pc:sldMkLst>
      </pc:sldChg>
    </pc:docChg>
  </pc:docChgLst>
  <pc:docChgLst>
    <pc:chgData name="Everest, Neil" userId="7abe4f5f-2529-4917-872c-a7c627cd255c" providerId="ADAL" clId="{018A27E6-7873-5447-8D39-94B1D2E716E6}"/>
    <pc:docChg chg="custSel modSld">
      <pc:chgData name="Everest, Neil" userId="7abe4f5f-2529-4917-872c-a7c627cd255c" providerId="ADAL" clId="{018A27E6-7873-5447-8D39-94B1D2E716E6}" dt="2025-06-23T08:01:20.150" v="917" actId="20577"/>
      <pc:docMkLst>
        <pc:docMk/>
      </pc:docMkLst>
      <pc:sldChg chg="addSp modSp mod">
        <pc:chgData name="Everest, Neil" userId="7abe4f5f-2529-4917-872c-a7c627cd255c" providerId="ADAL" clId="{018A27E6-7873-5447-8D39-94B1D2E716E6}" dt="2025-06-23T07:55:34.340" v="460" actId="207"/>
        <pc:sldMkLst>
          <pc:docMk/>
          <pc:sldMk cId="2600096501" sldId="2145706012"/>
        </pc:sldMkLst>
        <pc:spChg chg="add mod">
          <ac:chgData name="Everest, Neil" userId="7abe4f5f-2529-4917-872c-a7c627cd255c" providerId="ADAL" clId="{018A27E6-7873-5447-8D39-94B1D2E716E6}" dt="2025-06-23T07:55:34.340" v="460" actId="207"/>
          <ac:spMkLst>
            <pc:docMk/>
            <pc:sldMk cId="2600096501" sldId="2145706012"/>
            <ac:spMk id="3" creationId="{ABBDB7E9-F2EC-0DC8-5C6D-3B4F5B0D2B50}"/>
          </ac:spMkLst>
        </pc:spChg>
      </pc:sldChg>
      <pc:sldChg chg="addSp modSp mod">
        <pc:chgData name="Everest, Neil" userId="7abe4f5f-2529-4917-872c-a7c627cd255c" providerId="ADAL" clId="{018A27E6-7873-5447-8D39-94B1D2E716E6}" dt="2025-06-23T08:01:20.150" v="917" actId="20577"/>
        <pc:sldMkLst>
          <pc:docMk/>
          <pc:sldMk cId="2680405587" sldId="2145706043"/>
        </pc:sldMkLst>
        <pc:spChg chg="add mod">
          <ac:chgData name="Everest, Neil" userId="7abe4f5f-2529-4917-872c-a7c627cd255c" providerId="ADAL" clId="{018A27E6-7873-5447-8D39-94B1D2E716E6}" dt="2025-06-23T08:01:20.150" v="917" actId="20577"/>
          <ac:spMkLst>
            <pc:docMk/>
            <pc:sldMk cId="2680405587" sldId="2145706043"/>
            <ac:spMk id="5" creationId="{95915CBA-BC98-BEEA-F81A-E459BFB28682}"/>
          </ac:spMkLst>
        </pc:spChg>
      </pc:sldChg>
      <pc:sldChg chg="addSp modSp mod">
        <pc:chgData name="Everest, Neil" userId="7abe4f5f-2529-4917-872c-a7c627cd255c" providerId="ADAL" clId="{018A27E6-7873-5447-8D39-94B1D2E716E6}" dt="2025-06-23T07:59:07.281" v="765" actId="313"/>
        <pc:sldMkLst>
          <pc:docMk/>
          <pc:sldMk cId="3549656565" sldId="2145706087"/>
        </pc:sldMkLst>
        <pc:spChg chg="add mod">
          <ac:chgData name="Everest, Neil" userId="7abe4f5f-2529-4917-872c-a7c627cd255c" providerId="ADAL" clId="{018A27E6-7873-5447-8D39-94B1D2E716E6}" dt="2025-06-23T07:59:07.281" v="765" actId="313"/>
          <ac:spMkLst>
            <pc:docMk/>
            <pc:sldMk cId="3549656565" sldId="2145706087"/>
            <ac:spMk id="4" creationId="{133411C4-8022-FAC0-5EAB-15EDF18275F6}"/>
          </ac:spMkLst>
        </pc:spChg>
      </pc:sldChg>
    </pc:docChg>
  </pc:docChgLst>
</pc:chgInfo>
</file>

<file path=ppt/comments/modernComment_7FE4E066_71A36643.xml><?xml version="1.0" encoding="utf-8"?>
<p188:cmLst xmlns:a="http://schemas.openxmlformats.org/drawingml/2006/main" xmlns:r="http://schemas.openxmlformats.org/officeDocument/2006/relationships" xmlns:p188="http://schemas.microsoft.com/office/powerpoint/2018/8/main">
  <p188:cm id="{8762C584-8946-634F-BB71-36EFD6F796C7}" authorId="{43088EEF-A013-E811-CB69-ADABF81AA9A3}" created="2025-06-23T08:02:26.195">
    <pc:sldMkLst xmlns:pc="http://schemas.microsoft.com/office/powerpoint/2013/main/command">
      <pc:docMk/>
      <pc:sldMk cId="1906533955" sldId="2145706086"/>
    </pc:sldMkLst>
    <p188:txBody>
      <a:bodyPr/>
      <a:lstStyle/>
      <a:p>
        <a:r>
          <a:rPr lang="en-US"/>
          <a:t>Are you sure that using wired connectivity makes it an exception.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C53C66-4E0F-4E98-61C1-2D66F8D5143E}"/>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57B237-9685-D8EA-D770-8D2191741471}"/>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50B698E3-1BF5-416C-AA27-7FC310EBF94F}" type="datetimeFigureOut">
              <a:rPr lang="en-US" smtClean="0"/>
              <a:t>6/30/2025</a:t>
            </a:fld>
            <a:endParaRPr lang="en-US"/>
          </a:p>
        </p:txBody>
      </p:sp>
      <p:sp>
        <p:nvSpPr>
          <p:cNvPr id="4" name="Footer Placeholder 3">
            <a:extLst>
              <a:ext uri="{FF2B5EF4-FFF2-40B4-BE49-F238E27FC236}">
                <a16:creationId xmlns:a16="http://schemas.microsoft.com/office/drawing/2014/main" id="{415D2E32-5E6C-3D5E-0ED0-DE0D01F757D0}"/>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80DCA4-8EA3-CD58-B535-4D19F687F9CD}"/>
              </a:ext>
            </a:extLst>
          </p:cNvPr>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E5EDB665-0922-435D-A8F8-146386179D17}" type="slidenum">
              <a:rPr lang="en-US" smtClean="0"/>
              <a:t>‹#›</a:t>
            </a:fld>
            <a:endParaRPr lang="en-US"/>
          </a:p>
        </p:txBody>
      </p:sp>
    </p:spTree>
    <p:extLst>
      <p:ext uri="{BB962C8B-B14F-4D97-AF65-F5344CB8AC3E}">
        <p14:creationId xmlns:p14="http://schemas.microsoft.com/office/powerpoint/2010/main" val="417817880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3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78139B51-E015-40B8-89BF-480588B58013}" type="datetimeFigureOut">
              <a:rPr lang="nl-NL" smtClean="0"/>
              <a:t>30-6-2025</a:t>
            </a:fld>
            <a:endParaRPr lang="nl-NL"/>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A43FB1B-E0F4-426A-B06A-F89B35785A4F}" type="slidenum">
              <a:rPr lang="nl-NL" smtClean="0"/>
              <a:t>‹#›</a:t>
            </a:fld>
            <a:endParaRPr lang="nl-NL"/>
          </a:p>
        </p:txBody>
      </p:sp>
    </p:spTree>
    <p:extLst>
      <p:ext uri="{BB962C8B-B14F-4D97-AF65-F5344CB8AC3E}">
        <p14:creationId xmlns:p14="http://schemas.microsoft.com/office/powerpoint/2010/main" val="2070052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6C43A-3E7B-03CC-D8A7-426D93319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52079-C2FA-53B2-6279-0547375AC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65D62-14C5-CD0C-0CBA-EE89E1EF3C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89B3AA-7C21-6028-188D-517200919BE2}"/>
              </a:ext>
            </a:extLst>
          </p:cNvPr>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3265912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1591949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3918753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43FB1B-E0F4-426A-B06A-F89B35785A4F}" type="slidenum">
              <a:rPr lang="nl-NL" smtClean="0"/>
              <a:t>12</a:t>
            </a:fld>
            <a:endParaRPr lang="nl-NL"/>
          </a:p>
        </p:txBody>
      </p:sp>
    </p:spTree>
    <p:extLst>
      <p:ext uri="{BB962C8B-B14F-4D97-AF65-F5344CB8AC3E}">
        <p14:creationId xmlns:p14="http://schemas.microsoft.com/office/powerpoint/2010/main" val="1999971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4.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4.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2.xml"/><Relationship Id="rId1" Type="http://schemas.openxmlformats.org/officeDocument/2006/relationships/tags" Target="../tags/tag39.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13.svg"/></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14.emf"/></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4.xml"/><Relationship Id="rId6" Type="http://schemas.openxmlformats.org/officeDocument/2006/relationships/image" Target="../media/image17.svg"/><Relationship Id="rId5" Type="http://schemas.openxmlformats.org/officeDocument/2006/relationships/image" Target="../media/image2.png"/><Relationship Id="rId4" Type="http://schemas.openxmlformats.org/officeDocument/2006/relationships/image" Target="../media/image14.emf"/></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5.xml"/><Relationship Id="rId4" Type="http://schemas.openxmlformats.org/officeDocument/2006/relationships/image" Target="../media/image14.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14.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5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86680598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5423890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6097636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8669208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3337357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0856367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0883341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121597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66120153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5297056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4032816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9425706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58939011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243156717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6165609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418929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7555035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40455030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19795632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62998757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66208023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2347556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063846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67421703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9158620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7776630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32556017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421125338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81076937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62460929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2007254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28657457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31861079"/>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5317034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30563207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340359996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0366941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144336560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76014313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104223938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4672790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97818420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13356787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58985892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241235369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44204191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78635077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939074846"/>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17117072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6606336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9480774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4551540"/>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0229401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964817633"/>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104452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24682668"/>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4631053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3187905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123058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45778170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61260516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14304447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04721057"/>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3165529"/>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021930642"/>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02410677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4955371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6848944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094751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588312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9892973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759525442"/>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96943294"/>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48215731"/>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449686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90752713"/>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7233909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6280693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02697848"/>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333219721"/>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35195758"/>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829300844"/>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847026682"/>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1687139824"/>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1957766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86005052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279173463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030407281"/>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A">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CBF8F5F-733E-74E4-7C64-9117FC4D5B05}"/>
              </a:ext>
            </a:extLst>
          </p:cNvPr>
          <p:cNvGraphicFramePr>
            <a:graphicFrameLocks noChangeAspect="1"/>
          </p:cNvGraphicFramePr>
          <p:nvPr userDrawn="1">
            <p:custDataLst>
              <p:tags r:id="rId1"/>
            </p:custDataLst>
            <p:extLst>
              <p:ext uri="{D42A27DB-BD31-4B8C-83A1-F6EECF244321}">
                <p14:modId xmlns:p14="http://schemas.microsoft.com/office/powerpoint/2010/main" val="34620251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FCBF8F5F-733E-74E4-7C64-9117FC4D5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5868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B0D234E-CB90-3D6B-1677-D7591043CBF4}"/>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4" name="Picture Placeholder 13">
            <a:extLst>
              <a:ext uri="{FF2B5EF4-FFF2-40B4-BE49-F238E27FC236}">
                <a16:creationId xmlns:a16="http://schemas.microsoft.com/office/drawing/2014/main" id="{5147A533-2FD3-9753-3ADE-EB1C9100D2F4}"/>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41DE89F7-364A-A2D0-6579-DECC755BF94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793264871"/>
      </p:ext>
    </p:extLst>
  </p:cSld>
  <p:clrMapOvr>
    <a:masterClrMapping/>
  </p:clrMapOvr>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B">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EE5D4DD8-351D-44AA-1072-4D8EFEF43228}"/>
              </a:ext>
            </a:extLst>
          </p:cNvPr>
          <p:cNvGraphicFramePr>
            <a:graphicFrameLocks noChangeAspect="1"/>
          </p:cNvGraphicFramePr>
          <p:nvPr userDrawn="1">
            <p:custDataLst>
              <p:tags r:id="rId1"/>
            </p:custDataLst>
            <p:extLst>
              <p:ext uri="{D42A27DB-BD31-4B8C-83A1-F6EECF244321}">
                <p14:modId xmlns:p14="http://schemas.microsoft.com/office/powerpoint/2010/main" val="4013300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EE5D4DD8-351D-44AA-1072-4D8EFEF43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4000"/>
            <a:ext cx="6336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AA3F50D0-EC98-413B-93C8-1D1D918B3CA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1" name="Picture Placeholder 11">
            <a:extLst>
              <a:ext uri="{FF2B5EF4-FFF2-40B4-BE49-F238E27FC236}">
                <a16:creationId xmlns:a16="http://schemas.microsoft.com/office/drawing/2014/main" id="{E3E4B855-D6FE-45F4-28AB-00C307E09BF6}"/>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3" name="Logo">
            <a:extLst>
              <a:ext uri="{FF2B5EF4-FFF2-40B4-BE49-F238E27FC236}">
                <a16:creationId xmlns:a16="http://schemas.microsoft.com/office/drawing/2014/main" id="{555FFE8B-9687-80D9-BFE9-BCD182C9F61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4208743419"/>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C">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EC261A2-C7BD-0672-61C2-02612A82E281}"/>
              </a:ext>
            </a:extLst>
          </p:cNvPr>
          <p:cNvGraphicFramePr>
            <a:graphicFrameLocks noChangeAspect="1"/>
          </p:cNvGraphicFramePr>
          <p:nvPr userDrawn="1">
            <p:custDataLst>
              <p:tags r:id="rId1"/>
            </p:custDataLst>
            <p:extLst>
              <p:ext uri="{D42A27DB-BD31-4B8C-83A1-F6EECF244321}">
                <p14:modId xmlns:p14="http://schemas.microsoft.com/office/powerpoint/2010/main" val="3598632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3EC261A2-C7BD-0672-61C2-02612A82E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6300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F6DCF01F-7E45-E8CB-BC9A-68C7CD9B1C2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BA6C0EB9-6612-9349-33C0-B254B608C4AC}"/>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544B47FC-2ABD-EB1B-853D-2E1EB32107DA}"/>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5425032"/>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E485D1B-E628-6B49-B07F-271523F56FBD}"/>
              </a:ext>
            </a:extLst>
          </p:cNvPr>
          <p:cNvGraphicFramePr>
            <a:graphicFrameLocks noChangeAspect="1"/>
          </p:cNvGraphicFramePr>
          <p:nvPr userDrawn="1">
            <p:custDataLst>
              <p:tags r:id="rId1"/>
            </p:custDataLst>
            <p:extLst>
              <p:ext uri="{D42A27DB-BD31-4B8C-83A1-F6EECF244321}">
                <p14:modId xmlns:p14="http://schemas.microsoft.com/office/powerpoint/2010/main" val="2824254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3" name="think-cell data - do not delete" hidden="1">
                        <a:extLst>
                          <a:ext uri="{FF2B5EF4-FFF2-40B4-BE49-F238E27FC236}">
                            <a16:creationId xmlns:a16="http://schemas.microsoft.com/office/drawing/2014/main" id="{DE485D1B-E628-6B49-B07F-271523F56F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044000"/>
            <a:ext cx="5652000" cy="2448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4" name="Disclaimer">
            <a:extLst>
              <a:ext uri="{FF2B5EF4-FFF2-40B4-BE49-F238E27FC236}">
                <a16:creationId xmlns:a16="http://schemas.microsoft.com/office/drawing/2014/main" id="{8214009E-F788-E23D-0C90-470BD060D17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3" name="Picture Placeholder 22">
            <a:extLst>
              <a:ext uri="{FF2B5EF4-FFF2-40B4-BE49-F238E27FC236}">
                <a16:creationId xmlns:a16="http://schemas.microsoft.com/office/drawing/2014/main" id="{E27DECF5-F9C0-3F23-B881-8BA36288E145}"/>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11" name="Logo">
            <a:extLst>
              <a:ext uri="{FF2B5EF4-FFF2-40B4-BE49-F238E27FC236}">
                <a16:creationId xmlns:a16="http://schemas.microsoft.com/office/drawing/2014/main" id="{37085745-44F8-7C15-54D2-D993A5A87373}"/>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3169607710"/>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06E0B0B-B457-8E37-02B8-520A38E243F0}"/>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453654D-C27E-C9BA-B320-454ABF59D44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12B811F9-C589-C658-1947-8A149467844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C16541A9-B23B-9E51-6DD4-67A45A35F2ED}"/>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57A7E174-FE3F-7DE4-30D8-CDCB6CB08743}"/>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7" name="Logo">
            <a:extLst>
              <a:ext uri="{FF2B5EF4-FFF2-40B4-BE49-F238E27FC236}">
                <a16:creationId xmlns:a16="http://schemas.microsoft.com/office/drawing/2014/main" id="{29223FCB-DCAA-673D-EF75-B0A9A04F2AF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007719003"/>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A">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5F2B86-CBBF-AFE6-449D-F6DD528AA2EC}"/>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3F2D98DB-AA9C-5848-26D4-46351A829E2C}"/>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E0DC130-6210-830D-3850-8343B6894F3A}"/>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A90D1592-B8FD-E552-0964-CF09F17A2BA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4A63DBE0-B945-6653-7F07-B203EBD69B51}"/>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368A8EC4-8506-7F5C-72C3-0FC8B818DE8E}"/>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8CFACD96-0E65-E80D-4D56-94604B65D839}"/>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66247353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B">
    <p:bg>
      <p:bgPr>
        <a:solidFill>
          <a:srgbClr val="1D255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DDB771B-C9BC-A314-70F8-4918D8B4135E}"/>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230357F9-5628-F5D7-EA9E-2F62D4BC7CBE}"/>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5302AEF8-6D87-9EFD-325B-B67BAF5749B7}"/>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EC08A76-A3F6-9879-9591-108E2CD22127}"/>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31371E65-7DA5-7458-872B-335AB444DFF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00E6FCFC-74E8-C53E-CDEB-B1E58B5CFDBA}"/>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E9048233-C6D5-B390-92BF-02E1FE2D741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518558902"/>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C">
    <p:bg>
      <p:bgPr>
        <a:solidFill>
          <a:srgbClr val="1D255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9F3101-543D-726A-76D5-F500F18117CB}"/>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4CBE6131-9D21-5FAC-1A46-1184AE5A4CA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40D0C13A-FA1E-0370-9716-08FDF79DF00B}"/>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677EF421-BCDA-5760-CA12-3EC8BFBB1EF4}"/>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556FE34F-6F3D-0AF4-F904-39925EF3E0EB}"/>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36D14BD4-737F-044B-C857-C1680F45EFA1}"/>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12A6F8-BAB2-79C8-D018-A24EA5B3049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72054758"/>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Night Blue D">
    <p:bg>
      <p:bgPr>
        <a:solidFill>
          <a:srgbClr val="1D2550"/>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2E6F75A-B9D7-EAF2-96EF-5C4BB706C4C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17" name="Subtitle 2">
            <a:extLst>
              <a:ext uri="{FF2B5EF4-FFF2-40B4-BE49-F238E27FC236}">
                <a16:creationId xmlns:a16="http://schemas.microsoft.com/office/drawing/2014/main" id="{EE03E868-C5AC-3FA0-4D5C-B7555A40FD95}"/>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7">
            <a:extLst>
              <a:ext uri="{FF2B5EF4-FFF2-40B4-BE49-F238E27FC236}">
                <a16:creationId xmlns:a16="http://schemas.microsoft.com/office/drawing/2014/main" id="{94449CF5-1C3D-0F25-9F39-32183FE63E3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9" name="Text Placeholder 7">
            <a:extLst>
              <a:ext uri="{FF2B5EF4-FFF2-40B4-BE49-F238E27FC236}">
                <a16:creationId xmlns:a16="http://schemas.microsoft.com/office/drawing/2014/main" id="{F7D3BA49-2252-193B-08A0-0F5F454950BC}"/>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E7FF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20" name="Disclaimer">
            <a:extLst>
              <a:ext uri="{FF2B5EF4-FFF2-40B4-BE49-F238E27FC236}">
                <a16:creationId xmlns:a16="http://schemas.microsoft.com/office/drawing/2014/main" id="{EF7AB693-1387-9071-46E4-6E76F1F2CA48}"/>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21" name="Picture Placeholder 22">
            <a:extLst>
              <a:ext uri="{FF2B5EF4-FFF2-40B4-BE49-F238E27FC236}">
                <a16:creationId xmlns:a16="http://schemas.microsoft.com/office/drawing/2014/main" id="{86F96333-BF9F-D235-6129-B23E84A07A26}"/>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CA2DCEE9-B90E-B27D-0202-F232571B2B7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895955144"/>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p:bg>
      <p:bgPr>
        <a:solidFill>
          <a:srgbClr val="63B6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34DCEB-A2B9-7D10-4BEA-09C4EFDC9AC8}"/>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lvl1pPr>
          </a:lstStyle>
          <a:p>
            <a:r>
              <a:rPr lang="en-US"/>
              <a:t>Click to edit title</a:t>
            </a:r>
          </a:p>
        </p:txBody>
      </p:sp>
      <p:sp>
        <p:nvSpPr>
          <p:cNvPr id="5" name="Subtitle 2">
            <a:extLst>
              <a:ext uri="{FF2B5EF4-FFF2-40B4-BE49-F238E27FC236}">
                <a16:creationId xmlns:a16="http://schemas.microsoft.com/office/drawing/2014/main" id="{C03BF681-E041-212F-1FDB-1B7DFA956FCE}"/>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F1242B42-28A7-191E-911E-BFB97050E866}"/>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a:t>[Presenter name]</a:t>
            </a:r>
          </a:p>
        </p:txBody>
      </p:sp>
      <p:sp>
        <p:nvSpPr>
          <p:cNvPr id="7" name="Text Placeholder 7">
            <a:extLst>
              <a:ext uri="{FF2B5EF4-FFF2-40B4-BE49-F238E27FC236}">
                <a16:creationId xmlns:a16="http://schemas.microsoft.com/office/drawing/2014/main" id="{0E8356C8-BD44-0E04-13EE-46D47744C301}"/>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8" name="Disclaimer">
            <a:extLst>
              <a:ext uri="{FF2B5EF4-FFF2-40B4-BE49-F238E27FC236}">
                <a16:creationId xmlns:a16="http://schemas.microsoft.com/office/drawing/2014/main" id="{87E3262A-0086-3B7C-A376-A6C07FE459AA}"/>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9" name="Logo">
            <a:extLst>
              <a:ext uri="{FF2B5EF4-FFF2-40B4-BE49-F238E27FC236}">
                <a16:creationId xmlns:a16="http://schemas.microsoft.com/office/drawing/2014/main" id="{E69D3970-098C-021F-A57C-DF61B63E8F01}"/>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267315379"/>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A">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31EC33-65E4-C19F-0B44-3E21361728CA}"/>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5CEF09BA-1159-E7A1-E4CC-A4351FB6D0FB}"/>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F0625006-84B5-CAD3-1E73-ADA1ED733E7C}"/>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lvl1pPr>
          </a:lstStyle>
          <a:p>
            <a:pPr lvl="0"/>
            <a:r>
              <a:rPr lang="en-US"/>
              <a:t>[Presenter name]</a:t>
            </a:r>
          </a:p>
        </p:txBody>
      </p:sp>
      <p:sp>
        <p:nvSpPr>
          <p:cNvPr id="12" name="Text Placeholder 7">
            <a:extLst>
              <a:ext uri="{FF2B5EF4-FFF2-40B4-BE49-F238E27FC236}">
                <a16:creationId xmlns:a16="http://schemas.microsoft.com/office/drawing/2014/main" id="{C361CC56-CF23-A0B7-3177-55077B1DA88A}"/>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23BD44E8-E89B-7B23-33FB-80594FF3D932}"/>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4" name="Disclaimer">
            <a:extLst>
              <a:ext uri="{FF2B5EF4-FFF2-40B4-BE49-F238E27FC236}">
                <a16:creationId xmlns:a16="http://schemas.microsoft.com/office/drawing/2014/main" id="{1B9ED0D5-C6C8-0AB6-879F-053B5FA87639}"/>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3">
            <a:extLst>
              <a:ext uri="{FF2B5EF4-FFF2-40B4-BE49-F238E27FC236}">
                <a16:creationId xmlns:a16="http://schemas.microsoft.com/office/drawing/2014/main" id="{818FDCF4-D564-F92C-A91F-6036885B17F5}"/>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B713D883-7814-D55F-9150-7AE3691327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975122418"/>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B">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6F852D-335F-A336-AFBC-347B5C9DF86F}"/>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7" name="Subtitle 2">
            <a:extLst>
              <a:ext uri="{FF2B5EF4-FFF2-40B4-BE49-F238E27FC236}">
                <a16:creationId xmlns:a16="http://schemas.microsoft.com/office/drawing/2014/main" id="{7B320BCF-3C64-B99E-657C-7B6E980C543F}"/>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Text Placeholder 7">
            <a:extLst>
              <a:ext uri="{FF2B5EF4-FFF2-40B4-BE49-F238E27FC236}">
                <a16:creationId xmlns:a16="http://schemas.microsoft.com/office/drawing/2014/main" id="{D18BB9C8-7F40-0D74-D54B-EDDEBB80584F}"/>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6E6A8E42-1CF5-209B-27A2-3B4207CB89C1}"/>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5A77E39D-F1EE-4844-DF8B-A8C414EFE432}"/>
              </a:ext>
            </a:extLst>
          </p:cNvPr>
          <p:cNvSpPr>
            <a:spLocks noGrp="1"/>
          </p:cNvSpPr>
          <p:nvPr>
            <p:ph type="body" sz="quarter" idx="22"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D949E21B-0134-DAB6-3694-3A163188A927}"/>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1">
            <a:extLst>
              <a:ext uri="{FF2B5EF4-FFF2-40B4-BE49-F238E27FC236}">
                <a16:creationId xmlns:a16="http://schemas.microsoft.com/office/drawing/2014/main" id="{80D99342-E3F8-8397-079F-AF9F8F78EBE7}"/>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1A73E89C-5EE0-ACA5-054A-98EDBFB1242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3191046312"/>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C">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D337C6-B66B-3482-98D7-0E9C85A74521}"/>
              </a:ext>
            </a:extLst>
          </p:cNvPr>
          <p:cNvSpPr>
            <a:spLocks noGrp="1"/>
          </p:cNvSpPr>
          <p:nvPr>
            <p:ph type="ctrTitle" hasCustomPrompt="1"/>
          </p:nvPr>
        </p:nvSpPr>
        <p:spPr>
          <a:xfrm>
            <a:off x="480000" y="1044000"/>
            <a:ext cx="6300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C4EAD39C-187A-27D3-99EA-8AADC920F2C6}"/>
              </a:ext>
            </a:extLst>
          </p:cNvPr>
          <p:cNvSpPr>
            <a:spLocks noGrp="1"/>
          </p:cNvSpPr>
          <p:nvPr>
            <p:ph type="subTitle" idx="1"/>
          </p:nvPr>
        </p:nvSpPr>
        <p:spPr>
          <a:xfrm>
            <a:off x="480000" y="3708000"/>
            <a:ext cx="6300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AC0A6845-A6FA-64F6-8B98-E063C7E56DBC}"/>
              </a:ext>
            </a:extLst>
          </p:cNvPr>
          <p:cNvSpPr>
            <a:spLocks noGrp="1"/>
          </p:cNvSpPr>
          <p:nvPr>
            <p:ph type="body" sz="quarter" idx="17" hasCustomPrompt="1"/>
          </p:nvPr>
        </p:nvSpPr>
        <p:spPr>
          <a:xfrm>
            <a:off x="480000" y="4752000"/>
            <a:ext cx="6300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258AB11D-DFB6-529B-2E90-BAC2003F5C64}"/>
              </a:ext>
            </a:extLst>
          </p:cNvPr>
          <p:cNvSpPr>
            <a:spLocks noGrp="1"/>
          </p:cNvSpPr>
          <p:nvPr>
            <p:ph type="body" sz="quarter" idx="13" hasCustomPrompt="1"/>
          </p:nvPr>
        </p:nvSpPr>
        <p:spPr>
          <a:xfrm>
            <a:off x="480000" y="5040000"/>
            <a:ext cx="6300000" cy="252000"/>
          </a:xfrm>
        </p:spPr>
        <p:txBody>
          <a:bodyPr>
            <a:noAutofit/>
          </a:bodyPr>
          <a:lstStyle>
            <a:lvl1pPr>
              <a:spcBef>
                <a:spcPts val="0"/>
              </a:spcBef>
              <a:defRPr sz="1600"/>
            </a:lvl1pPr>
          </a:lstStyle>
          <a:p>
            <a:pPr lvl="0"/>
            <a:r>
              <a:rPr lang="en-US"/>
              <a:t>[Month date year]</a:t>
            </a:r>
          </a:p>
        </p:txBody>
      </p:sp>
      <p:sp>
        <p:nvSpPr>
          <p:cNvPr id="7" name="Text Placeholder 7">
            <a:extLst>
              <a:ext uri="{FF2B5EF4-FFF2-40B4-BE49-F238E27FC236}">
                <a16:creationId xmlns:a16="http://schemas.microsoft.com/office/drawing/2014/main" id="{2FAEC182-6D0D-6E1A-AA42-6A07E838CB13}"/>
              </a:ext>
            </a:extLst>
          </p:cNvPr>
          <p:cNvSpPr>
            <a:spLocks noGrp="1"/>
          </p:cNvSpPr>
          <p:nvPr>
            <p:ph type="body" sz="quarter" idx="24" hasCustomPrompt="1"/>
          </p:nvPr>
        </p:nvSpPr>
        <p:spPr>
          <a:xfrm>
            <a:off x="480000"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52884152-F226-D815-274F-6CB0E5ECA348}"/>
              </a:ext>
            </a:extLst>
          </p:cNvPr>
          <p:cNvSpPr>
            <a:spLocks noGrp="1"/>
          </p:cNvSpPr>
          <p:nvPr>
            <p:ph type="body" sz="quarter" idx="14" hasCustomPrompt="1"/>
          </p:nvPr>
        </p:nvSpPr>
        <p:spPr>
          <a:xfrm>
            <a:off x="480000" y="6078150"/>
            <a:ext cx="630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15">
            <a:extLst>
              <a:ext uri="{FF2B5EF4-FFF2-40B4-BE49-F238E27FC236}">
                <a16:creationId xmlns:a16="http://schemas.microsoft.com/office/drawing/2014/main" id="{63ACBE8A-A386-6462-15AB-24DE532558FA}"/>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FC8F9B9-536E-E82F-791F-049F1225C6B3}"/>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1809145781"/>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Slide Sky Blue D">
    <p:bg>
      <p:bgPr>
        <a:solidFill>
          <a:srgbClr val="63B6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C536A1E-F919-A56F-9819-DA5F984135BA}"/>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lvl1pPr>
          </a:lstStyle>
          <a:p>
            <a:r>
              <a:rPr lang="en-US"/>
              <a:t>Click to edit title</a:t>
            </a:r>
          </a:p>
        </p:txBody>
      </p:sp>
      <p:sp>
        <p:nvSpPr>
          <p:cNvPr id="8" name="Subtitle 2">
            <a:extLst>
              <a:ext uri="{FF2B5EF4-FFF2-40B4-BE49-F238E27FC236}">
                <a16:creationId xmlns:a16="http://schemas.microsoft.com/office/drawing/2014/main" id="{B78653E3-6DD4-CEC8-F778-0A57D131B93E}"/>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8FD7A1A-52FF-3B6B-7A4F-D634AA968A76}"/>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lvl1pPr>
          </a:lstStyle>
          <a:p>
            <a:pPr lvl="0"/>
            <a:r>
              <a:rPr lang="en-US"/>
              <a:t>[Presenter name]</a:t>
            </a:r>
          </a:p>
        </p:txBody>
      </p:sp>
      <p:sp>
        <p:nvSpPr>
          <p:cNvPr id="14" name="Text Placeholder 7">
            <a:extLst>
              <a:ext uri="{FF2B5EF4-FFF2-40B4-BE49-F238E27FC236}">
                <a16:creationId xmlns:a16="http://schemas.microsoft.com/office/drawing/2014/main" id="{4001646D-2AD6-AFF2-07F7-B24CF8CB97F5}"/>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lvl1pPr>
          </a:lstStyle>
          <a:p>
            <a:pPr lvl="0"/>
            <a:r>
              <a:rPr lang="en-US"/>
              <a:t>[Month date year]</a:t>
            </a:r>
          </a:p>
        </p:txBody>
      </p:sp>
      <p:sp>
        <p:nvSpPr>
          <p:cNvPr id="3" name="Text Placeholder 7">
            <a:extLst>
              <a:ext uri="{FF2B5EF4-FFF2-40B4-BE49-F238E27FC236}">
                <a16:creationId xmlns:a16="http://schemas.microsoft.com/office/drawing/2014/main" id="{63E61F3E-6F19-F1B4-C8E3-0C84124B9DE8}"/>
              </a:ext>
            </a:extLst>
          </p:cNvPr>
          <p:cNvSpPr>
            <a:spLocks noGrp="1"/>
          </p:cNvSpPr>
          <p:nvPr>
            <p:ph type="body" sz="quarter" idx="24" hasCustomPrompt="1"/>
          </p:nvPr>
        </p:nvSpPr>
        <p:spPr>
          <a:xfrm>
            <a:off x="479999" y="5687336"/>
            <a:ext cx="1194628" cy="298870"/>
          </a:xfrm>
          <a:solidFill>
            <a:srgbClr val="641EE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15" name="Disclaimer">
            <a:extLst>
              <a:ext uri="{FF2B5EF4-FFF2-40B4-BE49-F238E27FC236}">
                <a16:creationId xmlns:a16="http://schemas.microsoft.com/office/drawing/2014/main" id="{F4F09EAA-2036-6DB5-E190-0CE6F6278EC6}"/>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6" name="Picture Placeholder 22">
            <a:extLst>
              <a:ext uri="{FF2B5EF4-FFF2-40B4-BE49-F238E27FC236}">
                <a16:creationId xmlns:a16="http://schemas.microsoft.com/office/drawing/2014/main" id="{393096AF-22CA-CDB9-3811-23C9184F7C4B}"/>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0078521A-46AB-A031-6A3E-E46A0806BE18}"/>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36" r="36"/>
          <a:stretch/>
        </p:blipFill>
        <p:spPr>
          <a:xfrm>
            <a:off x="-118516" y="-126587"/>
            <a:ext cx="3528703" cy="1859646"/>
          </a:xfrm>
          <a:prstGeom prst="rect">
            <a:avLst/>
          </a:prstGeom>
        </p:spPr>
      </p:pic>
    </p:spTree>
    <p:extLst>
      <p:ext uri="{BB962C8B-B14F-4D97-AF65-F5344CB8AC3E}">
        <p14:creationId xmlns:p14="http://schemas.microsoft.com/office/powerpoint/2010/main" val="922718162"/>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p:bg>
      <p:bgPr>
        <a:solidFill>
          <a:srgbClr val="0B3F2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C2533D8-F0A2-F95A-2EC4-8B643E4C8A0A}"/>
              </a:ext>
            </a:extLst>
          </p:cNvPr>
          <p:cNvSpPr>
            <a:spLocks noGrp="1"/>
          </p:cNvSpPr>
          <p:nvPr>
            <p:ph type="ctrTitle" hasCustomPrompt="1"/>
          </p:nvPr>
        </p:nvSpPr>
        <p:spPr>
          <a:xfrm>
            <a:off x="480000" y="1044000"/>
            <a:ext cx="9360104" cy="2448000"/>
          </a:xfrm>
        </p:spPr>
        <p:txBody>
          <a:bodyPr wrap="square" anchor="b" anchorCtr="0">
            <a:noAutofit/>
          </a:bodyPr>
          <a:lstStyle>
            <a:lvl1pPr algn="l">
              <a:lnSpc>
                <a:spcPct val="85000"/>
              </a:lnSpc>
              <a:defRPr sz="5400" kern="100" spc="-120" baseline="0">
                <a:solidFill>
                  <a:schemeClr val="bg1"/>
                </a:solidFill>
              </a:defRPr>
            </a:lvl1pPr>
          </a:lstStyle>
          <a:p>
            <a:r>
              <a:rPr lang="en-US"/>
              <a:t>Click to edit title</a:t>
            </a:r>
          </a:p>
        </p:txBody>
      </p:sp>
      <p:sp>
        <p:nvSpPr>
          <p:cNvPr id="15" name="Subtitle 2">
            <a:extLst>
              <a:ext uri="{FF2B5EF4-FFF2-40B4-BE49-F238E27FC236}">
                <a16:creationId xmlns:a16="http://schemas.microsoft.com/office/drawing/2014/main" id="{EE9BF218-6ADF-0E94-38C7-C005BA6054B5}"/>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 Placeholder 7">
            <a:extLst>
              <a:ext uri="{FF2B5EF4-FFF2-40B4-BE49-F238E27FC236}">
                <a16:creationId xmlns:a16="http://schemas.microsoft.com/office/drawing/2014/main" id="{7E6075DF-A7ED-8F97-5C55-EBD2FC0D3B72}"/>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17" name="Text Placeholder 7">
            <a:extLst>
              <a:ext uri="{FF2B5EF4-FFF2-40B4-BE49-F238E27FC236}">
                <a16:creationId xmlns:a16="http://schemas.microsoft.com/office/drawing/2014/main" id="{E0D84B8B-093C-542B-C0AD-EB89AF373913}"/>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FDAB73D2-6D45-1B7A-77E2-416004E363AA}"/>
              </a:ext>
            </a:extLst>
          </p:cNvPr>
          <p:cNvSpPr>
            <a:spLocks noGrp="1"/>
          </p:cNvSpPr>
          <p:nvPr>
            <p:ph type="body" sz="quarter" idx="21" hasCustomPrompt="1"/>
          </p:nvPr>
        </p:nvSpPr>
        <p:spPr>
          <a:xfrm>
            <a:off x="480000" y="5687336"/>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8" name="Disclaimer">
            <a:extLst>
              <a:ext uri="{FF2B5EF4-FFF2-40B4-BE49-F238E27FC236}">
                <a16:creationId xmlns:a16="http://schemas.microsoft.com/office/drawing/2014/main" id="{67404896-078F-3742-50FF-E765542EE575}"/>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2" name="Logo">
            <a:extLst>
              <a:ext uri="{FF2B5EF4-FFF2-40B4-BE49-F238E27FC236}">
                <a16:creationId xmlns:a16="http://schemas.microsoft.com/office/drawing/2014/main" id="{844B9A04-1122-5CFD-DBD9-58241C4D27BA}"/>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517090665"/>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A">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0442A8A-ADB8-26ED-6F30-DDA9D8966DC4}"/>
              </a:ext>
            </a:extLst>
          </p:cNvPr>
          <p:cNvSpPr>
            <a:spLocks noGrp="1"/>
          </p:cNvSpPr>
          <p:nvPr>
            <p:ph type="ctrTitle" hasCustomPrompt="1"/>
          </p:nvPr>
        </p:nvSpPr>
        <p:spPr>
          <a:xfrm>
            <a:off x="480000" y="1044000"/>
            <a:ext cx="5868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C789ADFA-5BED-141E-EC7F-E8FBE1852366}"/>
              </a:ext>
            </a:extLst>
          </p:cNvPr>
          <p:cNvSpPr>
            <a:spLocks noGrp="1"/>
          </p:cNvSpPr>
          <p:nvPr>
            <p:ph type="subTitle" idx="1"/>
          </p:nvPr>
        </p:nvSpPr>
        <p:spPr>
          <a:xfrm>
            <a:off x="480000" y="3708000"/>
            <a:ext cx="5868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E7DF8595-66AB-3014-0381-A6993BA49673}"/>
              </a:ext>
            </a:extLst>
          </p:cNvPr>
          <p:cNvSpPr>
            <a:spLocks noGrp="1"/>
          </p:cNvSpPr>
          <p:nvPr>
            <p:ph type="body" sz="quarter" idx="17" hasCustomPrompt="1"/>
          </p:nvPr>
        </p:nvSpPr>
        <p:spPr>
          <a:xfrm>
            <a:off x="480000" y="4752000"/>
            <a:ext cx="5868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35956562-13A4-CC58-2C19-49B8215DDD4D}"/>
              </a:ext>
            </a:extLst>
          </p:cNvPr>
          <p:cNvSpPr>
            <a:spLocks noGrp="1"/>
          </p:cNvSpPr>
          <p:nvPr>
            <p:ph type="body" sz="quarter" idx="13" hasCustomPrompt="1"/>
          </p:nvPr>
        </p:nvSpPr>
        <p:spPr>
          <a:xfrm>
            <a:off x="480000" y="5040000"/>
            <a:ext cx="5868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80000"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E976559E-2BA1-5D1B-40B7-79143544D9EE}"/>
              </a:ext>
            </a:extLst>
          </p:cNvPr>
          <p:cNvSpPr>
            <a:spLocks noGrp="1"/>
          </p:cNvSpPr>
          <p:nvPr>
            <p:ph type="body" sz="quarter" idx="14" hasCustomPrompt="1"/>
          </p:nvPr>
        </p:nvSpPr>
        <p:spPr>
          <a:xfrm>
            <a:off x="480000" y="6078150"/>
            <a:ext cx="5868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2" name="Picture Placeholder 13">
            <a:extLst>
              <a:ext uri="{FF2B5EF4-FFF2-40B4-BE49-F238E27FC236}">
                <a16:creationId xmlns:a16="http://schemas.microsoft.com/office/drawing/2014/main" id="{9091E836-4E6C-A256-9BF2-41CAC6B8B71B}"/>
              </a:ext>
              <a:ext uri="{C183D7F6-B498-43B3-948B-1728B52AA6E4}">
                <adec:decorative xmlns:adec="http://schemas.microsoft.com/office/drawing/2017/decorative" val="0"/>
              </a:ext>
            </a:extLst>
          </p:cNvPr>
          <p:cNvSpPr>
            <a:spLocks noGrp="1"/>
          </p:cNvSpPr>
          <p:nvPr>
            <p:ph type="pic" sz="quarter" idx="19" hasCustomPrompt="1"/>
          </p:nvPr>
        </p:nvSpPr>
        <p:spPr>
          <a:xfrm>
            <a:off x="6564000" y="0"/>
            <a:ext cx="5628000" cy="6858000"/>
          </a:xfrm>
          <a:custGeom>
            <a:avLst/>
            <a:gdLst>
              <a:gd name="connsiteX0" fmla="*/ 1948790 w 5706327"/>
              <a:gd name="connsiteY0" fmla="*/ 0 h 6858000"/>
              <a:gd name="connsiteX1" fmla="*/ 1948794 w 5706327"/>
              <a:gd name="connsiteY1" fmla="*/ 7 h 6858000"/>
              <a:gd name="connsiteX2" fmla="*/ 1948794 w 5706327"/>
              <a:gd name="connsiteY2" fmla="*/ 0 h 6858000"/>
              <a:gd name="connsiteX3" fmla="*/ 5706327 w 5706327"/>
              <a:gd name="connsiteY3" fmla="*/ 0 h 6858000"/>
              <a:gd name="connsiteX4" fmla="*/ 5706327 w 5706327"/>
              <a:gd name="connsiteY4" fmla="*/ 6858000 h 6858000"/>
              <a:gd name="connsiteX5" fmla="*/ 1948794 w 5706327"/>
              <a:gd name="connsiteY5" fmla="*/ 6858000 h 6858000"/>
              <a:gd name="connsiteX6" fmla="*/ 1948794 w 5706327"/>
              <a:gd name="connsiteY6" fmla="*/ 6857993 h 6858000"/>
              <a:gd name="connsiteX7" fmla="*/ 1948790 w 5706327"/>
              <a:gd name="connsiteY7" fmla="*/ 6858000 h 6858000"/>
              <a:gd name="connsiteX8" fmla="*/ 0 w 5706327"/>
              <a:gd name="connsiteY8"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06327" h="6858000">
                <a:moveTo>
                  <a:pt x="1948790" y="0"/>
                </a:moveTo>
                <a:lnTo>
                  <a:pt x="1948794" y="7"/>
                </a:lnTo>
                <a:lnTo>
                  <a:pt x="1948794" y="0"/>
                </a:lnTo>
                <a:lnTo>
                  <a:pt x="5706327" y="0"/>
                </a:lnTo>
                <a:lnTo>
                  <a:pt x="5706327" y="6858000"/>
                </a:lnTo>
                <a:lnTo>
                  <a:pt x="1948794" y="6858000"/>
                </a:lnTo>
                <a:lnTo>
                  <a:pt x="1948794" y="6857993"/>
                </a:lnTo>
                <a:lnTo>
                  <a:pt x="1948790" y="6858000"/>
                </a:lnTo>
                <a:lnTo>
                  <a:pt x="0" y="3429000"/>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66767146-40BD-2D4F-81ED-E5DA51616602}"/>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2703761466"/>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B">
    <p:bg>
      <p:bgPr>
        <a:solidFill>
          <a:srgbClr val="0B3F2D"/>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5270EE-1BCD-812B-C377-7AF2E630BD8C}"/>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4" name="Subtitle 2">
            <a:extLst>
              <a:ext uri="{FF2B5EF4-FFF2-40B4-BE49-F238E27FC236}">
                <a16:creationId xmlns:a16="http://schemas.microsoft.com/office/drawing/2014/main" id="{DB75F152-A55F-CC0F-E787-C0975438FD28}"/>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7">
            <a:extLst>
              <a:ext uri="{FF2B5EF4-FFF2-40B4-BE49-F238E27FC236}">
                <a16:creationId xmlns:a16="http://schemas.microsoft.com/office/drawing/2014/main" id="{D1C3256D-7069-1642-307C-BF05DD12B4E0}"/>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6" name="Text Placeholder 7">
            <a:extLst>
              <a:ext uri="{FF2B5EF4-FFF2-40B4-BE49-F238E27FC236}">
                <a16:creationId xmlns:a16="http://schemas.microsoft.com/office/drawing/2014/main" id="{8F56B531-79B5-14CB-B459-9E213AF5A7AF}"/>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8" name="Disclaimer">
            <a:extLst>
              <a:ext uri="{FF2B5EF4-FFF2-40B4-BE49-F238E27FC236}">
                <a16:creationId xmlns:a16="http://schemas.microsoft.com/office/drawing/2014/main" id="{97539383-5370-F299-5F4F-D40B488AE290}"/>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1">
            <a:extLst>
              <a:ext uri="{FF2B5EF4-FFF2-40B4-BE49-F238E27FC236}">
                <a16:creationId xmlns:a16="http://schemas.microsoft.com/office/drawing/2014/main" id="{81A9D18D-ED16-70A1-3BF8-A7C68C66857C}"/>
              </a:ext>
            </a:extLst>
          </p:cNvPr>
          <p:cNvSpPr>
            <a:spLocks noGrp="1"/>
          </p:cNvSpPr>
          <p:nvPr>
            <p:ph type="pic" sz="quarter" idx="19" hasCustomPrompt="1"/>
          </p:nvPr>
        </p:nvSpPr>
        <p:spPr>
          <a:xfrm>
            <a:off x="7032000" y="0"/>
            <a:ext cx="5160000" cy="6858000"/>
          </a:xfrm>
          <a:custGeom>
            <a:avLst/>
            <a:gdLst>
              <a:gd name="connsiteX0" fmla="*/ 1356017 w 4995290"/>
              <a:gd name="connsiteY0" fmla="*/ 0 h 6858000"/>
              <a:gd name="connsiteX1" fmla="*/ 4995290 w 4995290"/>
              <a:gd name="connsiteY1" fmla="*/ 0 h 6858000"/>
              <a:gd name="connsiteX2" fmla="*/ 4995290 w 4995290"/>
              <a:gd name="connsiteY2" fmla="*/ 6858000 h 6858000"/>
              <a:gd name="connsiteX3" fmla="*/ 1360213 w 4995290"/>
              <a:gd name="connsiteY3" fmla="*/ 6858000 h 6858000"/>
              <a:gd name="connsiteX4" fmla="*/ 0 w 4995290"/>
              <a:gd name="connsiteY4" fmla="*/ 5497788 h 6858000"/>
              <a:gd name="connsiteX5" fmla="*/ 0 w 4995290"/>
              <a:gd name="connsiteY5" fmla="*/ 13560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5290" h="6858000">
                <a:moveTo>
                  <a:pt x="1356017" y="0"/>
                </a:moveTo>
                <a:lnTo>
                  <a:pt x="4995290" y="0"/>
                </a:lnTo>
                <a:lnTo>
                  <a:pt x="4995290" y="6858000"/>
                </a:lnTo>
                <a:lnTo>
                  <a:pt x="1360213" y="6858000"/>
                </a:lnTo>
                <a:lnTo>
                  <a:pt x="0" y="5497788"/>
                </a:lnTo>
                <a:lnTo>
                  <a:pt x="0" y="1356017"/>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78FF40A1-A4F6-CB90-E8FD-F4B63891A5E4}"/>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318726409"/>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C">
    <p:bg>
      <p:bgPr>
        <a:solidFill>
          <a:srgbClr val="0B3F2D"/>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9B04B0-BE4F-D447-A531-74EC9777FB88}"/>
              </a:ext>
            </a:extLst>
          </p:cNvPr>
          <p:cNvSpPr>
            <a:spLocks noGrp="1"/>
          </p:cNvSpPr>
          <p:nvPr>
            <p:ph type="ctrTitle" hasCustomPrompt="1"/>
          </p:nvPr>
        </p:nvSpPr>
        <p:spPr>
          <a:xfrm>
            <a:off x="479999" y="1044000"/>
            <a:ext cx="6336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976F6CA5-C139-4C92-A82E-567B0ACF0B06}"/>
              </a:ext>
            </a:extLst>
          </p:cNvPr>
          <p:cNvSpPr>
            <a:spLocks noGrp="1"/>
          </p:cNvSpPr>
          <p:nvPr>
            <p:ph type="subTitle" idx="1"/>
          </p:nvPr>
        </p:nvSpPr>
        <p:spPr>
          <a:xfrm>
            <a:off x="479999" y="3708000"/>
            <a:ext cx="6336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766A9B29-CF3B-4BA8-4A64-77DC8CB89181}"/>
              </a:ext>
            </a:extLst>
          </p:cNvPr>
          <p:cNvSpPr>
            <a:spLocks noGrp="1"/>
          </p:cNvSpPr>
          <p:nvPr>
            <p:ph type="body" sz="quarter" idx="17" hasCustomPrompt="1"/>
          </p:nvPr>
        </p:nvSpPr>
        <p:spPr>
          <a:xfrm>
            <a:off x="479999" y="4752000"/>
            <a:ext cx="6336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96092C18-3637-9308-2941-07262D3C90FA}"/>
              </a:ext>
            </a:extLst>
          </p:cNvPr>
          <p:cNvSpPr>
            <a:spLocks noGrp="1"/>
          </p:cNvSpPr>
          <p:nvPr>
            <p:ph type="body" sz="quarter" idx="13" hasCustomPrompt="1"/>
          </p:nvPr>
        </p:nvSpPr>
        <p:spPr>
          <a:xfrm>
            <a:off x="479999" y="5040000"/>
            <a:ext cx="6336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12" name="Disclaimer">
            <a:extLst>
              <a:ext uri="{FF2B5EF4-FFF2-40B4-BE49-F238E27FC236}">
                <a16:creationId xmlns:a16="http://schemas.microsoft.com/office/drawing/2014/main" id="{21D21E89-61C1-A944-A5BE-9197A4F0C9D3}"/>
              </a:ext>
            </a:extLst>
          </p:cNvPr>
          <p:cNvSpPr>
            <a:spLocks noGrp="1"/>
          </p:cNvSpPr>
          <p:nvPr>
            <p:ph type="body" sz="quarter" idx="14" hasCustomPrompt="1"/>
          </p:nvPr>
        </p:nvSpPr>
        <p:spPr>
          <a:xfrm>
            <a:off x="479999" y="6078150"/>
            <a:ext cx="6336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15">
            <a:extLst>
              <a:ext uri="{FF2B5EF4-FFF2-40B4-BE49-F238E27FC236}">
                <a16:creationId xmlns:a16="http://schemas.microsoft.com/office/drawing/2014/main" id="{4AE03DC9-58D7-B975-20F6-A49273B61038}"/>
              </a:ext>
            </a:extLst>
          </p:cNvPr>
          <p:cNvSpPr>
            <a:spLocks noGrp="1"/>
          </p:cNvSpPr>
          <p:nvPr>
            <p:ph type="pic" sz="quarter" idx="19" hasCustomPrompt="1"/>
          </p:nvPr>
        </p:nvSpPr>
        <p:spPr>
          <a:xfrm>
            <a:off x="6828000" y="0"/>
            <a:ext cx="5364000" cy="6858001"/>
          </a:xfrm>
          <a:custGeom>
            <a:avLst/>
            <a:gdLst>
              <a:gd name="connsiteX0" fmla="*/ 0 w 5245100"/>
              <a:gd name="connsiteY0" fmla="*/ 0 h 6879505"/>
              <a:gd name="connsiteX1" fmla="*/ 3635634 w 5245100"/>
              <a:gd name="connsiteY1" fmla="*/ 0 h 6879505"/>
              <a:gd name="connsiteX2" fmla="*/ 3738839 w 5245100"/>
              <a:gd name="connsiteY2" fmla="*/ 0 h 6879505"/>
              <a:gd name="connsiteX3" fmla="*/ 3751742 w 5245100"/>
              <a:gd name="connsiteY3" fmla="*/ 0 h 6879505"/>
              <a:gd name="connsiteX4" fmla="*/ 3855366 w 5245100"/>
              <a:gd name="connsiteY4" fmla="*/ 0 h 6879505"/>
              <a:gd name="connsiteX5" fmla="*/ 5245100 w 5245100"/>
              <a:gd name="connsiteY5" fmla="*/ 0 h 6879505"/>
              <a:gd name="connsiteX6" fmla="*/ 5245100 w 5245100"/>
              <a:gd name="connsiteY6" fmla="*/ 6879505 h 6879505"/>
              <a:gd name="connsiteX7" fmla="*/ 3855366 w 5245100"/>
              <a:gd name="connsiteY7" fmla="*/ 6879505 h 6879505"/>
              <a:gd name="connsiteX8" fmla="*/ 3751742 w 5245100"/>
              <a:gd name="connsiteY8" fmla="*/ 6879505 h 6879505"/>
              <a:gd name="connsiteX9" fmla="*/ 3738839 w 5245100"/>
              <a:gd name="connsiteY9" fmla="*/ 6879505 h 6879505"/>
              <a:gd name="connsiteX10" fmla="*/ 3635634 w 5245100"/>
              <a:gd name="connsiteY10" fmla="*/ 6879505 h 6879505"/>
              <a:gd name="connsiteX11" fmla="*/ 0 w 5245100"/>
              <a:gd name="connsiteY11" fmla="*/ 6879505 h 6879505"/>
              <a:gd name="connsiteX12" fmla="*/ 2119120 w 5245100"/>
              <a:gd name="connsiteY12" fmla="*/ 3439753 h 6879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45100" h="6879505">
                <a:moveTo>
                  <a:pt x="0" y="0"/>
                </a:moveTo>
                <a:lnTo>
                  <a:pt x="3635634" y="0"/>
                </a:lnTo>
                <a:lnTo>
                  <a:pt x="3738839" y="0"/>
                </a:lnTo>
                <a:lnTo>
                  <a:pt x="3751742" y="0"/>
                </a:lnTo>
                <a:lnTo>
                  <a:pt x="3855366" y="0"/>
                </a:lnTo>
                <a:lnTo>
                  <a:pt x="5245100" y="0"/>
                </a:lnTo>
                <a:lnTo>
                  <a:pt x="5245100" y="6879505"/>
                </a:lnTo>
                <a:lnTo>
                  <a:pt x="3855366" y="6879505"/>
                </a:lnTo>
                <a:lnTo>
                  <a:pt x="3751742" y="6879505"/>
                </a:lnTo>
                <a:lnTo>
                  <a:pt x="3738839" y="6879505"/>
                </a:lnTo>
                <a:lnTo>
                  <a:pt x="3635634" y="6879505"/>
                </a:lnTo>
                <a:lnTo>
                  <a:pt x="0" y="6879505"/>
                </a:lnTo>
                <a:lnTo>
                  <a:pt x="2119120" y="3439753"/>
                </a:lnTo>
                <a:close/>
              </a:path>
            </a:pathLst>
          </a:custGeom>
          <a:solidFill>
            <a:schemeClr val="bg1">
              <a:lumMod val="95000"/>
            </a:schemeClr>
          </a:solidFill>
        </p:spPr>
        <p:txBody>
          <a:bodyPr wrap="square" lIns="201600" tIns="201600" rIns="201600" bIns="201600">
            <a:noAutofit/>
          </a:bodyPr>
          <a:lstStyle>
            <a:lvl1pPr algn="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98B0DFC3-4C63-6B3D-EB69-161D88F1AEB7}"/>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906886107"/>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Forest Green D">
    <p:bg>
      <p:bgPr>
        <a:solidFill>
          <a:srgbClr val="0B3F2D"/>
        </a:solid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50729E90-0723-9411-3C4A-47687010D5C2}"/>
              </a:ext>
            </a:extLst>
          </p:cNvPr>
          <p:cNvSpPr>
            <a:spLocks noGrp="1"/>
          </p:cNvSpPr>
          <p:nvPr>
            <p:ph type="body" sz="quarter" idx="22" hasCustomPrompt="1"/>
          </p:nvPr>
        </p:nvSpPr>
        <p:spPr>
          <a:xfrm>
            <a:off x="479999" y="5687840"/>
            <a:ext cx="1194628" cy="298870"/>
          </a:xfrm>
          <a:solidFill>
            <a:srgbClr val="4CD300"/>
          </a:solidFill>
        </p:spPr>
        <p:txBody>
          <a:bodyPr wrap="none" lIns="75600" tIns="75600" rIns="75600" bIns="75600" anchor="b" anchorCtr="0">
            <a:spAutoFit/>
          </a:bodyPr>
          <a:lstStyle>
            <a:lvl1pPr>
              <a:spcBef>
                <a:spcPts val="0"/>
              </a:spcBef>
              <a:defRPr sz="1000">
                <a:solidFill>
                  <a:srgbClr val="281805"/>
                </a:solidFill>
              </a:defRPr>
            </a:lvl1pPr>
          </a:lstStyle>
          <a:p>
            <a:pPr lvl="0"/>
            <a:r>
              <a:rPr lang="en-US"/>
              <a:t>[Audience indicator]</a:t>
            </a:r>
          </a:p>
        </p:txBody>
      </p:sp>
      <p:sp>
        <p:nvSpPr>
          <p:cNvPr id="4" name="Title 1">
            <a:extLst>
              <a:ext uri="{FF2B5EF4-FFF2-40B4-BE49-F238E27FC236}">
                <a16:creationId xmlns:a16="http://schemas.microsoft.com/office/drawing/2014/main" id="{9D5796EE-538C-4976-70F3-F97CC056A112}"/>
              </a:ext>
            </a:extLst>
          </p:cNvPr>
          <p:cNvSpPr>
            <a:spLocks noGrp="1"/>
          </p:cNvSpPr>
          <p:nvPr>
            <p:ph type="ctrTitle" hasCustomPrompt="1"/>
          </p:nvPr>
        </p:nvSpPr>
        <p:spPr>
          <a:xfrm>
            <a:off x="479999" y="1044000"/>
            <a:ext cx="5652000" cy="2448000"/>
          </a:xfrm>
        </p:spPr>
        <p:txBody>
          <a:bodyPr wrap="square" anchor="b" anchorCtr="0">
            <a:noAutofit/>
          </a:bodyPr>
          <a:lstStyle>
            <a:lvl1pPr algn="l">
              <a:lnSpc>
                <a:spcPct val="85000"/>
              </a:lnSpc>
              <a:defRPr sz="4800" kern="100" spc="-120" baseline="0">
                <a:solidFill>
                  <a:schemeClr val="bg1"/>
                </a:solidFill>
              </a:defRPr>
            </a:lvl1pPr>
          </a:lstStyle>
          <a:p>
            <a:r>
              <a:rPr lang="en-US"/>
              <a:t>Click to edit title</a:t>
            </a:r>
          </a:p>
        </p:txBody>
      </p:sp>
      <p:sp>
        <p:nvSpPr>
          <p:cNvPr id="5" name="Subtitle 2">
            <a:extLst>
              <a:ext uri="{FF2B5EF4-FFF2-40B4-BE49-F238E27FC236}">
                <a16:creationId xmlns:a16="http://schemas.microsoft.com/office/drawing/2014/main" id="{3A88F250-BAD0-6F06-5116-F8B6145A0546}"/>
              </a:ext>
            </a:extLst>
          </p:cNvPr>
          <p:cNvSpPr>
            <a:spLocks noGrp="1"/>
          </p:cNvSpPr>
          <p:nvPr>
            <p:ph type="subTitle" idx="1"/>
          </p:nvPr>
        </p:nvSpPr>
        <p:spPr>
          <a:xfrm>
            <a:off x="479999" y="3708000"/>
            <a:ext cx="5652000" cy="432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B180E8F6-EE91-B4F4-08C7-D086C84701AA}"/>
              </a:ext>
            </a:extLst>
          </p:cNvPr>
          <p:cNvSpPr>
            <a:spLocks noGrp="1"/>
          </p:cNvSpPr>
          <p:nvPr>
            <p:ph type="body" sz="quarter" idx="17" hasCustomPrompt="1"/>
          </p:nvPr>
        </p:nvSpPr>
        <p:spPr>
          <a:xfrm>
            <a:off x="479999" y="4752000"/>
            <a:ext cx="5652000" cy="288000"/>
          </a:xfrm>
        </p:spPr>
        <p:txBody>
          <a:bodyPr>
            <a:noAutofit/>
          </a:bodyPr>
          <a:lstStyle>
            <a:lvl1pPr>
              <a:spcBef>
                <a:spcPts val="0"/>
              </a:spcBef>
              <a:defRPr sz="1600" b="1">
                <a:solidFill>
                  <a:schemeClr val="bg1"/>
                </a:solidFill>
              </a:defRPr>
            </a:lvl1pPr>
          </a:lstStyle>
          <a:p>
            <a:pPr lvl="0"/>
            <a:r>
              <a:rPr lang="en-US"/>
              <a:t>[Presenter name]</a:t>
            </a:r>
          </a:p>
        </p:txBody>
      </p:sp>
      <p:sp>
        <p:nvSpPr>
          <p:cNvPr id="8" name="Text Placeholder 7">
            <a:extLst>
              <a:ext uri="{FF2B5EF4-FFF2-40B4-BE49-F238E27FC236}">
                <a16:creationId xmlns:a16="http://schemas.microsoft.com/office/drawing/2014/main" id="{1F274F18-4D6D-3FA9-D421-F2D087C7701F}"/>
              </a:ext>
            </a:extLst>
          </p:cNvPr>
          <p:cNvSpPr>
            <a:spLocks noGrp="1"/>
          </p:cNvSpPr>
          <p:nvPr>
            <p:ph type="body" sz="quarter" idx="13" hasCustomPrompt="1"/>
          </p:nvPr>
        </p:nvSpPr>
        <p:spPr>
          <a:xfrm>
            <a:off x="479999" y="5040000"/>
            <a:ext cx="5652000" cy="252000"/>
          </a:xfrm>
        </p:spPr>
        <p:txBody>
          <a:bodyPr>
            <a:noAutofit/>
          </a:bodyPr>
          <a:lstStyle>
            <a:lvl1pPr>
              <a:spcBef>
                <a:spcPts val="0"/>
              </a:spcBef>
              <a:defRPr sz="1600">
                <a:solidFill>
                  <a:schemeClr val="bg1"/>
                </a:solidFill>
              </a:defRPr>
            </a:lvl1pPr>
          </a:lstStyle>
          <a:p>
            <a:pPr lvl="0"/>
            <a:r>
              <a:rPr lang="en-US"/>
              <a:t>[Month date year]</a:t>
            </a:r>
          </a:p>
        </p:txBody>
      </p:sp>
      <p:sp>
        <p:nvSpPr>
          <p:cNvPr id="12" name="Disclaimer">
            <a:extLst>
              <a:ext uri="{FF2B5EF4-FFF2-40B4-BE49-F238E27FC236}">
                <a16:creationId xmlns:a16="http://schemas.microsoft.com/office/drawing/2014/main" id="{5F397B1D-6C9B-4621-3541-6724BE030200}"/>
              </a:ext>
            </a:extLst>
          </p:cNvPr>
          <p:cNvSpPr>
            <a:spLocks noGrp="1"/>
          </p:cNvSpPr>
          <p:nvPr>
            <p:ph type="body" sz="quarter" idx="14" hasCustomPrompt="1"/>
          </p:nvPr>
        </p:nvSpPr>
        <p:spPr>
          <a:xfrm>
            <a:off x="479999" y="6078150"/>
            <a:ext cx="5652000" cy="576650"/>
          </a:xfrm>
        </p:spPr>
        <p:txBody>
          <a:bodyPr bIns="0" anchor="b" anchorCtr="0"/>
          <a:lstStyle>
            <a:lvl1pPr>
              <a:lnSpc>
                <a:spcPct val="90000"/>
              </a:lnSpc>
              <a:spcBef>
                <a:spcPts val="0"/>
              </a:spcBef>
              <a:defRPr sz="800" spc="-40" baseline="0">
                <a:solidFill>
                  <a:schemeClr val="bg1"/>
                </a:solidFill>
              </a:defRPr>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sp>
        <p:nvSpPr>
          <p:cNvPr id="15" name="Picture Placeholder 22">
            <a:extLst>
              <a:ext uri="{FF2B5EF4-FFF2-40B4-BE49-F238E27FC236}">
                <a16:creationId xmlns:a16="http://schemas.microsoft.com/office/drawing/2014/main" id="{D09542B5-1DE3-A258-3204-FEF817767E1D}"/>
              </a:ext>
            </a:extLst>
          </p:cNvPr>
          <p:cNvSpPr>
            <a:spLocks noGrp="1"/>
          </p:cNvSpPr>
          <p:nvPr>
            <p:ph type="pic" sz="quarter" idx="19" hasCustomPrompt="1"/>
          </p:nvPr>
        </p:nvSpPr>
        <p:spPr>
          <a:xfrm>
            <a:off x="6360000" y="0"/>
            <a:ext cx="58320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2" name="Logo">
            <a:extLst>
              <a:ext uri="{FF2B5EF4-FFF2-40B4-BE49-F238E27FC236}">
                <a16:creationId xmlns:a16="http://schemas.microsoft.com/office/drawing/2014/main" id="{27FA41EF-4A06-5783-312F-1C261C42C8DD}"/>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1326744254"/>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for awards">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C6EED3F-2EA2-A094-6035-DBDE0D4938C5}"/>
              </a:ext>
            </a:extLst>
          </p:cNvPr>
          <p:cNvGraphicFramePr>
            <a:graphicFrameLocks noChangeAspect="1"/>
          </p:cNvGraphicFramePr>
          <p:nvPr userDrawn="1">
            <p:custDataLst>
              <p:tags r:id="rId1"/>
            </p:custDataLst>
            <p:extLst>
              <p:ext uri="{D42A27DB-BD31-4B8C-83A1-F6EECF244321}">
                <p14:modId xmlns:p14="http://schemas.microsoft.com/office/powerpoint/2010/main" val="203592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think-cell data - do not delete" hidden="1">
                        <a:extLst>
                          <a:ext uri="{FF2B5EF4-FFF2-40B4-BE49-F238E27FC236}">
                            <a16:creationId xmlns:a16="http://schemas.microsoft.com/office/drawing/2014/main" id="{AC6EED3F-2EA2-A094-6035-DBDE0D4938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9999" y="1043999"/>
            <a:ext cx="5616000" cy="1800000"/>
          </a:xfrm>
        </p:spPr>
        <p:txBody>
          <a:bodyPr vert="horz" wrap="square" anchor="b" anchorCtr="0">
            <a:noAutofit/>
          </a:bodyPr>
          <a:lstStyle>
            <a:lvl1pPr algn="l">
              <a:lnSpc>
                <a:spcPct val="85000"/>
              </a:lnSpc>
              <a:defRPr sz="44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9999" y="2952000"/>
            <a:ext cx="5616000" cy="432000"/>
          </a:xfrm>
        </p:spPr>
        <p:txBody>
          <a:bodyPr anchor="t" anchorCtr="0">
            <a:noAutofit/>
          </a:bodyPr>
          <a:lstStyle>
            <a:lvl1pPr marL="0" indent="0" algn="l">
              <a:buNone/>
              <a:defRPr sz="20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11">
            <a:extLst>
              <a:ext uri="{FF2B5EF4-FFF2-40B4-BE49-F238E27FC236}">
                <a16:creationId xmlns:a16="http://schemas.microsoft.com/office/drawing/2014/main" id="{7FEC4283-FBE8-D966-8481-1F84E1F0A027}"/>
              </a:ext>
              <a:ext uri="{C183D7F6-B498-43B3-948B-1728B52AA6E4}">
                <adec:decorative xmlns:adec="http://schemas.microsoft.com/office/drawing/2017/decorative" val="1"/>
              </a:ext>
            </a:extLst>
          </p:cNvPr>
          <p:cNvSpPr>
            <a:spLocks noGrp="1"/>
          </p:cNvSpPr>
          <p:nvPr>
            <p:ph type="pic" sz="quarter" idx="19" hasCustomPrompt="1"/>
          </p:nvPr>
        </p:nvSpPr>
        <p:spPr>
          <a:xfrm>
            <a:off x="6072000" y="0"/>
            <a:ext cx="6120000" cy="6858000"/>
          </a:xfrm>
          <a:custGeom>
            <a:avLst/>
            <a:gdLst>
              <a:gd name="connsiteX0" fmla="*/ 0 w 5753100"/>
              <a:gd name="connsiteY0" fmla="*/ 0 h 6857998"/>
              <a:gd name="connsiteX1" fmla="*/ 5753100 w 5753100"/>
              <a:gd name="connsiteY1" fmla="*/ 0 h 6857998"/>
              <a:gd name="connsiteX2" fmla="*/ 5753100 w 5753100"/>
              <a:gd name="connsiteY2" fmla="*/ 6857998 h 6857998"/>
              <a:gd name="connsiteX3" fmla="*/ 4186008 w 5753100"/>
              <a:gd name="connsiteY3" fmla="*/ 6857998 h 6857998"/>
              <a:gd name="connsiteX4" fmla="*/ 4073498 w 5753100"/>
              <a:gd name="connsiteY4" fmla="*/ 6857998 h 6857998"/>
              <a:gd name="connsiteX5" fmla="*/ 4059488 w 5753100"/>
              <a:gd name="connsiteY5" fmla="*/ 6857998 h 6857998"/>
              <a:gd name="connsiteX6" fmla="*/ 3947432 w 5753100"/>
              <a:gd name="connsiteY6" fmla="*/ 6857998 h 6857998"/>
              <a:gd name="connsiteX7" fmla="*/ 0 w 5753100"/>
              <a:gd name="connsiteY7" fmla="*/ 6857998 h 6857998"/>
              <a:gd name="connsiteX8" fmla="*/ 0 w 5753100"/>
              <a:gd name="connsiteY8" fmla="*/ 6857997 h 6857998"/>
              <a:gd name="connsiteX9" fmla="*/ 2300860 w 5753100"/>
              <a:gd name="connsiteY9" fmla="*/ 3428999 h 6857998"/>
              <a:gd name="connsiteX10" fmla="*/ 0 w 5753100"/>
              <a:gd name="connsiteY10"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53100" h="6857998">
                <a:moveTo>
                  <a:pt x="0" y="0"/>
                </a:moveTo>
                <a:lnTo>
                  <a:pt x="5753100" y="0"/>
                </a:lnTo>
                <a:lnTo>
                  <a:pt x="5753100" y="6857998"/>
                </a:lnTo>
                <a:lnTo>
                  <a:pt x="4186008" y="6857998"/>
                </a:lnTo>
                <a:lnTo>
                  <a:pt x="4073498" y="6857998"/>
                </a:lnTo>
                <a:lnTo>
                  <a:pt x="4059488" y="6857998"/>
                </a:lnTo>
                <a:lnTo>
                  <a:pt x="3947432" y="6857998"/>
                </a:lnTo>
                <a:lnTo>
                  <a:pt x="0" y="6857998"/>
                </a:lnTo>
                <a:lnTo>
                  <a:pt x="0" y="6857997"/>
                </a:lnTo>
                <a:lnTo>
                  <a:pt x="2300860" y="3428999"/>
                </a:lnTo>
                <a:lnTo>
                  <a:pt x="0" y="1"/>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sp>
        <p:nvSpPr>
          <p:cNvPr id="9" name="Text Placeholder 7">
            <a:extLst>
              <a:ext uri="{FF2B5EF4-FFF2-40B4-BE49-F238E27FC236}">
                <a16:creationId xmlns:a16="http://schemas.microsoft.com/office/drawing/2014/main" id="{A294DF71-363D-DF08-3AE2-2B6CFB9E7A4F}"/>
              </a:ext>
            </a:extLst>
          </p:cNvPr>
          <p:cNvSpPr>
            <a:spLocks noGrp="1"/>
          </p:cNvSpPr>
          <p:nvPr>
            <p:ph type="body" sz="quarter" idx="17" hasCustomPrompt="1"/>
          </p:nvPr>
        </p:nvSpPr>
        <p:spPr>
          <a:xfrm>
            <a:off x="479999" y="3528000"/>
            <a:ext cx="5616000" cy="288000"/>
          </a:xfrm>
        </p:spPr>
        <p:txBody>
          <a:bodyPr>
            <a:noAutofit/>
          </a:bodyPr>
          <a:lstStyle>
            <a:lvl1pPr>
              <a:spcBef>
                <a:spcPts val="0"/>
              </a:spcBef>
              <a:defRPr sz="1600" b="1"/>
            </a:lvl1pPr>
          </a:lstStyle>
          <a:p>
            <a:pPr lvl="0"/>
            <a:r>
              <a:rPr lang="en-US"/>
              <a:t>[Presenter name]</a:t>
            </a:r>
          </a:p>
        </p:txBody>
      </p:sp>
      <p:sp>
        <p:nvSpPr>
          <p:cNvPr id="10" name="Text Placeholder 7">
            <a:extLst>
              <a:ext uri="{FF2B5EF4-FFF2-40B4-BE49-F238E27FC236}">
                <a16:creationId xmlns:a16="http://schemas.microsoft.com/office/drawing/2014/main" id="{F2471D44-7B4A-FF5C-8429-F5D1BD0269FE}"/>
              </a:ext>
            </a:extLst>
          </p:cNvPr>
          <p:cNvSpPr>
            <a:spLocks noGrp="1"/>
          </p:cNvSpPr>
          <p:nvPr>
            <p:ph type="body" sz="quarter" idx="13" hasCustomPrompt="1"/>
          </p:nvPr>
        </p:nvSpPr>
        <p:spPr>
          <a:xfrm>
            <a:off x="479999" y="3816000"/>
            <a:ext cx="5616000" cy="252000"/>
          </a:xfrm>
        </p:spPr>
        <p:txBody>
          <a:bodyPr>
            <a:noAutofit/>
          </a:bodyPr>
          <a:lstStyle>
            <a:lvl1pPr>
              <a:spcBef>
                <a:spcPts val="0"/>
              </a:spcBef>
              <a:defRPr sz="1600"/>
            </a:lvl1pPr>
          </a:lstStyle>
          <a:p>
            <a:pPr lvl="0"/>
            <a:r>
              <a:rPr lang="en-US"/>
              <a:t>[Month date year]</a:t>
            </a:r>
          </a:p>
        </p:txBody>
      </p:sp>
      <p:sp>
        <p:nvSpPr>
          <p:cNvPr id="11" name="Text Placeholder 7">
            <a:extLst>
              <a:ext uri="{FF2B5EF4-FFF2-40B4-BE49-F238E27FC236}">
                <a16:creationId xmlns:a16="http://schemas.microsoft.com/office/drawing/2014/main" id="{CB075F6E-F3D2-779E-9FF0-22017CB7762D}"/>
              </a:ext>
            </a:extLst>
          </p:cNvPr>
          <p:cNvSpPr>
            <a:spLocks noGrp="1"/>
          </p:cNvSpPr>
          <p:nvPr>
            <p:ph type="body" sz="quarter" idx="18" hasCustomPrompt="1"/>
          </p:nvPr>
        </p:nvSpPr>
        <p:spPr>
          <a:xfrm>
            <a:off x="480000" y="5687840"/>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a:t>[Audience indicator]</a:t>
            </a:r>
          </a:p>
        </p:txBody>
      </p:sp>
      <p:sp>
        <p:nvSpPr>
          <p:cNvPr id="5" name="Disclaimer">
            <a:extLst>
              <a:ext uri="{FF2B5EF4-FFF2-40B4-BE49-F238E27FC236}">
                <a16:creationId xmlns:a16="http://schemas.microsoft.com/office/drawing/2014/main" id="{E7D9A33F-CE2F-611D-0565-DDD871D7C7B1}"/>
              </a:ext>
            </a:extLst>
          </p:cNvPr>
          <p:cNvSpPr>
            <a:spLocks noGrp="1"/>
          </p:cNvSpPr>
          <p:nvPr>
            <p:ph type="body" sz="quarter" idx="14" hasCustomPrompt="1"/>
          </p:nvPr>
        </p:nvSpPr>
        <p:spPr>
          <a:xfrm>
            <a:off x="479999" y="6078150"/>
            <a:ext cx="5616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disclaimer [this field will not be displayed when it is not filled in]</a:t>
            </a:r>
          </a:p>
        </p:txBody>
      </p:sp>
      <p:pic>
        <p:nvPicPr>
          <p:cNvPr id="8" name="Logo">
            <a:extLst>
              <a:ext uri="{FF2B5EF4-FFF2-40B4-BE49-F238E27FC236}">
                <a16:creationId xmlns:a16="http://schemas.microsoft.com/office/drawing/2014/main" id="{4BF8BE42-C84D-CF50-18BD-DF77F2A1B8F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932645067"/>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84306365"/>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A4799F-9603-C7F5-FC7C-3B147396CD2A}"/>
              </a:ext>
            </a:extLst>
          </p:cNvPr>
          <p:cNvSpPr>
            <a:spLocks noGrp="1"/>
          </p:cNvSpPr>
          <p:nvPr>
            <p:ph type="title"/>
          </p:nvPr>
        </p:nvSpPr>
        <p:spPr/>
        <p:txBody>
          <a:bodyPr/>
          <a:lstStyle/>
          <a:p>
            <a:r>
              <a:rPr lang="en-US"/>
              <a:t>Click to edit Master title style</a:t>
            </a:r>
          </a:p>
        </p:txBody>
      </p:sp>
      <p:sp>
        <p:nvSpPr>
          <p:cNvPr id="9" name="Subtitle 2">
            <a:extLst>
              <a:ext uri="{FF2B5EF4-FFF2-40B4-BE49-F238E27FC236}">
                <a16:creationId xmlns:a16="http://schemas.microsoft.com/office/drawing/2014/main" id="{B1DC5A23-6973-07D0-BF89-D1918D14F882}"/>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773000"/>
            <a:ext cx="11232000" cy="4319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00C6F27-CA37-5CD7-43D5-6EF8C6AFBF5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E41F25AE-0F93-7DC7-2213-F7CDE74EABDE}"/>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2135089"/>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Agenda A1">
    <p:bg>
      <p:bgPr>
        <a:solidFill>
          <a:srgbClr val="4CD300"/>
        </a:solidFill>
        <a:effectLst/>
      </p:bgPr>
    </p:bg>
    <p:spTree>
      <p:nvGrpSpPr>
        <p:cNvPr id="1" name=""/>
        <p:cNvGrpSpPr/>
        <p:nvPr/>
      </p:nvGrpSpPr>
      <p:grpSpPr>
        <a:xfrm>
          <a:off x="0" y="0"/>
          <a:ext cx="0" cy="0"/>
          <a:chOff x="0" y="0"/>
          <a:chExt cx="0" cy="0"/>
        </a:xfrm>
      </p:grpSpPr>
      <p:graphicFrame>
        <p:nvGraphicFramePr>
          <p:cNvPr id="107" name="think-cell data - do not delete" hidden="1">
            <a:extLst>
              <a:ext uri="{FF2B5EF4-FFF2-40B4-BE49-F238E27FC236}">
                <a16:creationId xmlns:a16="http://schemas.microsoft.com/office/drawing/2014/main" id="{E344D579-EFFA-CB08-7550-795A1D5F11AE}"/>
              </a:ext>
            </a:extLst>
          </p:cNvPr>
          <p:cNvGraphicFramePr>
            <a:graphicFrameLocks noChangeAspect="1"/>
          </p:cNvGraphicFramePr>
          <p:nvPr userDrawn="1">
            <p:custDataLst>
              <p:tags r:id="rId1"/>
            </p:custDataLst>
            <p:extLst>
              <p:ext uri="{D42A27DB-BD31-4B8C-83A1-F6EECF244321}">
                <p14:modId xmlns:p14="http://schemas.microsoft.com/office/powerpoint/2010/main" val="1443198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07" name="think-cell data - do not delete" hidden="1">
                        <a:extLst>
                          <a:ext uri="{FF2B5EF4-FFF2-40B4-BE49-F238E27FC236}">
                            <a16:creationId xmlns:a16="http://schemas.microsoft.com/office/drawing/2014/main" id="{E344D579-EFFA-CB08-7550-795A1D5F11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Shape">
            <a:extLst>
              <a:ext uri="{FF2B5EF4-FFF2-40B4-BE49-F238E27FC236}">
                <a16:creationId xmlns:a16="http://schemas.microsoft.com/office/drawing/2014/main" id="{2105BD05-E1D8-4F7C-5D84-6656B92AD606}"/>
              </a:ext>
              <a:ext uri="{C183D7F6-B498-43B3-948B-1728B52AA6E4}">
                <adec:decorative xmlns:adec="http://schemas.microsoft.com/office/drawing/2017/decorative" val="1"/>
              </a:ext>
            </a:extLst>
          </p:cNvPr>
          <p:cNvSpPr/>
          <p:nvPr userDrawn="1"/>
        </p:nvSpPr>
        <p:spPr>
          <a:xfrm>
            <a:off x="2926050" y="0"/>
            <a:ext cx="9265951" cy="6858000"/>
          </a:xfrm>
          <a:custGeom>
            <a:avLst/>
            <a:gdLst>
              <a:gd name="connsiteX0" fmla="*/ 0 w 9265951"/>
              <a:gd name="connsiteY0" fmla="*/ 0 h 6858000"/>
              <a:gd name="connsiteX1" fmla="*/ 9265951 w 9265951"/>
              <a:gd name="connsiteY1" fmla="*/ 0 h 6858000"/>
              <a:gd name="connsiteX2" fmla="*/ 9265951 w 9265951"/>
              <a:gd name="connsiteY2" fmla="*/ 6858000 h 6858000"/>
              <a:gd name="connsiteX3" fmla="*/ 0 w 9265951"/>
              <a:gd name="connsiteY3" fmla="*/ 6858000 h 6858000"/>
              <a:gd name="connsiteX4" fmla="*/ 2008745 w 9265951"/>
              <a:gd name="connsiteY4" fmla="*/ 4849258 h 6858000"/>
              <a:gd name="connsiteX5" fmla="*/ 2008745 w 9265951"/>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5951" h="6858000">
                <a:moveTo>
                  <a:pt x="0" y="0"/>
                </a:moveTo>
                <a:lnTo>
                  <a:pt x="9265951" y="0"/>
                </a:lnTo>
                <a:lnTo>
                  <a:pt x="9265951" y="6858000"/>
                </a:lnTo>
                <a:lnTo>
                  <a:pt x="0" y="6858000"/>
                </a:lnTo>
                <a:lnTo>
                  <a:pt x="2008745" y="4849258"/>
                </a:lnTo>
                <a:lnTo>
                  <a:pt x="2008745"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Shape">
            <a:extLst>
              <a:ext uri="{FF2B5EF4-FFF2-40B4-BE49-F238E27FC236}">
                <a16:creationId xmlns:a16="http://schemas.microsoft.com/office/drawing/2014/main" id="{69730063-4D1C-29DA-1DA8-7B49303CF7A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7290BFB2-423F-59A3-D617-C8CE6299A77B}"/>
              </a:ext>
            </a:extLst>
          </p:cNvPr>
          <p:cNvSpPr>
            <a:spLocks noGrp="1"/>
          </p:cNvSpPr>
          <p:nvPr>
            <p:ph type="title" hasCustomPrompt="1"/>
          </p:nvPr>
        </p:nvSpPr>
        <p:spPr>
          <a:xfrm>
            <a:off x="480000" y="1989000"/>
            <a:ext cx="396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547EBA7-0F9D-B1D0-FAC4-D0B08441E771}"/>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8" name="Text Placeholder 21">
            <a:extLst>
              <a:ext uri="{FF2B5EF4-FFF2-40B4-BE49-F238E27FC236}">
                <a16:creationId xmlns:a16="http://schemas.microsoft.com/office/drawing/2014/main" id="{936E5692-013B-1533-67BD-251533B391F9}"/>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0247BDE-6AE3-F86E-C533-0DF50E7E24BE}"/>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1" name="Text Placeholder 21">
            <a:extLst>
              <a:ext uri="{FF2B5EF4-FFF2-40B4-BE49-F238E27FC236}">
                <a16:creationId xmlns:a16="http://schemas.microsoft.com/office/drawing/2014/main" id="{DB92ECD0-57CC-096B-AB77-7489FD4D3EEB}"/>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2" name="Text Placeholder 19">
            <a:extLst>
              <a:ext uri="{FF2B5EF4-FFF2-40B4-BE49-F238E27FC236}">
                <a16:creationId xmlns:a16="http://schemas.microsoft.com/office/drawing/2014/main" id="{F7FF78BA-26F9-DC27-1117-95F73AD1C9C1}"/>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3" name="Text Placeholder 21">
            <a:extLst>
              <a:ext uri="{FF2B5EF4-FFF2-40B4-BE49-F238E27FC236}">
                <a16:creationId xmlns:a16="http://schemas.microsoft.com/office/drawing/2014/main" id="{9943FFEF-73AC-2E14-88FD-B7A5C3DCC9F7}"/>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4" name="Text Placeholder 19">
            <a:extLst>
              <a:ext uri="{FF2B5EF4-FFF2-40B4-BE49-F238E27FC236}">
                <a16:creationId xmlns:a16="http://schemas.microsoft.com/office/drawing/2014/main" id="{5E7B4412-1997-B2F4-2CE6-23D58C87853F}"/>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5" name="Text Placeholder 21">
            <a:extLst>
              <a:ext uri="{FF2B5EF4-FFF2-40B4-BE49-F238E27FC236}">
                <a16:creationId xmlns:a16="http://schemas.microsoft.com/office/drawing/2014/main" id="{ABE22D9F-E579-CFEA-ED2C-5C47A536ACE4}"/>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6" name="Text Placeholder 19">
            <a:extLst>
              <a:ext uri="{FF2B5EF4-FFF2-40B4-BE49-F238E27FC236}">
                <a16:creationId xmlns:a16="http://schemas.microsoft.com/office/drawing/2014/main" id="{730B9C9D-9968-B0B7-62C2-A751106E65B7}"/>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7" name="Text Placeholder 21">
            <a:extLst>
              <a:ext uri="{FF2B5EF4-FFF2-40B4-BE49-F238E27FC236}">
                <a16:creationId xmlns:a16="http://schemas.microsoft.com/office/drawing/2014/main" id="{176C385E-FED2-D58A-98EA-0E179CAA44D0}"/>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8" name="Text Placeholder 19">
            <a:extLst>
              <a:ext uri="{FF2B5EF4-FFF2-40B4-BE49-F238E27FC236}">
                <a16:creationId xmlns:a16="http://schemas.microsoft.com/office/drawing/2014/main" id="{9D3C9BA7-D056-C0C1-0109-2ED42FED2D97}"/>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19" name="Text Placeholder 21">
            <a:extLst>
              <a:ext uri="{FF2B5EF4-FFF2-40B4-BE49-F238E27FC236}">
                <a16:creationId xmlns:a16="http://schemas.microsoft.com/office/drawing/2014/main" id="{BA732A09-FA5A-E632-A5FA-33D465574126}"/>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1" name="Text Placeholder 19">
            <a:extLst>
              <a:ext uri="{FF2B5EF4-FFF2-40B4-BE49-F238E27FC236}">
                <a16:creationId xmlns:a16="http://schemas.microsoft.com/office/drawing/2014/main" id="{87CE19CF-53A1-ADDB-5196-555034F9E766}"/>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3" name="Text Placeholder 21">
            <a:extLst>
              <a:ext uri="{FF2B5EF4-FFF2-40B4-BE49-F238E27FC236}">
                <a16:creationId xmlns:a16="http://schemas.microsoft.com/office/drawing/2014/main" id="{CBB4B3D0-586F-A2CE-8546-F559D89AA178}"/>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4" name="Text Placeholder 19">
            <a:extLst>
              <a:ext uri="{FF2B5EF4-FFF2-40B4-BE49-F238E27FC236}">
                <a16:creationId xmlns:a16="http://schemas.microsoft.com/office/drawing/2014/main" id="{39E49226-C251-4B90-3395-51FA39BAFFF3}"/>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5" name="Text Placeholder 21">
            <a:extLst>
              <a:ext uri="{FF2B5EF4-FFF2-40B4-BE49-F238E27FC236}">
                <a16:creationId xmlns:a16="http://schemas.microsoft.com/office/drawing/2014/main" id="{9F5C05DF-687D-754D-4686-DF753BF554B0}"/>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6" name="Text Placeholder 19">
            <a:extLst>
              <a:ext uri="{FF2B5EF4-FFF2-40B4-BE49-F238E27FC236}">
                <a16:creationId xmlns:a16="http://schemas.microsoft.com/office/drawing/2014/main" id="{D647973D-D207-77A9-E746-0C8D3380C63B}"/>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7" name="Text Placeholder 21">
            <a:extLst>
              <a:ext uri="{FF2B5EF4-FFF2-40B4-BE49-F238E27FC236}">
                <a16:creationId xmlns:a16="http://schemas.microsoft.com/office/drawing/2014/main" id="{7F2244D1-8F86-50FC-75D8-2A75F7C3E421}"/>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B82CF0E8-FBB6-0B99-6DF2-88D48B547300}"/>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7" name="Logo">
            <a:extLst>
              <a:ext uri="{FF2B5EF4-FFF2-40B4-BE49-F238E27FC236}">
                <a16:creationId xmlns:a16="http://schemas.microsoft.com/office/drawing/2014/main" id="{64493CAB-69B0-895D-778C-EF1424AAE54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182726331"/>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Agenda A2">
    <p:bg>
      <p:bgPr>
        <a:solidFill>
          <a:srgbClr val="1D2550"/>
        </a:solidFill>
        <a:effectLst/>
      </p:bgPr>
    </p:bg>
    <p:spTree>
      <p:nvGrpSpPr>
        <p:cNvPr id="1" name=""/>
        <p:cNvGrpSpPr/>
        <p:nvPr/>
      </p:nvGrpSpPr>
      <p:grpSpPr>
        <a:xfrm>
          <a:off x="0" y="0"/>
          <a:ext cx="0" cy="0"/>
          <a:chOff x="0" y="0"/>
          <a:chExt cx="0" cy="0"/>
        </a:xfrm>
      </p:grpSpPr>
      <p:pic>
        <p:nvPicPr>
          <p:cNvPr id="4" name="Logo">
            <a:extLst>
              <a:ext uri="{FF2B5EF4-FFF2-40B4-BE49-F238E27FC236}">
                <a16:creationId xmlns:a16="http://schemas.microsoft.com/office/drawing/2014/main" id="{E2B6C0D4-694D-67F4-FE12-ABCC9974F9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9" r="9"/>
          <a:stretch/>
        </p:blipFill>
        <p:spPr>
          <a:xfrm>
            <a:off x="-37499" y="6157011"/>
            <a:ext cx="2367418" cy="817868"/>
          </a:xfrm>
          <a:prstGeom prst="rect">
            <a:avLst/>
          </a:prstGeom>
        </p:spPr>
      </p:pic>
      <p:graphicFrame>
        <p:nvGraphicFramePr>
          <p:cNvPr id="20" name="think-cell data - do not delete" hidden="1">
            <a:extLst>
              <a:ext uri="{FF2B5EF4-FFF2-40B4-BE49-F238E27FC236}">
                <a16:creationId xmlns:a16="http://schemas.microsoft.com/office/drawing/2014/main" id="{AA3EB579-731D-0E8D-FF53-824F97358E7F}"/>
              </a:ext>
            </a:extLst>
          </p:cNvPr>
          <p:cNvGraphicFramePr>
            <a:graphicFrameLocks noChangeAspect="1"/>
          </p:cNvGraphicFramePr>
          <p:nvPr userDrawn="1">
            <p:custDataLst>
              <p:tags r:id="rId1"/>
            </p:custDataLst>
            <p:extLst>
              <p:ext uri="{D42A27DB-BD31-4B8C-83A1-F6EECF244321}">
                <p14:modId xmlns:p14="http://schemas.microsoft.com/office/powerpoint/2010/main" val="4942473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06" imgH="306" progId="TCLayout.ActiveDocument.1">
                  <p:embed/>
                </p:oleObj>
              </mc:Choice>
              <mc:Fallback>
                <p:oleObj name="think-cell Slide" r:id="rId5" imgW="306" imgH="306" progId="TCLayout.ActiveDocument.1">
                  <p:embed/>
                  <p:pic>
                    <p:nvPicPr>
                      <p:cNvPr id="20" name="think-cell data - do not delete" hidden="1">
                        <a:extLst>
                          <a:ext uri="{FF2B5EF4-FFF2-40B4-BE49-F238E27FC236}">
                            <a16:creationId xmlns:a16="http://schemas.microsoft.com/office/drawing/2014/main" id="{AA3EB579-731D-0E8D-FF53-824F97358E7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hape">
            <a:extLst>
              <a:ext uri="{FF2B5EF4-FFF2-40B4-BE49-F238E27FC236}">
                <a16:creationId xmlns:a16="http://schemas.microsoft.com/office/drawing/2014/main" id="{3722AD90-5929-7E7B-0CC7-AC1EC53991E5}"/>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192D28ED-2411-A6E4-F557-B138442359C9}"/>
              </a:ext>
            </a:extLst>
          </p:cNvPr>
          <p:cNvSpPr>
            <a:spLocks noGrp="1"/>
          </p:cNvSpPr>
          <p:nvPr>
            <p:ph type="title" hasCustomPrompt="1"/>
          </p:nvPr>
        </p:nvSpPr>
        <p:spPr>
          <a:xfrm>
            <a:off x="478800" y="19890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FE467D07-74E8-B9A8-0477-E1750E727387}"/>
              </a:ext>
            </a:extLst>
          </p:cNvPr>
          <p:cNvSpPr>
            <a:spLocks noGrp="1"/>
          </p:cNvSpPr>
          <p:nvPr>
            <p:ph type="body" sz="quarter" idx="13" hasCustomPrompt="1"/>
          </p:nvPr>
        </p:nvSpPr>
        <p:spPr>
          <a:xfrm>
            <a:off x="5364000" y="684000"/>
            <a:ext cx="1800000" cy="612000"/>
          </a:xfrm>
        </p:spPr>
        <p:txBody>
          <a:bodyPr>
            <a:noAutofit/>
          </a:bodyPr>
          <a:lstStyle>
            <a:lvl1pPr>
              <a:spcBef>
                <a:spcPts val="0"/>
              </a:spcBef>
              <a:defRPr sz="4000" b="0">
                <a:latin typeface="+mj-lt"/>
              </a:defRPr>
            </a:lvl1pPr>
          </a:lstStyle>
          <a:p>
            <a:pPr lvl="0"/>
            <a:r>
              <a:rPr lang="en-US"/>
              <a:t>Nr.</a:t>
            </a:r>
          </a:p>
        </p:txBody>
      </p:sp>
      <p:sp>
        <p:nvSpPr>
          <p:cNvPr id="10" name="Text Placeholder 21">
            <a:extLst>
              <a:ext uri="{FF2B5EF4-FFF2-40B4-BE49-F238E27FC236}">
                <a16:creationId xmlns:a16="http://schemas.microsoft.com/office/drawing/2014/main" id="{D99EB841-632F-40BD-250E-7B9A671D4C96}"/>
              </a:ext>
            </a:extLst>
          </p:cNvPr>
          <p:cNvSpPr>
            <a:spLocks noGrp="1"/>
          </p:cNvSpPr>
          <p:nvPr>
            <p:ph type="body" sz="quarter" idx="14" hasCustomPrompt="1"/>
          </p:nvPr>
        </p:nvSpPr>
        <p:spPr>
          <a:xfrm>
            <a:off x="5364000" y="1296000"/>
            <a:ext cx="1800000" cy="972000"/>
          </a:xfrm>
        </p:spPr>
        <p:txBody>
          <a:bodyPr/>
          <a:lstStyle>
            <a:lvl1pPr>
              <a:defRPr/>
            </a:lvl1pPr>
          </a:lstStyle>
          <a:p>
            <a:pPr lvl="0"/>
            <a:r>
              <a:rPr lang="en-US"/>
              <a:t>Agenda topic</a:t>
            </a:r>
          </a:p>
        </p:txBody>
      </p:sp>
      <p:sp>
        <p:nvSpPr>
          <p:cNvPr id="11" name="Text Placeholder 19">
            <a:extLst>
              <a:ext uri="{FF2B5EF4-FFF2-40B4-BE49-F238E27FC236}">
                <a16:creationId xmlns:a16="http://schemas.microsoft.com/office/drawing/2014/main" id="{056205AA-6953-B29E-6950-CA25195B0D61}"/>
              </a:ext>
            </a:extLst>
          </p:cNvPr>
          <p:cNvSpPr>
            <a:spLocks noGrp="1"/>
          </p:cNvSpPr>
          <p:nvPr>
            <p:ph type="body" sz="quarter" idx="15" hasCustomPrompt="1"/>
          </p:nvPr>
        </p:nvSpPr>
        <p:spPr>
          <a:xfrm>
            <a:off x="5364000" y="2592000"/>
            <a:ext cx="1800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AF6097EE-E432-E4AB-9829-B341D6DB7D65}"/>
              </a:ext>
            </a:extLst>
          </p:cNvPr>
          <p:cNvSpPr>
            <a:spLocks noGrp="1"/>
          </p:cNvSpPr>
          <p:nvPr>
            <p:ph type="body" sz="quarter" idx="16" hasCustomPrompt="1"/>
          </p:nvPr>
        </p:nvSpPr>
        <p:spPr>
          <a:xfrm>
            <a:off x="5364000" y="3204000"/>
            <a:ext cx="1800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D3C25B2-659D-AB1F-58BE-B325185B8867}"/>
              </a:ext>
            </a:extLst>
          </p:cNvPr>
          <p:cNvSpPr>
            <a:spLocks noGrp="1"/>
          </p:cNvSpPr>
          <p:nvPr>
            <p:ph type="body" sz="quarter" idx="17" hasCustomPrompt="1"/>
          </p:nvPr>
        </p:nvSpPr>
        <p:spPr>
          <a:xfrm>
            <a:off x="5364000" y="4500000"/>
            <a:ext cx="1800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A0DBB53F-6A37-9C7C-313F-67D8CD9F22E4}"/>
              </a:ext>
            </a:extLst>
          </p:cNvPr>
          <p:cNvSpPr>
            <a:spLocks noGrp="1"/>
          </p:cNvSpPr>
          <p:nvPr>
            <p:ph type="body" sz="quarter" idx="18" hasCustomPrompt="1"/>
          </p:nvPr>
        </p:nvSpPr>
        <p:spPr>
          <a:xfrm>
            <a:off x="5364000" y="5112000"/>
            <a:ext cx="1800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4BEC7A50-95DD-F7DD-BC77-82B03E616106}"/>
              </a:ext>
            </a:extLst>
          </p:cNvPr>
          <p:cNvSpPr>
            <a:spLocks noGrp="1"/>
          </p:cNvSpPr>
          <p:nvPr>
            <p:ph type="body" sz="quarter" idx="19" hasCustomPrompt="1"/>
          </p:nvPr>
        </p:nvSpPr>
        <p:spPr>
          <a:xfrm>
            <a:off x="7596000" y="684000"/>
            <a:ext cx="1800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D3E5C7D-9C76-54D7-A448-0C0FEB10CDA3}"/>
              </a:ext>
            </a:extLst>
          </p:cNvPr>
          <p:cNvSpPr>
            <a:spLocks noGrp="1"/>
          </p:cNvSpPr>
          <p:nvPr>
            <p:ph type="body" sz="quarter" idx="20" hasCustomPrompt="1"/>
          </p:nvPr>
        </p:nvSpPr>
        <p:spPr>
          <a:xfrm>
            <a:off x="7596000" y="1296000"/>
            <a:ext cx="1800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20A6223F-25F4-BDA2-14B5-2956A8B8D68E}"/>
              </a:ext>
            </a:extLst>
          </p:cNvPr>
          <p:cNvSpPr>
            <a:spLocks noGrp="1"/>
          </p:cNvSpPr>
          <p:nvPr>
            <p:ph type="body" sz="quarter" idx="21" hasCustomPrompt="1"/>
          </p:nvPr>
        </p:nvSpPr>
        <p:spPr>
          <a:xfrm>
            <a:off x="7596000" y="2592000"/>
            <a:ext cx="1800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322E9951-078D-BE93-E86E-265A6CCFC2DA}"/>
              </a:ext>
            </a:extLst>
          </p:cNvPr>
          <p:cNvSpPr>
            <a:spLocks noGrp="1"/>
          </p:cNvSpPr>
          <p:nvPr>
            <p:ph type="body" sz="quarter" idx="22" hasCustomPrompt="1"/>
          </p:nvPr>
        </p:nvSpPr>
        <p:spPr>
          <a:xfrm>
            <a:off x="7596000" y="3204000"/>
            <a:ext cx="1800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A314A35E-C7DD-F257-321D-CD1A8A36992B}"/>
              </a:ext>
            </a:extLst>
          </p:cNvPr>
          <p:cNvSpPr>
            <a:spLocks noGrp="1"/>
          </p:cNvSpPr>
          <p:nvPr>
            <p:ph type="body" sz="quarter" idx="23" hasCustomPrompt="1"/>
          </p:nvPr>
        </p:nvSpPr>
        <p:spPr>
          <a:xfrm>
            <a:off x="7596000" y="4500000"/>
            <a:ext cx="1800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F39A3C41-70F1-C212-AC04-6182DB0FB6D1}"/>
              </a:ext>
            </a:extLst>
          </p:cNvPr>
          <p:cNvSpPr>
            <a:spLocks noGrp="1"/>
          </p:cNvSpPr>
          <p:nvPr>
            <p:ph type="body" sz="quarter" idx="24" hasCustomPrompt="1"/>
          </p:nvPr>
        </p:nvSpPr>
        <p:spPr>
          <a:xfrm>
            <a:off x="7596000" y="5112000"/>
            <a:ext cx="1800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276BACCB-F384-EB58-454B-82CC0FDABE2A}"/>
              </a:ext>
            </a:extLst>
          </p:cNvPr>
          <p:cNvSpPr>
            <a:spLocks noGrp="1"/>
          </p:cNvSpPr>
          <p:nvPr>
            <p:ph type="body" sz="quarter" idx="25" hasCustomPrompt="1"/>
          </p:nvPr>
        </p:nvSpPr>
        <p:spPr>
          <a:xfrm>
            <a:off x="9828000" y="684000"/>
            <a:ext cx="1800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7FC3984-AE98-2006-C5CF-F58544D33D53}"/>
              </a:ext>
            </a:extLst>
          </p:cNvPr>
          <p:cNvSpPr>
            <a:spLocks noGrp="1"/>
          </p:cNvSpPr>
          <p:nvPr>
            <p:ph type="body" sz="quarter" idx="26" hasCustomPrompt="1"/>
          </p:nvPr>
        </p:nvSpPr>
        <p:spPr>
          <a:xfrm>
            <a:off x="9828000" y="1296000"/>
            <a:ext cx="1800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772C55DD-418B-98EF-BFCB-89FEC0E509E1}"/>
              </a:ext>
            </a:extLst>
          </p:cNvPr>
          <p:cNvSpPr>
            <a:spLocks noGrp="1"/>
          </p:cNvSpPr>
          <p:nvPr>
            <p:ph type="body" sz="quarter" idx="27" hasCustomPrompt="1"/>
          </p:nvPr>
        </p:nvSpPr>
        <p:spPr>
          <a:xfrm>
            <a:off x="9828000" y="2592000"/>
            <a:ext cx="1800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1EE8EE22-190C-65DB-599C-B57B87879D64}"/>
              </a:ext>
            </a:extLst>
          </p:cNvPr>
          <p:cNvSpPr>
            <a:spLocks noGrp="1"/>
          </p:cNvSpPr>
          <p:nvPr>
            <p:ph type="body" sz="quarter" idx="28" hasCustomPrompt="1"/>
          </p:nvPr>
        </p:nvSpPr>
        <p:spPr>
          <a:xfrm>
            <a:off x="9828000" y="3204000"/>
            <a:ext cx="1800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8B4A61A5-F13B-2DBD-E236-79D7F071E59F}"/>
              </a:ext>
            </a:extLst>
          </p:cNvPr>
          <p:cNvSpPr>
            <a:spLocks noGrp="1"/>
          </p:cNvSpPr>
          <p:nvPr>
            <p:ph type="body" sz="quarter" idx="29" hasCustomPrompt="1"/>
          </p:nvPr>
        </p:nvSpPr>
        <p:spPr>
          <a:xfrm>
            <a:off x="9828000" y="4500000"/>
            <a:ext cx="1800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7B47E442-4E71-C12D-E01C-8C57087C0570}"/>
              </a:ext>
            </a:extLst>
          </p:cNvPr>
          <p:cNvSpPr>
            <a:spLocks noGrp="1"/>
          </p:cNvSpPr>
          <p:nvPr>
            <p:ph type="body" sz="quarter" idx="30" hasCustomPrompt="1"/>
          </p:nvPr>
        </p:nvSpPr>
        <p:spPr>
          <a:xfrm>
            <a:off x="9828000" y="5112000"/>
            <a:ext cx="1800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36FAE014-332E-C939-C32D-7C95AA6B3B5A}"/>
              </a:ext>
            </a:extLst>
          </p:cNvPr>
          <p:cNvSpPr>
            <a:spLocks noGrp="1"/>
          </p:cNvSpPr>
          <p:nvPr>
            <p:ph type="sldNum" sz="quarter" idx="31"/>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18550952"/>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Agenda A3">
    <p:bg>
      <p:bgPr>
        <a:solidFill>
          <a:srgbClr val="4CD300"/>
        </a:soli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990E3632-6A23-F2B2-40A1-77E0AC15CBFD}"/>
              </a:ext>
            </a:extLst>
          </p:cNvPr>
          <p:cNvGraphicFramePr>
            <a:graphicFrameLocks noChangeAspect="1"/>
          </p:cNvGraphicFramePr>
          <p:nvPr userDrawn="1">
            <p:custDataLst>
              <p:tags r:id="rId1"/>
            </p:custDataLst>
            <p:extLst>
              <p:ext uri="{D42A27DB-BD31-4B8C-83A1-F6EECF244321}">
                <p14:modId xmlns:p14="http://schemas.microsoft.com/office/powerpoint/2010/main" val="1551112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22" name="think-cell data - do not delete" hidden="1">
                        <a:extLst>
                          <a:ext uri="{FF2B5EF4-FFF2-40B4-BE49-F238E27FC236}">
                            <a16:creationId xmlns:a16="http://schemas.microsoft.com/office/drawing/2014/main" id="{990E3632-6A23-F2B2-40A1-77E0AC15CB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EFC98BF4-B2D7-702F-B149-DC7C03813FCC}"/>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D8CD2B39-5218-7990-DBEF-2281CF56D406}"/>
              </a:ext>
            </a:extLst>
          </p:cNvPr>
          <p:cNvSpPr>
            <a:spLocks noGrp="1"/>
          </p:cNvSpPr>
          <p:nvPr>
            <p:ph type="title" hasCustomPrompt="1"/>
          </p:nvPr>
        </p:nvSpPr>
        <p:spPr>
          <a:xfrm>
            <a:off x="478800" y="1989000"/>
            <a:ext cx="3960000" cy="2880000"/>
          </a:xfrm>
        </p:spPr>
        <p:txBody>
          <a:bodyPr vert="horz" anchor="ctr" anchorCtr="0"/>
          <a:lstStyle>
            <a:lvl1pPr algn="r">
              <a:defRPr/>
            </a:lvl1pPr>
          </a:lstStyle>
          <a:p>
            <a:r>
              <a:rPr lang="en-US"/>
              <a:t>Click to edit Master title style</a:t>
            </a:r>
          </a:p>
        </p:txBody>
      </p:sp>
      <p:sp>
        <p:nvSpPr>
          <p:cNvPr id="8" name="Text Placeholder 19">
            <a:extLst>
              <a:ext uri="{FF2B5EF4-FFF2-40B4-BE49-F238E27FC236}">
                <a16:creationId xmlns:a16="http://schemas.microsoft.com/office/drawing/2014/main" id="{7D005A4A-0BC0-5A25-2C05-B787F2A47D3C}"/>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1C0955CB-82F6-4404-7276-9115D0C7C9A8}"/>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E3C1736D-95B7-371B-C340-B6BAB7E1DD8B}"/>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AEF7250-D833-1590-FAED-FADCEF4B601F}"/>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5F9217C4-2984-38E2-FA80-AAF50CEA3BD8}"/>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F4410E3C-9C63-5E5E-B146-D171B745095F}"/>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0B06B394-D153-E648-86F1-74EC23C3F030}"/>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72C6DAE0-DD77-0ECE-03E7-117D2C4E503B}"/>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6A9A5D66-51D6-466C-CE2D-B64B842B8B27}"/>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05145816-D5A5-C8C8-F0F8-BC055154CCF3}"/>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E2934F8E-8E6D-4221-CF40-0F3C239E99BC}"/>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2BDF83B0-48EB-45EA-24DA-B6639E1EE3CA}"/>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A875A90D-887E-D017-F0FE-1A726E5D73A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13D25D6-C968-29E4-B78A-D5D9E2722F1D}"/>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313041475"/>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genda A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218586-CFF9-D1B9-A7B1-D06ABC4D3841}"/>
              </a:ext>
            </a:extLst>
          </p:cNvPr>
          <p:cNvGraphicFramePr>
            <a:graphicFrameLocks noChangeAspect="1"/>
          </p:cNvGraphicFramePr>
          <p:nvPr userDrawn="1">
            <p:custDataLst>
              <p:tags r:id="rId1"/>
            </p:custDataLst>
            <p:extLst>
              <p:ext uri="{D42A27DB-BD31-4B8C-83A1-F6EECF244321}">
                <p14:modId xmlns:p14="http://schemas.microsoft.com/office/powerpoint/2010/main" val="1287956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A1218586-CFF9-D1B9-A7B1-D06ABC4D38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hape">
            <a:extLst>
              <a:ext uri="{FF2B5EF4-FFF2-40B4-BE49-F238E27FC236}">
                <a16:creationId xmlns:a16="http://schemas.microsoft.com/office/drawing/2014/main" id="{30D817C6-F486-A385-9A34-67A627CEEB6D}"/>
              </a:ext>
              <a:ext uri="{C183D7F6-B498-43B3-948B-1728B52AA6E4}">
                <adec:decorative xmlns:adec="http://schemas.microsoft.com/office/drawing/2017/decorative" val="1"/>
              </a:ext>
            </a:extLst>
          </p:cNvPr>
          <p:cNvSpPr/>
          <p:nvPr userDrawn="1"/>
        </p:nvSpPr>
        <p:spPr>
          <a:xfrm>
            <a:off x="2181600" y="0"/>
            <a:ext cx="10010401" cy="6858000"/>
          </a:xfrm>
          <a:custGeom>
            <a:avLst/>
            <a:gdLst>
              <a:gd name="connsiteX0" fmla="*/ 0 w 10206564"/>
              <a:gd name="connsiteY0" fmla="*/ 0 h 6858000"/>
              <a:gd name="connsiteX1" fmla="*/ 10206564 w 10206564"/>
              <a:gd name="connsiteY1" fmla="*/ 0 h 6858000"/>
              <a:gd name="connsiteX2" fmla="*/ 10206564 w 10206564"/>
              <a:gd name="connsiteY2" fmla="*/ 6858000 h 6858000"/>
              <a:gd name="connsiteX3" fmla="*/ 0 w 10206564"/>
              <a:gd name="connsiteY3" fmla="*/ 6858000 h 6858000"/>
              <a:gd name="connsiteX4" fmla="*/ 2805637 w 10206564"/>
              <a:gd name="connsiteY4" fmla="*/ 4849258 h 6858000"/>
              <a:gd name="connsiteX5" fmla="*/ 2805637 w 10206564"/>
              <a:gd name="connsiteY5" fmla="*/ 20087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6564" h="6858000">
                <a:moveTo>
                  <a:pt x="0" y="0"/>
                </a:moveTo>
                <a:lnTo>
                  <a:pt x="10206564" y="0"/>
                </a:lnTo>
                <a:lnTo>
                  <a:pt x="10206564" y="6858000"/>
                </a:lnTo>
                <a:lnTo>
                  <a:pt x="0" y="6858000"/>
                </a:lnTo>
                <a:lnTo>
                  <a:pt x="2805637" y="4849258"/>
                </a:lnTo>
                <a:lnTo>
                  <a:pt x="2805637" y="2008742"/>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2B6FC3B0-D36F-1EAC-E756-1040EB21F6A5}"/>
              </a:ext>
            </a:extLst>
          </p:cNvPr>
          <p:cNvSpPr>
            <a:spLocks noGrp="1"/>
          </p:cNvSpPr>
          <p:nvPr>
            <p:ph type="title" hasCustomPrompt="1"/>
          </p:nvPr>
        </p:nvSpPr>
        <p:spPr>
          <a:xfrm>
            <a:off x="478800" y="1990800"/>
            <a:ext cx="3960000" cy="2880000"/>
          </a:xfrm>
        </p:spPr>
        <p:txBody>
          <a:bodyPr vert="horz" anchor="ctr" anchorCtr="0"/>
          <a:lstStyle>
            <a:lvl1pPr algn="r">
              <a:defRPr>
                <a:solidFill>
                  <a:schemeClr val="bg1"/>
                </a:solidFill>
              </a:defRPr>
            </a:lvl1pPr>
          </a:lstStyle>
          <a:p>
            <a:r>
              <a:rPr lang="en-US"/>
              <a:t>Click to edit Master title style</a:t>
            </a:r>
          </a:p>
        </p:txBody>
      </p:sp>
      <p:sp>
        <p:nvSpPr>
          <p:cNvPr id="8" name="Text Placeholder 19">
            <a:extLst>
              <a:ext uri="{FF2B5EF4-FFF2-40B4-BE49-F238E27FC236}">
                <a16:creationId xmlns:a16="http://schemas.microsoft.com/office/drawing/2014/main" id="{21B11C8A-95E4-FA97-3593-EBA151E16C7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9" name="Text Placeholder 21">
            <a:extLst>
              <a:ext uri="{FF2B5EF4-FFF2-40B4-BE49-F238E27FC236}">
                <a16:creationId xmlns:a16="http://schemas.microsoft.com/office/drawing/2014/main" id="{9146D62C-B037-86B2-F031-9D7CB1AE9682}"/>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0" name="Text Placeholder 19">
            <a:extLst>
              <a:ext uri="{FF2B5EF4-FFF2-40B4-BE49-F238E27FC236}">
                <a16:creationId xmlns:a16="http://schemas.microsoft.com/office/drawing/2014/main" id="{76FA0464-8B17-496A-FA4C-57E96C00D2ED}"/>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FF1CCA5E-6795-1E3C-5218-0B3080BC06D7}"/>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DF651931-7D32-AF36-EB33-181A9C5ED445}"/>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E3EBF013-1DF3-6C0C-5595-34FA4DDD2139}"/>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3988DFE-A57F-87ED-75E3-003856244E8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BCAAFFA4-9925-CF4B-EDD6-C21D117C970F}"/>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4E3D30E5-8A57-CDD7-DA25-100B803CA79C}"/>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98896E69-B5C1-DD0C-DEBD-1D6342335331}"/>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64B036E8-0AB2-175D-6923-18F103BC90BD}"/>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656E6B1-C23F-11A3-AAEA-E43A083EE0B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E818F3E3-264A-4C83-A974-080846FB4969}"/>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285580ED-5FC2-2E18-2BA3-F71F88F27C0A}"/>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58922236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Agenda B3">
    <p:bg>
      <p:bgPr>
        <a:solidFill>
          <a:srgbClr val="4CD3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1A0ACED-E331-1403-1DFD-5D1ABE86233A}"/>
              </a:ext>
            </a:extLst>
          </p:cNvPr>
          <p:cNvGraphicFramePr>
            <a:graphicFrameLocks noChangeAspect="1"/>
          </p:cNvGraphicFramePr>
          <p:nvPr userDrawn="1">
            <p:custDataLst>
              <p:tags r:id="rId1"/>
            </p:custDataLst>
            <p:extLst>
              <p:ext uri="{D42A27DB-BD31-4B8C-83A1-F6EECF244321}">
                <p14:modId xmlns:p14="http://schemas.microsoft.com/office/powerpoint/2010/main" val="195963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F1A0ACED-E331-1403-1DFD-5D1ABE8623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0FF496D-74BD-D90E-B686-EB8C1EC6E0BC}"/>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361E5FA9-B762-5539-1BBD-BE891C614EC4}"/>
              </a:ext>
            </a:extLst>
          </p:cNvPr>
          <p:cNvSpPr>
            <a:spLocks noGrp="1"/>
          </p:cNvSpPr>
          <p:nvPr>
            <p:ph type="title" hasCustomPrompt="1"/>
          </p:nvPr>
        </p:nvSpPr>
        <p:spPr>
          <a:xfrm>
            <a:off x="478800" y="1990800"/>
            <a:ext cx="3528000" cy="2880000"/>
          </a:xfrm>
        </p:spPr>
        <p:txBody>
          <a:bodyPr vert="horz" anchor="ctr" anchorCtr="0"/>
          <a:lstStyle>
            <a:lvl1pPr algn="r">
              <a:defRPr/>
            </a:lvl1pPr>
          </a:lstStyle>
          <a:p>
            <a:r>
              <a:rPr lang="en-US"/>
              <a:t>Click to edit Master title style</a:t>
            </a:r>
          </a:p>
        </p:txBody>
      </p:sp>
      <p:sp>
        <p:nvSpPr>
          <p:cNvPr id="9" name="Text Placeholder 19">
            <a:extLst>
              <a:ext uri="{FF2B5EF4-FFF2-40B4-BE49-F238E27FC236}">
                <a16:creationId xmlns:a16="http://schemas.microsoft.com/office/drawing/2014/main" id="{7341C52D-490F-1432-1653-501EF401A026}"/>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0E215712-819F-2D9E-EA72-3DC5951C570E}"/>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B43CAF3E-D765-8A25-4BEC-02C5A1FD850E}"/>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9FD24BAF-68F2-E28B-790E-7D6F0A5F4EA6}"/>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98D4B18B-5FE7-79B1-BD85-0B5E78D303FB}"/>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C86F4F90-3EF8-6E78-2BE0-F933FFE9A021}"/>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F9870F8B-0915-7A65-3BAA-83EE3446E806}"/>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1E30E7F4-CD4D-A152-1D72-1F0D8ABE17B9}"/>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F25BFA45-C130-F0AB-AA11-784D4F62219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1421A988-A0D7-014D-AC35-35B80B0FD92A}"/>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34DE0C-AD30-1996-B4A5-6EE4399CE814}"/>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5D7EF3CF-1F48-BE4F-D625-4D90E45F60A5}"/>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50E28157-5628-6602-C7F1-3D4A648C2CC7}"/>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77AEE46D-B4F2-4107-8A7F-B14B6409319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874685540"/>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Agenda B4">
    <p:bg>
      <p:bgPr>
        <a:solidFill>
          <a:srgbClr val="1D255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D2B15E-6D4C-4809-66C2-430DBD332EF0}"/>
              </a:ext>
            </a:extLst>
          </p:cNvPr>
          <p:cNvGraphicFramePr>
            <a:graphicFrameLocks noChangeAspect="1"/>
          </p:cNvGraphicFramePr>
          <p:nvPr userDrawn="1">
            <p:custDataLst>
              <p:tags r:id="rId1"/>
            </p:custDataLst>
            <p:extLst>
              <p:ext uri="{D42A27DB-BD31-4B8C-83A1-F6EECF244321}">
                <p14:modId xmlns:p14="http://schemas.microsoft.com/office/powerpoint/2010/main" val="711137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90D2B15E-6D4C-4809-66C2-430DBD332E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0D8853-18BA-D989-188F-A49B3D604691}"/>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79F0E98-9B0C-EA2A-F3ED-F272FE5B5399}"/>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651590A3-C7A3-74C1-B3FD-950E6CA36F05}"/>
              </a:ext>
            </a:extLst>
          </p:cNvPr>
          <p:cNvSpPr>
            <a:spLocks noGrp="1"/>
          </p:cNvSpPr>
          <p:nvPr>
            <p:ph type="body" sz="quarter" idx="13" hasCustomPrompt="1"/>
          </p:nvPr>
        </p:nvSpPr>
        <p:spPr>
          <a:xfrm>
            <a:off x="5364000" y="684000"/>
            <a:ext cx="2952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8513A37A-8453-D00A-15A6-DBA4A1C8CC4C}"/>
              </a:ext>
            </a:extLst>
          </p:cNvPr>
          <p:cNvSpPr>
            <a:spLocks noGrp="1"/>
          </p:cNvSpPr>
          <p:nvPr>
            <p:ph type="body" sz="quarter" idx="14" hasCustomPrompt="1"/>
          </p:nvPr>
        </p:nvSpPr>
        <p:spPr>
          <a:xfrm>
            <a:off x="5364000" y="1296000"/>
            <a:ext cx="2952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F824F957-6B5C-9690-8DBB-C58D996C6F78}"/>
              </a:ext>
            </a:extLst>
          </p:cNvPr>
          <p:cNvSpPr>
            <a:spLocks noGrp="1"/>
          </p:cNvSpPr>
          <p:nvPr>
            <p:ph type="body" sz="quarter" idx="15" hasCustomPrompt="1"/>
          </p:nvPr>
        </p:nvSpPr>
        <p:spPr>
          <a:xfrm>
            <a:off x="5364000" y="2592000"/>
            <a:ext cx="2952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B366B9BB-D562-A477-C43B-177914D0DEA3}"/>
              </a:ext>
            </a:extLst>
          </p:cNvPr>
          <p:cNvSpPr>
            <a:spLocks noGrp="1"/>
          </p:cNvSpPr>
          <p:nvPr>
            <p:ph type="body" sz="quarter" idx="16" hasCustomPrompt="1"/>
          </p:nvPr>
        </p:nvSpPr>
        <p:spPr>
          <a:xfrm>
            <a:off x="5364000" y="3204000"/>
            <a:ext cx="2952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585F5E58-1A5B-1AEE-E293-417AAA7C8F36}"/>
              </a:ext>
            </a:extLst>
          </p:cNvPr>
          <p:cNvSpPr>
            <a:spLocks noGrp="1"/>
          </p:cNvSpPr>
          <p:nvPr>
            <p:ph type="body" sz="quarter" idx="17" hasCustomPrompt="1"/>
          </p:nvPr>
        </p:nvSpPr>
        <p:spPr>
          <a:xfrm>
            <a:off x="5364000" y="4500000"/>
            <a:ext cx="2952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27C1F407-D543-D126-18EF-2027DC07FD84}"/>
              </a:ext>
            </a:extLst>
          </p:cNvPr>
          <p:cNvSpPr>
            <a:spLocks noGrp="1"/>
          </p:cNvSpPr>
          <p:nvPr>
            <p:ph type="body" sz="quarter" idx="18" hasCustomPrompt="1"/>
          </p:nvPr>
        </p:nvSpPr>
        <p:spPr>
          <a:xfrm>
            <a:off x="5364000" y="5112000"/>
            <a:ext cx="2952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E4116AAB-8440-E072-B686-6DD310760AAF}"/>
              </a:ext>
            </a:extLst>
          </p:cNvPr>
          <p:cNvSpPr>
            <a:spLocks noGrp="1"/>
          </p:cNvSpPr>
          <p:nvPr>
            <p:ph type="body" sz="quarter" idx="19" hasCustomPrompt="1"/>
          </p:nvPr>
        </p:nvSpPr>
        <p:spPr>
          <a:xfrm>
            <a:off x="8760000" y="684000"/>
            <a:ext cx="2952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D9952F24-3326-2EA9-C9C4-26B26A2EEDB1}"/>
              </a:ext>
            </a:extLst>
          </p:cNvPr>
          <p:cNvSpPr>
            <a:spLocks noGrp="1"/>
          </p:cNvSpPr>
          <p:nvPr>
            <p:ph type="body" sz="quarter" idx="20" hasCustomPrompt="1"/>
          </p:nvPr>
        </p:nvSpPr>
        <p:spPr>
          <a:xfrm>
            <a:off x="8760000" y="1296000"/>
            <a:ext cx="2952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9F97E5EE-1A24-3AA3-981C-8820699CBDED}"/>
              </a:ext>
            </a:extLst>
          </p:cNvPr>
          <p:cNvSpPr>
            <a:spLocks noGrp="1"/>
          </p:cNvSpPr>
          <p:nvPr>
            <p:ph type="body" sz="quarter" idx="21" hasCustomPrompt="1"/>
          </p:nvPr>
        </p:nvSpPr>
        <p:spPr>
          <a:xfrm>
            <a:off x="8760000" y="2592000"/>
            <a:ext cx="2952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E1A3C679-9EC8-21CC-9B66-0779A462BF34}"/>
              </a:ext>
            </a:extLst>
          </p:cNvPr>
          <p:cNvSpPr>
            <a:spLocks noGrp="1"/>
          </p:cNvSpPr>
          <p:nvPr>
            <p:ph type="body" sz="quarter" idx="22" hasCustomPrompt="1"/>
          </p:nvPr>
        </p:nvSpPr>
        <p:spPr>
          <a:xfrm>
            <a:off x="8760000" y="3204000"/>
            <a:ext cx="2952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0F657BF5-19D2-86E7-9EAE-E00A19E14CA8}"/>
              </a:ext>
            </a:extLst>
          </p:cNvPr>
          <p:cNvSpPr>
            <a:spLocks noGrp="1"/>
          </p:cNvSpPr>
          <p:nvPr>
            <p:ph type="body" sz="quarter" idx="23" hasCustomPrompt="1"/>
          </p:nvPr>
        </p:nvSpPr>
        <p:spPr>
          <a:xfrm>
            <a:off x="8760000" y="4500000"/>
            <a:ext cx="2952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FAE78B7F-4E12-C13C-49D5-4C3E404B9011}"/>
              </a:ext>
            </a:extLst>
          </p:cNvPr>
          <p:cNvSpPr>
            <a:spLocks noGrp="1"/>
          </p:cNvSpPr>
          <p:nvPr>
            <p:ph type="body" sz="quarter" idx="24" hasCustomPrompt="1"/>
          </p:nvPr>
        </p:nvSpPr>
        <p:spPr>
          <a:xfrm>
            <a:off x="8760000" y="5112000"/>
            <a:ext cx="2952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1A0FFD85-F4AC-F6CD-822C-70699098E071}"/>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02603E47-1182-8408-3574-B0763C5AD4A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2629641159"/>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Agenda B5">
    <p:bg>
      <p:bgPr>
        <a:solidFill>
          <a:srgbClr val="4CD30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D1D3A82-DD59-235A-767E-8C50DD7DF6DB}"/>
              </a:ext>
            </a:extLst>
          </p:cNvPr>
          <p:cNvGraphicFramePr>
            <a:graphicFrameLocks noChangeAspect="1"/>
          </p:cNvGraphicFramePr>
          <p:nvPr userDrawn="1">
            <p:custDataLst>
              <p:tags r:id="rId1"/>
            </p:custDataLst>
            <p:extLst>
              <p:ext uri="{D42A27DB-BD31-4B8C-83A1-F6EECF244321}">
                <p14:modId xmlns:p14="http://schemas.microsoft.com/office/powerpoint/2010/main" val="2168603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CD1D3A82-DD59-235A-767E-8C50DD7DF6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1F93BD7-6629-2BDA-2DDE-0C905A4F1BA7}"/>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7CB66C06-7B2F-7BE2-A367-7DDD72632E2A}"/>
              </a:ext>
            </a:extLst>
          </p:cNvPr>
          <p:cNvSpPr>
            <a:spLocks noGrp="1"/>
          </p:cNvSpPr>
          <p:nvPr>
            <p:ph type="title" hasCustomPrompt="1"/>
          </p:nvPr>
        </p:nvSpPr>
        <p:spPr>
          <a:xfrm>
            <a:off x="478800" y="1990799"/>
            <a:ext cx="3420000" cy="2880000"/>
          </a:xfrm>
        </p:spPr>
        <p:txBody>
          <a:bodyPr vert="horz" anchor="ctr" anchorCtr="0"/>
          <a:lstStyle>
            <a:lvl1pPr algn="r">
              <a:defRPr/>
            </a:lvl1pPr>
          </a:lstStyle>
          <a:p>
            <a:r>
              <a:rPr lang="en-US"/>
              <a:t>Click to edit Master title style</a:t>
            </a:r>
          </a:p>
        </p:txBody>
      </p:sp>
      <p:sp>
        <p:nvSpPr>
          <p:cNvPr id="6" name="Text Placeholder 19">
            <a:extLst>
              <a:ext uri="{FF2B5EF4-FFF2-40B4-BE49-F238E27FC236}">
                <a16:creationId xmlns:a16="http://schemas.microsoft.com/office/drawing/2014/main" id="{E6ED309D-FD15-68C4-E2F1-BE4E904F6BA2}"/>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0" name="Text Placeholder 21">
            <a:extLst>
              <a:ext uri="{FF2B5EF4-FFF2-40B4-BE49-F238E27FC236}">
                <a16:creationId xmlns:a16="http://schemas.microsoft.com/office/drawing/2014/main" id="{047C52C7-8864-3BB3-2836-73796CCABF97}"/>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0" name="Text Placeholder 19">
            <a:extLst>
              <a:ext uri="{FF2B5EF4-FFF2-40B4-BE49-F238E27FC236}">
                <a16:creationId xmlns:a16="http://schemas.microsoft.com/office/drawing/2014/main" id="{19344FF3-624C-456D-BB87-B0DEEFF54F37}"/>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2" name="Text Placeholder 21">
            <a:extLst>
              <a:ext uri="{FF2B5EF4-FFF2-40B4-BE49-F238E27FC236}">
                <a16:creationId xmlns:a16="http://schemas.microsoft.com/office/drawing/2014/main" id="{15968EF6-F968-3F1D-D6EA-258E58B582DD}"/>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4" name="Text Placeholder 19">
            <a:extLst>
              <a:ext uri="{FF2B5EF4-FFF2-40B4-BE49-F238E27FC236}">
                <a16:creationId xmlns:a16="http://schemas.microsoft.com/office/drawing/2014/main" id="{1A67B7A3-26B4-B088-B38B-A4EC10795179}"/>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5" name="Text Placeholder 21">
            <a:extLst>
              <a:ext uri="{FF2B5EF4-FFF2-40B4-BE49-F238E27FC236}">
                <a16:creationId xmlns:a16="http://schemas.microsoft.com/office/drawing/2014/main" id="{C66B580D-0D66-09A6-C58B-ECE8F569C39B}"/>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6" name="Text Placeholder 19">
            <a:extLst>
              <a:ext uri="{FF2B5EF4-FFF2-40B4-BE49-F238E27FC236}">
                <a16:creationId xmlns:a16="http://schemas.microsoft.com/office/drawing/2014/main" id="{ADB76CFE-1E27-4B7E-FC94-06990F8D062F}"/>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7" name="Text Placeholder 21">
            <a:extLst>
              <a:ext uri="{FF2B5EF4-FFF2-40B4-BE49-F238E27FC236}">
                <a16:creationId xmlns:a16="http://schemas.microsoft.com/office/drawing/2014/main" id="{8B8D081D-9B4F-F6EC-B455-CE69A72CE132}"/>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8" name="Text Placeholder 19">
            <a:extLst>
              <a:ext uri="{FF2B5EF4-FFF2-40B4-BE49-F238E27FC236}">
                <a16:creationId xmlns:a16="http://schemas.microsoft.com/office/drawing/2014/main" id="{31E03DD0-C0DC-23EA-808B-5F7A1982B0A1}"/>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9" name="Text Placeholder 21">
            <a:extLst>
              <a:ext uri="{FF2B5EF4-FFF2-40B4-BE49-F238E27FC236}">
                <a16:creationId xmlns:a16="http://schemas.microsoft.com/office/drawing/2014/main" id="{3793D01F-0860-98F2-29FB-1C4AE36F7D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0" name="Text Placeholder 19">
            <a:extLst>
              <a:ext uri="{FF2B5EF4-FFF2-40B4-BE49-F238E27FC236}">
                <a16:creationId xmlns:a16="http://schemas.microsoft.com/office/drawing/2014/main" id="{5A820D2B-DC0E-CB92-F4E4-41D8DBFE474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A4933F59-9C6B-BD06-18AC-8BE0C9B8CE18}"/>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2DBCD96-BAED-99F7-F511-59C8FCB4F71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9AFD3CE-B9C6-DD2D-4D3D-1C988CF93DC9}"/>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2592394977"/>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Agenda B6">
    <p:bg>
      <p:bgPr>
        <a:solidFill>
          <a:srgbClr val="1D255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F7E659-09C6-F64B-03E2-84676E702F39}"/>
              </a:ext>
            </a:extLst>
          </p:cNvPr>
          <p:cNvGraphicFramePr>
            <a:graphicFrameLocks noChangeAspect="1"/>
          </p:cNvGraphicFramePr>
          <p:nvPr userDrawn="1">
            <p:custDataLst>
              <p:tags r:id="rId1"/>
            </p:custDataLst>
            <p:extLst>
              <p:ext uri="{D42A27DB-BD31-4B8C-83A1-F6EECF244321}">
                <p14:modId xmlns:p14="http://schemas.microsoft.com/office/powerpoint/2010/main" val="58128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F5F7E659-09C6-F64B-03E2-84676E702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F48D65F2-5B45-F86A-C4F2-07779F0ED2A2}"/>
              </a:ext>
              <a:ext uri="{C183D7F6-B498-43B3-948B-1728B52AA6E4}">
                <adec:decorative xmlns:adec="http://schemas.microsoft.com/office/drawing/2017/decorative" val="1"/>
              </a:ext>
            </a:extLst>
          </p:cNvPr>
          <p:cNvSpPr/>
          <p:nvPr userDrawn="1"/>
        </p:nvSpPr>
        <p:spPr>
          <a:xfrm>
            <a:off x="1588168" y="0"/>
            <a:ext cx="10603833" cy="6858000"/>
          </a:xfrm>
          <a:custGeom>
            <a:avLst/>
            <a:gdLst>
              <a:gd name="connsiteX0" fmla="*/ 0 w 11988799"/>
              <a:gd name="connsiteY0" fmla="*/ 0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1988799"/>
              <a:gd name="connsiteY0" fmla="*/ 1 h 6858000"/>
              <a:gd name="connsiteX1" fmla="*/ 11988799 w 11988799"/>
              <a:gd name="connsiteY1" fmla="*/ 0 h 6858000"/>
              <a:gd name="connsiteX2" fmla="*/ 11988799 w 11988799"/>
              <a:gd name="connsiteY2" fmla="*/ 6858000 h 6858000"/>
              <a:gd name="connsiteX3" fmla="*/ 1406333 w 11988799"/>
              <a:gd name="connsiteY3" fmla="*/ 6858000 h 6858000"/>
              <a:gd name="connsiteX4" fmla="*/ 3820073 w 11988799"/>
              <a:gd name="connsiteY4" fmla="*/ 5548121 h 6858000"/>
              <a:gd name="connsiteX5" fmla="*/ 4742124 w 11988799"/>
              <a:gd name="connsiteY5" fmla="*/ 3428998 h 6858000"/>
              <a:gd name="connsiteX6" fmla="*/ 3820073 w 11988799"/>
              <a:gd name="connsiteY6" fmla="*/ 1309879 h 6858000"/>
              <a:gd name="connsiteX7" fmla="*/ 1406333 w 11988799"/>
              <a:gd name="connsiteY7" fmla="*/ 1 h 6858000"/>
              <a:gd name="connsiteX8" fmla="*/ 0 w 11988799"/>
              <a:gd name="connsiteY8" fmla="*/ 1 h 6858000"/>
              <a:gd name="connsiteX0" fmla="*/ 0 w 10582466"/>
              <a:gd name="connsiteY0" fmla="*/ 1 h 6858000"/>
              <a:gd name="connsiteX1" fmla="*/ 10582466 w 10582466"/>
              <a:gd name="connsiteY1" fmla="*/ 0 h 6858000"/>
              <a:gd name="connsiteX2" fmla="*/ 10582466 w 10582466"/>
              <a:gd name="connsiteY2" fmla="*/ 6858000 h 6858000"/>
              <a:gd name="connsiteX3" fmla="*/ 0 w 10582466"/>
              <a:gd name="connsiteY3" fmla="*/ 6858000 h 6858000"/>
              <a:gd name="connsiteX4" fmla="*/ 2413740 w 10582466"/>
              <a:gd name="connsiteY4" fmla="*/ 5548121 h 6858000"/>
              <a:gd name="connsiteX5" fmla="*/ 3335791 w 10582466"/>
              <a:gd name="connsiteY5" fmla="*/ 3428998 h 6858000"/>
              <a:gd name="connsiteX6" fmla="*/ 2413740 w 10582466"/>
              <a:gd name="connsiteY6" fmla="*/ 1309879 h 6858000"/>
              <a:gd name="connsiteX7" fmla="*/ 0 w 10582466"/>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82466" h="6858000">
                <a:moveTo>
                  <a:pt x="0" y="1"/>
                </a:moveTo>
                <a:lnTo>
                  <a:pt x="10582466" y="0"/>
                </a:lnTo>
                <a:lnTo>
                  <a:pt x="10582466" y="6858000"/>
                </a:lnTo>
                <a:lnTo>
                  <a:pt x="0" y="6858000"/>
                </a:lnTo>
                <a:lnTo>
                  <a:pt x="2413740" y="5548121"/>
                </a:lnTo>
                <a:lnTo>
                  <a:pt x="3335791"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a:extLst>
              <a:ext uri="{FF2B5EF4-FFF2-40B4-BE49-F238E27FC236}">
                <a16:creationId xmlns:a16="http://schemas.microsoft.com/office/drawing/2014/main" id="{60DF7FA5-A05F-4246-C79F-001C468007D1}"/>
              </a:ext>
            </a:extLst>
          </p:cNvPr>
          <p:cNvSpPr>
            <a:spLocks noGrp="1"/>
          </p:cNvSpPr>
          <p:nvPr>
            <p:ph type="title" hasCustomPrompt="1"/>
          </p:nvPr>
        </p:nvSpPr>
        <p:spPr>
          <a:xfrm>
            <a:off x="478800" y="1990800"/>
            <a:ext cx="3528000" cy="2880000"/>
          </a:xfrm>
        </p:spPr>
        <p:txBody>
          <a:bodyPr vert="horz" anchor="ctr" anchorCtr="0"/>
          <a:lstStyle>
            <a:lvl1pPr algn="r">
              <a:defRPr>
                <a:solidFill>
                  <a:schemeClr val="bg1"/>
                </a:solidFill>
              </a:defRPr>
            </a:lvl1pPr>
          </a:lstStyle>
          <a:p>
            <a:r>
              <a:rPr lang="en-US"/>
              <a:t>Click to edit Master title style</a:t>
            </a:r>
          </a:p>
        </p:txBody>
      </p:sp>
      <p:sp>
        <p:nvSpPr>
          <p:cNvPr id="7" name="Text Placeholder 19">
            <a:extLst>
              <a:ext uri="{FF2B5EF4-FFF2-40B4-BE49-F238E27FC236}">
                <a16:creationId xmlns:a16="http://schemas.microsoft.com/office/drawing/2014/main" id="{34D64BFD-9C90-593A-5B75-12D2434CFCF6}"/>
              </a:ext>
            </a:extLst>
          </p:cNvPr>
          <p:cNvSpPr>
            <a:spLocks noGrp="1"/>
          </p:cNvSpPr>
          <p:nvPr>
            <p:ph type="body" sz="quarter" idx="13" hasCustomPrompt="1"/>
          </p:nvPr>
        </p:nvSpPr>
        <p:spPr>
          <a:xfrm>
            <a:off x="5148000"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0" name="Text Placeholder 21">
            <a:extLst>
              <a:ext uri="{FF2B5EF4-FFF2-40B4-BE49-F238E27FC236}">
                <a16:creationId xmlns:a16="http://schemas.microsoft.com/office/drawing/2014/main" id="{A0DD48D7-E4D3-B7F6-6407-529AA5D70781}"/>
              </a:ext>
            </a:extLst>
          </p:cNvPr>
          <p:cNvSpPr>
            <a:spLocks noGrp="1"/>
          </p:cNvSpPr>
          <p:nvPr>
            <p:ph type="body" sz="quarter" idx="14" hasCustomPrompt="1"/>
          </p:nvPr>
        </p:nvSpPr>
        <p:spPr>
          <a:xfrm>
            <a:off x="6108002" y="864000"/>
            <a:ext cx="5580000" cy="612000"/>
          </a:xfrm>
        </p:spPr>
        <p:txBody>
          <a:bodyPr anchor="ctr" anchorCtr="0"/>
          <a:lstStyle>
            <a:lvl1pPr>
              <a:defRPr sz="2000"/>
            </a:lvl1pPr>
          </a:lstStyle>
          <a:p>
            <a:pPr lvl="0"/>
            <a:r>
              <a:rPr lang="en-US"/>
              <a:t>Agenda topic</a:t>
            </a:r>
          </a:p>
        </p:txBody>
      </p:sp>
      <p:sp>
        <p:nvSpPr>
          <p:cNvPr id="22" name="Text Placeholder 19">
            <a:extLst>
              <a:ext uri="{FF2B5EF4-FFF2-40B4-BE49-F238E27FC236}">
                <a16:creationId xmlns:a16="http://schemas.microsoft.com/office/drawing/2014/main" id="{E1270E38-B76C-FB66-AF86-F5A5D9BA5E53}"/>
              </a:ext>
            </a:extLst>
          </p:cNvPr>
          <p:cNvSpPr>
            <a:spLocks noGrp="1"/>
          </p:cNvSpPr>
          <p:nvPr>
            <p:ph type="body" sz="quarter" idx="15" hasCustomPrompt="1"/>
          </p:nvPr>
        </p:nvSpPr>
        <p:spPr>
          <a:xfrm>
            <a:off x="5148000"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4" name="Text Placeholder 21">
            <a:extLst>
              <a:ext uri="{FF2B5EF4-FFF2-40B4-BE49-F238E27FC236}">
                <a16:creationId xmlns:a16="http://schemas.microsoft.com/office/drawing/2014/main" id="{B43C5AA4-095B-1A36-0743-40E26176FEF6}"/>
              </a:ext>
            </a:extLst>
          </p:cNvPr>
          <p:cNvSpPr>
            <a:spLocks noGrp="1"/>
          </p:cNvSpPr>
          <p:nvPr>
            <p:ph type="body" sz="quarter" idx="16" hasCustomPrompt="1"/>
          </p:nvPr>
        </p:nvSpPr>
        <p:spPr>
          <a:xfrm>
            <a:off x="6108002" y="1764000"/>
            <a:ext cx="5580000" cy="612000"/>
          </a:xfrm>
        </p:spPr>
        <p:txBody>
          <a:bodyPr anchor="ctr" anchorCtr="0"/>
          <a:lstStyle>
            <a:lvl1pPr>
              <a:defRPr sz="2000"/>
            </a:lvl1pPr>
          </a:lstStyle>
          <a:p>
            <a:pPr lvl="0"/>
            <a:r>
              <a:rPr lang="en-US"/>
              <a:t>Agenda topic</a:t>
            </a:r>
          </a:p>
        </p:txBody>
      </p:sp>
      <p:sp>
        <p:nvSpPr>
          <p:cNvPr id="25" name="Text Placeholder 19">
            <a:extLst>
              <a:ext uri="{FF2B5EF4-FFF2-40B4-BE49-F238E27FC236}">
                <a16:creationId xmlns:a16="http://schemas.microsoft.com/office/drawing/2014/main" id="{2D66FE62-C743-B687-35BE-926213FE70DB}"/>
              </a:ext>
            </a:extLst>
          </p:cNvPr>
          <p:cNvSpPr>
            <a:spLocks noGrp="1"/>
          </p:cNvSpPr>
          <p:nvPr>
            <p:ph type="body" sz="quarter" idx="17" hasCustomPrompt="1"/>
          </p:nvPr>
        </p:nvSpPr>
        <p:spPr>
          <a:xfrm>
            <a:off x="5148000"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6" name="Text Placeholder 21">
            <a:extLst>
              <a:ext uri="{FF2B5EF4-FFF2-40B4-BE49-F238E27FC236}">
                <a16:creationId xmlns:a16="http://schemas.microsoft.com/office/drawing/2014/main" id="{D06B808A-B24A-4A34-8FEB-77AC08F6F1F6}"/>
              </a:ext>
            </a:extLst>
          </p:cNvPr>
          <p:cNvSpPr>
            <a:spLocks noGrp="1"/>
          </p:cNvSpPr>
          <p:nvPr>
            <p:ph type="body" sz="quarter" idx="18" hasCustomPrompt="1"/>
          </p:nvPr>
        </p:nvSpPr>
        <p:spPr>
          <a:xfrm>
            <a:off x="6108002" y="2664000"/>
            <a:ext cx="5580000" cy="612000"/>
          </a:xfrm>
        </p:spPr>
        <p:txBody>
          <a:bodyPr anchor="ctr" anchorCtr="0"/>
          <a:lstStyle>
            <a:lvl1pPr>
              <a:defRPr sz="2000"/>
            </a:lvl1pPr>
          </a:lstStyle>
          <a:p>
            <a:pPr lvl="0"/>
            <a:r>
              <a:rPr lang="en-US"/>
              <a:t>Agenda topic</a:t>
            </a:r>
          </a:p>
        </p:txBody>
      </p:sp>
      <p:sp>
        <p:nvSpPr>
          <p:cNvPr id="27" name="Text Placeholder 19">
            <a:extLst>
              <a:ext uri="{FF2B5EF4-FFF2-40B4-BE49-F238E27FC236}">
                <a16:creationId xmlns:a16="http://schemas.microsoft.com/office/drawing/2014/main" id="{CABB420A-92EF-3AE6-E3BE-02E077D5BDD5}"/>
              </a:ext>
            </a:extLst>
          </p:cNvPr>
          <p:cNvSpPr>
            <a:spLocks noGrp="1"/>
          </p:cNvSpPr>
          <p:nvPr>
            <p:ph type="body" sz="quarter" idx="19" hasCustomPrompt="1"/>
          </p:nvPr>
        </p:nvSpPr>
        <p:spPr>
          <a:xfrm>
            <a:off x="5148000"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8" name="Text Placeholder 21">
            <a:extLst>
              <a:ext uri="{FF2B5EF4-FFF2-40B4-BE49-F238E27FC236}">
                <a16:creationId xmlns:a16="http://schemas.microsoft.com/office/drawing/2014/main" id="{EF97800C-FDC3-D439-322C-DB550C6A02DF}"/>
              </a:ext>
            </a:extLst>
          </p:cNvPr>
          <p:cNvSpPr>
            <a:spLocks noGrp="1"/>
          </p:cNvSpPr>
          <p:nvPr>
            <p:ph type="body" sz="quarter" idx="20" hasCustomPrompt="1"/>
          </p:nvPr>
        </p:nvSpPr>
        <p:spPr>
          <a:xfrm>
            <a:off x="6108002" y="3564000"/>
            <a:ext cx="5580000" cy="612000"/>
          </a:xfrm>
        </p:spPr>
        <p:txBody>
          <a:bodyPr anchor="ctr" anchorCtr="0"/>
          <a:lstStyle>
            <a:lvl1pPr>
              <a:defRPr sz="2000"/>
            </a:lvl1pPr>
          </a:lstStyle>
          <a:p>
            <a:pPr lvl="0"/>
            <a:r>
              <a:rPr lang="en-US"/>
              <a:t>Agenda topic</a:t>
            </a:r>
          </a:p>
        </p:txBody>
      </p:sp>
      <p:sp>
        <p:nvSpPr>
          <p:cNvPr id="29" name="Text Placeholder 19">
            <a:extLst>
              <a:ext uri="{FF2B5EF4-FFF2-40B4-BE49-F238E27FC236}">
                <a16:creationId xmlns:a16="http://schemas.microsoft.com/office/drawing/2014/main" id="{590AE51B-59A3-37F5-AFFA-92D888F327F3}"/>
              </a:ext>
            </a:extLst>
          </p:cNvPr>
          <p:cNvSpPr>
            <a:spLocks noGrp="1"/>
          </p:cNvSpPr>
          <p:nvPr>
            <p:ph type="body" sz="quarter" idx="21" hasCustomPrompt="1"/>
          </p:nvPr>
        </p:nvSpPr>
        <p:spPr>
          <a:xfrm>
            <a:off x="5148000"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0" name="Text Placeholder 21">
            <a:extLst>
              <a:ext uri="{FF2B5EF4-FFF2-40B4-BE49-F238E27FC236}">
                <a16:creationId xmlns:a16="http://schemas.microsoft.com/office/drawing/2014/main" id="{B4A6DB1E-9602-E368-6205-5DAD677F45A3}"/>
              </a:ext>
            </a:extLst>
          </p:cNvPr>
          <p:cNvSpPr>
            <a:spLocks noGrp="1"/>
          </p:cNvSpPr>
          <p:nvPr>
            <p:ph type="body" sz="quarter" idx="22" hasCustomPrompt="1"/>
          </p:nvPr>
        </p:nvSpPr>
        <p:spPr>
          <a:xfrm>
            <a:off x="6108002" y="4464000"/>
            <a:ext cx="5580000" cy="612000"/>
          </a:xfrm>
        </p:spPr>
        <p:txBody>
          <a:bodyPr anchor="ctr" anchorCtr="0"/>
          <a:lstStyle>
            <a:lvl1pPr>
              <a:defRPr sz="2000"/>
            </a:lvl1pPr>
          </a:lstStyle>
          <a:p>
            <a:pPr lvl="0"/>
            <a:r>
              <a:rPr lang="en-US"/>
              <a:t>Agenda topic</a:t>
            </a:r>
          </a:p>
        </p:txBody>
      </p:sp>
      <p:sp>
        <p:nvSpPr>
          <p:cNvPr id="31" name="Text Placeholder 19">
            <a:extLst>
              <a:ext uri="{FF2B5EF4-FFF2-40B4-BE49-F238E27FC236}">
                <a16:creationId xmlns:a16="http://schemas.microsoft.com/office/drawing/2014/main" id="{BA825D2C-AAA8-6CA1-78D5-DD9AACF965E3}"/>
              </a:ext>
            </a:extLst>
          </p:cNvPr>
          <p:cNvSpPr>
            <a:spLocks noGrp="1"/>
          </p:cNvSpPr>
          <p:nvPr>
            <p:ph type="body" sz="quarter" idx="23" hasCustomPrompt="1"/>
          </p:nvPr>
        </p:nvSpPr>
        <p:spPr>
          <a:xfrm>
            <a:off x="5148000"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93B5A6D9-3E97-A018-F608-E1789B189E8D}"/>
              </a:ext>
            </a:extLst>
          </p:cNvPr>
          <p:cNvSpPr>
            <a:spLocks noGrp="1"/>
          </p:cNvSpPr>
          <p:nvPr>
            <p:ph type="body" sz="quarter" idx="24" hasCustomPrompt="1"/>
          </p:nvPr>
        </p:nvSpPr>
        <p:spPr>
          <a:xfrm>
            <a:off x="6108002" y="5364000"/>
            <a:ext cx="5580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49F159C1-971B-AE53-D1B1-8B4987AC406C}"/>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5E9135F0-0001-B72A-AC68-5175C8296340}"/>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756326315"/>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Agenda C1">
    <p:bg>
      <p:bgPr>
        <a:solidFill>
          <a:srgbClr val="4CD3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56DC24F-C58B-A46E-946F-B9309A93ED79}"/>
              </a:ext>
            </a:extLst>
          </p:cNvPr>
          <p:cNvGraphicFramePr>
            <a:graphicFrameLocks noChangeAspect="1"/>
          </p:cNvGraphicFramePr>
          <p:nvPr userDrawn="1">
            <p:custDataLst>
              <p:tags r:id="rId1"/>
            </p:custDataLst>
            <p:extLst>
              <p:ext uri="{D42A27DB-BD31-4B8C-83A1-F6EECF244321}">
                <p14:modId xmlns:p14="http://schemas.microsoft.com/office/powerpoint/2010/main" val="3045821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5" name="think-cell data - do not delete" hidden="1">
                        <a:extLst>
                          <a:ext uri="{FF2B5EF4-FFF2-40B4-BE49-F238E27FC236}">
                            <a16:creationId xmlns:a16="http://schemas.microsoft.com/office/drawing/2014/main" id="{456DC24F-C58B-A46E-946F-B9309A93ED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hape">
            <a:extLst>
              <a:ext uri="{FF2B5EF4-FFF2-40B4-BE49-F238E27FC236}">
                <a16:creationId xmlns:a16="http://schemas.microsoft.com/office/drawing/2014/main" id="{1C7DFE98-A72A-B24C-47DF-92462089460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Title">
            <a:extLst>
              <a:ext uri="{FF2B5EF4-FFF2-40B4-BE49-F238E27FC236}">
                <a16:creationId xmlns:a16="http://schemas.microsoft.com/office/drawing/2014/main" id="{F4442CFC-D399-50C4-C673-13B47B05620C}"/>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62" name="Text Placeholder 19">
            <a:extLst>
              <a:ext uri="{FF2B5EF4-FFF2-40B4-BE49-F238E27FC236}">
                <a16:creationId xmlns:a16="http://schemas.microsoft.com/office/drawing/2014/main" id="{D32178DD-8527-BDD4-3B53-E257A9F39A25}"/>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63" name="Text Placeholder 21">
            <a:extLst>
              <a:ext uri="{FF2B5EF4-FFF2-40B4-BE49-F238E27FC236}">
                <a16:creationId xmlns:a16="http://schemas.microsoft.com/office/drawing/2014/main" id="{646A0726-B96A-8DA4-3FCC-DF297A887126}"/>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64" name="Text Placeholder 19">
            <a:extLst>
              <a:ext uri="{FF2B5EF4-FFF2-40B4-BE49-F238E27FC236}">
                <a16:creationId xmlns:a16="http://schemas.microsoft.com/office/drawing/2014/main" id="{7F694670-8215-AF5D-2F2F-6F529D079201}"/>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65" name="Text Placeholder 21">
            <a:extLst>
              <a:ext uri="{FF2B5EF4-FFF2-40B4-BE49-F238E27FC236}">
                <a16:creationId xmlns:a16="http://schemas.microsoft.com/office/drawing/2014/main" id="{97A38BD3-583B-E404-B524-A7B9FF6E5A2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66" name="Text Placeholder 19">
            <a:extLst>
              <a:ext uri="{FF2B5EF4-FFF2-40B4-BE49-F238E27FC236}">
                <a16:creationId xmlns:a16="http://schemas.microsoft.com/office/drawing/2014/main" id="{2853EA1E-FDD8-CE47-3166-A764F945B550}"/>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67" name="Text Placeholder 21">
            <a:extLst>
              <a:ext uri="{FF2B5EF4-FFF2-40B4-BE49-F238E27FC236}">
                <a16:creationId xmlns:a16="http://schemas.microsoft.com/office/drawing/2014/main" id="{6F4E89E5-D63F-8F9D-8FE6-E37E804050EF}"/>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68" name="Text Placeholder 19">
            <a:extLst>
              <a:ext uri="{FF2B5EF4-FFF2-40B4-BE49-F238E27FC236}">
                <a16:creationId xmlns:a16="http://schemas.microsoft.com/office/drawing/2014/main" id="{AFEE4559-625F-5E6C-F99E-25D2A0C7C997}"/>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69" name="Text Placeholder 21">
            <a:extLst>
              <a:ext uri="{FF2B5EF4-FFF2-40B4-BE49-F238E27FC236}">
                <a16:creationId xmlns:a16="http://schemas.microsoft.com/office/drawing/2014/main" id="{6E1E0F5F-071B-1464-A0D9-58B10A955D36}"/>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70" name="Text Placeholder 19">
            <a:extLst>
              <a:ext uri="{FF2B5EF4-FFF2-40B4-BE49-F238E27FC236}">
                <a16:creationId xmlns:a16="http://schemas.microsoft.com/office/drawing/2014/main" id="{9E0F224C-12FE-E76F-1A9E-9E216FC532D5}"/>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71" name="Text Placeholder 21">
            <a:extLst>
              <a:ext uri="{FF2B5EF4-FFF2-40B4-BE49-F238E27FC236}">
                <a16:creationId xmlns:a16="http://schemas.microsoft.com/office/drawing/2014/main" id="{A86D9899-4D7C-FC51-7009-6B67588D661B}"/>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72" name="Text Placeholder 19">
            <a:extLst>
              <a:ext uri="{FF2B5EF4-FFF2-40B4-BE49-F238E27FC236}">
                <a16:creationId xmlns:a16="http://schemas.microsoft.com/office/drawing/2014/main" id="{574E6916-32A8-9EAF-084D-F6F5CD709243}"/>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73" name="Text Placeholder 21">
            <a:extLst>
              <a:ext uri="{FF2B5EF4-FFF2-40B4-BE49-F238E27FC236}">
                <a16:creationId xmlns:a16="http://schemas.microsoft.com/office/drawing/2014/main" id="{5CBBAE38-AD5E-2471-A409-4D2BD0A244C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74" name="Text Placeholder 19">
            <a:extLst>
              <a:ext uri="{FF2B5EF4-FFF2-40B4-BE49-F238E27FC236}">
                <a16:creationId xmlns:a16="http://schemas.microsoft.com/office/drawing/2014/main" id="{29F46D8A-65C5-6FA7-E416-B9CD2F4335D2}"/>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75" name="Text Placeholder 21">
            <a:extLst>
              <a:ext uri="{FF2B5EF4-FFF2-40B4-BE49-F238E27FC236}">
                <a16:creationId xmlns:a16="http://schemas.microsoft.com/office/drawing/2014/main" id="{324CA7D8-CE46-9460-F434-96CE0C1723D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76" name="Text Placeholder 19">
            <a:extLst>
              <a:ext uri="{FF2B5EF4-FFF2-40B4-BE49-F238E27FC236}">
                <a16:creationId xmlns:a16="http://schemas.microsoft.com/office/drawing/2014/main" id="{47FE7DDD-4DE2-5E0D-C1A2-6C5B022BD280}"/>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77" name="Text Placeholder 21">
            <a:extLst>
              <a:ext uri="{FF2B5EF4-FFF2-40B4-BE49-F238E27FC236}">
                <a16:creationId xmlns:a16="http://schemas.microsoft.com/office/drawing/2014/main" id="{E203E916-8E51-91EB-1E2E-210C4B5D26EB}"/>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78" name="Text Placeholder 19">
            <a:extLst>
              <a:ext uri="{FF2B5EF4-FFF2-40B4-BE49-F238E27FC236}">
                <a16:creationId xmlns:a16="http://schemas.microsoft.com/office/drawing/2014/main" id="{A4164FB2-877B-7BEE-7048-E13866F24869}"/>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79" name="Text Placeholder 21">
            <a:extLst>
              <a:ext uri="{FF2B5EF4-FFF2-40B4-BE49-F238E27FC236}">
                <a16:creationId xmlns:a16="http://schemas.microsoft.com/office/drawing/2014/main" id="{A7FB8E93-BEB7-4497-9540-87E30AC9928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3" name="Slide Number Placeholder 2">
            <a:extLst>
              <a:ext uri="{FF2B5EF4-FFF2-40B4-BE49-F238E27FC236}">
                <a16:creationId xmlns:a16="http://schemas.microsoft.com/office/drawing/2014/main" id="{4815505E-3074-C6B6-2E88-8B17F4A76C42}"/>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93E65D-EA66-126D-2D49-2ACB491DA6D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179318126"/>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genda C2">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B2A751B-BEE2-5E48-BF58-00CB3B368BB9}"/>
              </a:ext>
            </a:extLst>
          </p:cNvPr>
          <p:cNvGraphicFramePr>
            <a:graphicFrameLocks noChangeAspect="1"/>
          </p:cNvGraphicFramePr>
          <p:nvPr userDrawn="1">
            <p:custDataLst>
              <p:tags r:id="rId1"/>
            </p:custDataLst>
            <p:extLst>
              <p:ext uri="{D42A27DB-BD31-4B8C-83A1-F6EECF244321}">
                <p14:modId xmlns:p14="http://schemas.microsoft.com/office/powerpoint/2010/main" val="1119951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B2A751B-BEE2-5E48-BF58-00CB3B368B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89537572-0E57-45CD-C97B-E0BB52E7301F}"/>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a:extLst>
              <a:ext uri="{FF2B5EF4-FFF2-40B4-BE49-F238E27FC236}">
                <a16:creationId xmlns:a16="http://schemas.microsoft.com/office/drawing/2014/main" id="{18CBDB4D-0EB6-3B1E-347B-C9E02AF01884}"/>
              </a:ext>
            </a:extLst>
          </p:cNvPr>
          <p:cNvSpPr>
            <a:spLocks noGrp="1"/>
          </p:cNvSpPr>
          <p:nvPr>
            <p:ph type="title" hasCustomPrompt="1"/>
          </p:nvPr>
        </p:nvSpPr>
        <p:spPr>
          <a:xfrm>
            <a:off x="478800" y="1990800"/>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9" name="Text Placeholder 19">
            <a:extLst>
              <a:ext uri="{FF2B5EF4-FFF2-40B4-BE49-F238E27FC236}">
                <a16:creationId xmlns:a16="http://schemas.microsoft.com/office/drawing/2014/main" id="{09A1FD2A-FDCF-7768-ED02-C7BA59A9AEB1}"/>
              </a:ext>
            </a:extLst>
          </p:cNvPr>
          <p:cNvSpPr>
            <a:spLocks noGrp="1"/>
          </p:cNvSpPr>
          <p:nvPr>
            <p:ph type="body" sz="quarter" idx="13" hasCustomPrompt="1"/>
          </p:nvPr>
        </p:nvSpPr>
        <p:spPr>
          <a:xfrm>
            <a:off x="3719998" y="684000"/>
            <a:ext cx="2376000" cy="612000"/>
          </a:xfrm>
        </p:spPr>
        <p:txBody>
          <a:bodyPr>
            <a:noAutofit/>
          </a:bodyPr>
          <a:lstStyle>
            <a:lvl1pPr>
              <a:spcBef>
                <a:spcPts val="0"/>
              </a:spcBef>
              <a:defRPr sz="4000" b="0">
                <a:latin typeface="+mj-lt"/>
              </a:defRPr>
            </a:lvl1pPr>
          </a:lstStyle>
          <a:p>
            <a:pPr lvl="0"/>
            <a:r>
              <a:rPr lang="en-US"/>
              <a:t>Nr.</a:t>
            </a:r>
          </a:p>
        </p:txBody>
      </p:sp>
      <p:sp>
        <p:nvSpPr>
          <p:cNvPr id="12" name="Text Placeholder 21">
            <a:extLst>
              <a:ext uri="{FF2B5EF4-FFF2-40B4-BE49-F238E27FC236}">
                <a16:creationId xmlns:a16="http://schemas.microsoft.com/office/drawing/2014/main" id="{D438E143-92E3-7B4C-74A4-8E50D4578C1A}"/>
              </a:ext>
            </a:extLst>
          </p:cNvPr>
          <p:cNvSpPr>
            <a:spLocks noGrp="1"/>
          </p:cNvSpPr>
          <p:nvPr>
            <p:ph type="body" sz="quarter" idx="14" hasCustomPrompt="1"/>
          </p:nvPr>
        </p:nvSpPr>
        <p:spPr>
          <a:xfrm>
            <a:off x="3719998" y="1296000"/>
            <a:ext cx="2376000" cy="972000"/>
          </a:xfrm>
        </p:spPr>
        <p:txBody>
          <a:bodyPr/>
          <a:lstStyle>
            <a:lvl1pPr>
              <a:defRPr/>
            </a:lvl1pPr>
          </a:lstStyle>
          <a:p>
            <a:pPr lvl="0"/>
            <a:r>
              <a:rPr lang="en-US"/>
              <a:t>Agenda topic</a:t>
            </a:r>
          </a:p>
        </p:txBody>
      </p:sp>
      <p:sp>
        <p:nvSpPr>
          <p:cNvPr id="13" name="Text Placeholder 19">
            <a:extLst>
              <a:ext uri="{FF2B5EF4-FFF2-40B4-BE49-F238E27FC236}">
                <a16:creationId xmlns:a16="http://schemas.microsoft.com/office/drawing/2014/main" id="{38D06E11-7C80-BCA0-2269-C4CE309DA6E4}"/>
              </a:ext>
            </a:extLst>
          </p:cNvPr>
          <p:cNvSpPr>
            <a:spLocks noGrp="1"/>
          </p:cNvSpPr>
          <p:nvPr>
            <p:ph type="body" sz="quarter" idx="15" hasCustomPrompt="1"/>
          </p:nvPr>
        </p:nvSpPr>
        <p:spPr>
          <a:xfrm>
            <a:off x="3719998" y="2592000"/>
            <a:ext cx="2376000" cy="612000"/>
          </a:xfrm>
        </p:spPr>
        <p:txBody>
          <a:bodyPr>
            <a:noAutofit/>
          </a:bodyPr>
          <a:lstStyle>
            <a:lvl1pPr>
              <a:spcBef>
                <a:spcPts val="0"/>
              </a:spcBef>
              <a:defRPr sz="4000" b="0">
                <a:latin typeface="+mj-lt"/>
              </a:defRPr>
            </a:lvl1pPr>
          </a:lstStyle>
          <a:p>
            <a:pPr lvl="0"/>
            <a:r>
              <a:rPr lang="en-US"/>
              <a:t>Nr.</a:t>
            </a:r>
          </a:p>
        </p:txBody>
      </p:sp>
      <p:sp>
        <p:nvSpPr>
          <p:cNvPr id="14" name="Text Placeholder 21">
            <a:extLst>
              <a:ext uri="{FF2B5EF4-FFF2-40B4-BE49-F238E27FC236}">
                <a16:creationId xmlns:a16="http://schemas.microsoft.com/office/drawing/2014/main" id="{1EE8578A-61C1-5377-D10E-706A208A8EAC}"/>
              </a:ext>
            </a:extLst>
          </p:cNvPr>
          <p:cNvSpPr>
            <a:spLocks noGrp="1"/>
          </p:cNvSpPr>
          <p:nvPr>
            <p:ph type="body" sz="quarter" idx="16" hasCustomPrompt="1"/>
          </p:nvPr>
        </p:nvSpPr>
        <p:spPr>
          <a:xfrm>
            <a:off x="3719998" y="3204000"/>
            <a:ext cx="2376000" cy="972000"/>
          </a:xfrm>
        </p:spPr>
        <p:txBody>
          <a:bodyPr/>
          <a:lstStyle>
            <a:lvl1pPr>
              <a:defRPr/>
            </a:lvl1pPr>
          </a:lstStyle>
          <a:p>
            <a:pPr lvl="0"/>
            <a:r>
              <a:rPr lang="en-US"/>
              <a:t>Agenda topic</a:t>
            </a:r>
          </a:p>
        </p:txBody>
      </p:sp>
      <p:sp>
        <p:nvSpPr>
          <p:cNvPr id="15" name="Text Placeholder 19">
            <a:extLst>
              <a:ext uri="{FF2B5EF4-FFF2-40B4-BE49-F238E27FC236}">
                <a16:creationId xmlns:a16="http://schemas.microsoft.com/office/drawing/2014/main" id="{31B3F1BD-2CE1-CEBF-FC31-FDCFB8754D67}"/>
              </a:ext>
            </a:extLst>
          </p:cNvPr>
          <p:cNvSpPr>
            <a:spLocks noGrp="1"/>
          </p:cNvSpPr>
          <p:nvPr>
            <p:ph type="body" sz="quarter" idx="17" hasCustomPrompt="1"/>
          </p:nvPr>
        </p:nvSpPr>
        <p:spPr>
          <a:xfrm>
            <a:off x="3719998" y="4500000"/>
            <a:ext cx="2376000" cy="612000"/>
          </a:xfrm>
        </p:spPr>
        <p:txBody>
          <a:bodyPr>
            <a:noAutofit/>
          </a:bodyPr>
          <a:lstStyle>
            <a:lvl1pPr>
              <a:spcBef>
                <a:spcPts val="0"/>
              </a:spcBef>
              <a:defRPr sz="4000" b="0">
                <a:latin typeface="+mj-lt"/>
              </a:defRPr>
            </a:lvl1pPr>
          </a:lstStyle>
          <a:p>
            <a:pPr lvl="0"/>
            <a:r>
              <a:rPr lang="en-US"/>
              <a:t>Nr.</a:t>
            </a:r>
          </a:p>
        </p:txBody>
      </p:sp>
      <p:sp>
        <p:nvSpPr>
          <p:cNvPr id="16" name="Text Placeholder 21">
            <a:extLst>
              <a:ext uri="{FF2B5EF4-FFF2-40B4-BE49-F238E27FC236}">
                <a16:creationId xmlns:a16="http://schemas.microsoft.com/office/drawing/2014/main" id="{3A58B886-0749-9CD1-9AF0-4870B14C3F72}"/>
              </a:ext>
            </a:extLst>
          </p:cNvPr>
          <p:cNvSpPr>
            <a:spLocks noGrp="1"/>
          </p:cNvSpPr>
          <p:nvPr>
            <p:ph type="body" sz="quarter" idx="18" hasCustomPrompt="1"/>
          </p:nvPr>
        </p:nvSpPr>
        <p:spPr>
          <a:xfrm>
            <a:off x="3719998" y="5112000"/>
            <a:ext cx="2376000" cy="972000"/>
          </a:xfrm>
        </p:spPr>
        <p:txBody>
          <a:bodyPr/>
          <a:lstStyle>
            <a:lvl1pPr>
              <a:defRPr/>
            </a:lvl1pPr>
          </a:lstStyle>
          <a:p>
            <a:pPr lvl="0"/>
            <a:r>
              <a:rPr lang="en-US"/>
              <a:t>Agenda topic</a:t>
            </a:r>
          </a:p>
        </p:txBody>
      </p:sp>
      <p:sp>
        <p:nvSpPr>
          <p:cNvPr id="17" name="Text Placeholder 19">
            <a:extLst>
              <a:ext uri="{FF2B5EF4-FFF2-40B4-BE49-F238E27FC236}">
                <a16:creationId xmlns:a16="http://schemas.microsoft.com/office/drawing/2014/main" id="{3D5A0A71-4606-1779-D5F9-80F8CE964196}"/>
              </a:ext>
            </a:extLst>
          </p:cNvPr>
          <p:cNvSpPr>
            <a:spLocks noGrp="1"/>
          </p:cNvSpPr>
          <p:nvPr>
            <p:ph type="body" sz="quarter" idx="19" hasCustomPrompt="1"/>
          </p:nvPr>
        </p:nvSpPr>
        <p:spPr>
          <a:xfrm>
            <a:off x="6495043" y="684000"/>
            <a:ext cx="2376000" cy="612000"/>
          </a:xfrm>
        </p:spPr>
        <p:txBody>
          <a:bodyPr>
            <a:noAutofit/>
          </a:bodyPr>
          <a:lstStyle>
            <a:lvl1pPr>
              <a:spcBef>
                <a:spcPts val="0"/>
              </a:spcBef>
              <a:defRPr sz="4000" b="0">
                <a:latin typeface="+mj-lt"/>
              </a:defRPr>
            </a:lvl1pPr>
          </a:lstStyle>
          <a:p>
            <a:pPr lvl="0"/>
            <a:r>
              <a:rPr lang="en-US"/>
              <a:t>Nr.</a:t>
            </a:r>
          </a:p>
        </p:txBody>
      </p:sp>
      <p:sp>
        <p:nvSpPr>
          <p:cNvPr id="18" name="Text Placeholder 21">
            <a:extLst>
              <a:ext uri="{FF2B5EF4-FFF2-40B4-BE49-F238E27FC236}">
                <a16:creationId xmlns:a16="http://schemas.microsoft.com/office/drawing/2014/main" id="{83248F4A-0750-ED62-7DF8-F129C6C4A037}"/>
              </a:ext>
            </a:extLst>
          </p:cNvPr>
          <p:cNvSpPr>
            <a:spLocks noGrp="1"/>
          </p:cNvSpPr>
          <p:nvPr>
            <p:ph type="body" sz="quarter" idx="20" hasCustomPrompt="1"/>
          </p:nvPr>
        </p:nvSpPr>
        <p:spPr>
          <a:xfrm>
            <a:off x="6495043" y="1296000"/>
            <a:ext cx="2376000" cy="972000"/>
          </a:xfrm>
        </p:spPr>
        <p:txBody>
          <a:bodyPr/>
          <a:lstStyle>
            <a:lvl1pPr>
              <a:defRPr/>
            </a:lvl1pPr>
          </a:lstStyle>
          <a:p>
            <a:pPr lvl="0"/>
            <a:r>
              <a:rPr lang="en-US"/>
              <a:t>Agenda topic</a:t>
            </a:r>
          </a:p>
        </p:txBody>
      </p:sp>
      <p:sp>
        <p:nvSpPr>
          <p:cNvPr id="19" name="Text Placeholder 19">
            <a:extLst>
              <a:ext uri="{FF2B5EF4-FFF2-40B4-BE49-F238E27FC236}">
                <a16:creationId xmlns:a16="http://schemas.microsoft.com/office/drawing/2014/main" id="{8E66CCF1-7C7E-CFFF-7AE8-857BDBC62279}"/>
              </a:ext>
            </a:extLst>
          </p:cNvPr>
          <p:cNvSpPr>
            <a:spLocks noGrp="1"/>
          </p:cNvSpPr>
          <p:nvPr>
            <p:ph type="body" sz="quarter" idx="21" hasCustomPrompt="1"/>
          </p:nvPr>
        </p:nvSpPr>
        <p:spPr>
          <a:xfrm>
            <a:off x="6495043" y="2592000"/>
            <a:ext cx="2376000" cy="612000"/>
          </a:xfrm>
        </p:spPr>
        <p:txBody>
          <a:bodyPr>
            <a:noAutofit/>
          </a:bodyPr>
          <a:lstStyle>
            <a:lvl1pPr>
              <a:spcBef>
                <a:spcPts val="0"/>
              </a:spcBef>
              <a:defRPr sz="4000" b="0">
                <a:latin typeface="+mj-lt"/>
              </a:defRPr>
            </a:lvl1pPr>
          </a:lstStyle>
          <a:p>
            <a:pPr lvl="0"/>
            <a:r>
              <a:rPr lang="en-US"/>
              <a:t>Nr.</a:t>
            </a:r>
          </a:p>
        </p:txBody>
      </p:sp>
      <p:sp>
        <p:nvSpPr>
          <p:cNvPr id="21" name="Text Placeholder 21">
            <a:extLst>
              <a:ext uri="{FF2B5EF4-FFF2-40B4-BE49-F238E27FC236}">
                <a16:creationId xmlns:a16="http://schemas.microsoft.com/office/drawing/2014/main" id="{8A534D67-265E-8D8F-FE7F-13B2AA324829}"/>
              </a:ext>
            </a:extLst>
          </p:cNvPr>
          <p:cNvSpPr>
            <a:spLocks noGrp="1"/>
          </p:cNvSpPr>
          <p:nvPr>
            <p:ph type="body" sz="quarter" idx="22" hasCustomPrompt="1"/>
          </p:nvPr>
        </p:nvSpPr>
        <p:spPr>
          <a:xfrm>
            <a:off x="6495043" y="3204000"/>
            <a:ext cx="2376000" cy="972000"/>
          </a:xfrm>
        </p:spPr>
        <p:txBody>
          <a:bodyPr/>
          <a:lstStyle>
            <a:lvl1pPr>
              <a:defRPr/>
            </a:lvl1pPr>
          </a:lstStyle>
          <a:p>
            <a:pPr lvl="0"/>
            <a:r>
              <a:rPr lang="en-US"/>
              <a:t>Agenda topic</a:t>
            </a:r>
          </a:p>
        </p:txBody>
      </p:sp>
      <p:sp>
        <p:nvSpPr>
          <p:cNvPr id="23" name="Text Placeholder 19">
            <a:extLst>
              <a:ext uri="{FF2B5EF4-FFF2-40B4-BE49-F238E27FC236}">
                <a16:creationId xmlns:a16="http://schemas.microsoft.com/office/drawing/2014/main" id="{9742823B-DA68-1A2F-613F-A2137BDC5616}"/>
              </a:ext>
            </a:extLst>
          </p:cNvPr>
          <p:cNvSpPr>
            <a:spLocks noGrp="1"/>
          </p:cNvSpPr>
          <p:nvPr>
            <p:ph type="body" sz="quarter" idx="23" hasCustomPrompt="1"/>
          </p:nvPr>
        </p:nvSpPr>
        <p:spPr>
          <a:xfrm>
            <a:off x="6495043" y="4500000"/>
            <a:ext cx="2376000" cy="612000"/>
          </a:xfrm>
        </p:spPr>
        <p:txBody>
          <a:bodyPr>
            <a:noAutofit/>
          </a:bodyPr>
          <a:lstStyle>
            <a:lvl1pPr>
              <a:spcBef>
                <a:spcPts val="0"/>
              </a:spcBef>
              <a:defRPr sz="4000" b="0">
                <a:latin typeface="+mj-lt"/>
              </a:defRPr>
            </a:lvl1pPr>
          </a:lstStyle>
          <a:p>
            <a:pPr lvl="0"/>
            <a:r>
              <a:rPr lang="en-US"/>
              <a:t>Nr.</a:t>
            </a:r>
          </a:p>
        </p:txBody>
      </p:sp>
      <p:sp>
        <p:nvSpPr>
          <p:cNvPr id="24" name="Text Placeholder 21">
            <a:extLst>
              <a:ext uri="{FF2B5EF4-FFF2-40B4-BE49-F238E27FC236}">
                <a16:creationId xmlns:a16="http://schemas.microsoft.com/office/drawing/2014/main" id="{0A26121A-1815-CF18-0C57-1D796DC3B4B1}"/>
              </a:ext>
            </a:extLst>
          </p:cNvPr>
          <p:cNvSpPr>
            <a:spLocks noGrp="1"/>
          </p:cNvSpPr>
          <p:nvPr>
            <p:ph type="body" sz="quarter" idx="24" hasCustomPrompt="1"/>
          </p:nvPr>
        </p:nvSpPr>
        <p:spPr>
          <a:xfrm>
            <a:off x="6495043" y="5112000"/>
            <a:ext cx="2376000" cy="972000"/>
          </a:xfrm>
        </p:spPr>
        <p:txBody>
          <a:bodyPr/>
          <a:lstStyle>
            <a:lvl1pPr>
              <a:defRPr/>
            </a:lvl1pPr>
          </a:lstStyle>
          <a:p>
            <a:pPr lvl="0"/>
            <a:r>
              <a:rPr lang="en-US"/>
              <a:t>Agenda topic</a:t>
            </a:r>
          </a:p>
        </p:txBody>
      </p:sp>
      <p:sp>
        <p:nvSpPr>
          <p:cNvPr id="25" name="Text Placeholder 19">
            <a:extLst>
              <a:ext uri="{FF2B5EF4-FFF2-40B4-BE49-F238E27FC236}">
                <a16:creationId xmlns:a16="http://schemas.microsoft.com/office/drawing/2014/main" id="{2F2FFF2E-ED3D-D3FB-CE75-B1CB069C1A03}"/>
              </a:ext>
            </a:extLst>
          </p:cNvPr>
          <p:cNvSpPr>
            <a:spLocks noGrp="1"/>
          </p:cNvSpPr>
          <p:nvPr>
            <p:ph type="body" sz="quarter" idx="25" hasCustomPrompt="1"/>
          </p:nvPr>
        </p:nvSpPr>
        <p:spPr>
          <a:xfrm>
            <a:off x="9270087" y="684000"/>
            <a:ext cx="2376000" cy="612000"/>
          </a:xfrm>
        </p:spPr>
        <p:txBody>
          <a:bodyPr>
            <a:noAutofit/>
          </a:bodyPr>
          <a:lstStyle>
            <a:lvl1pPr>
              <a:spcBef>
                <a:spcPts val="0"/>
              </a:spcBef>
              <a:defRPr sz="4000" b="0">
                <a:latin typeface="+mj-lt"/>
              </a:defRPr>
            </a:lvl1pPr>
          </a:lstStyle>
          <a:p>
            <a:pPr lvl="0"/>
            <a:r>
              <a:rPr lang="en-US"/>
              <a:t>Nr.</a:t>
            </a:r>
          </a:p>
        </p:txBody>
      </p:sp>
      <p:sp>
        <p:nvSpPr>
          <p:cNvPr id="26" name="Text Placeholder 21">
            <a:extLst>
              <a:ext uri="{FF2B5EF4-FFF2-40B4-BE49-F238E27FC236}">
                <a16:creationId xmlns:a16="http://schemas.microsoft.com/office/drawing/2014/main" id="{E09510A2-3CC3-D401-0E6D-E814CDE09785}"/>
              </a:ext>
            </a:extLst>
          </p:cNvPr>
          <p:cNvSpPr>
            <a:spLocks noGrp="1"/>
          </p:cNvSpPr>
          <p:nvPr>
            <p:ph type="body" sz="quarter" idx="26" hasCustomPrompt="1"/>
          </p:nvPr>
        </p:nvSpPr>
        <p:spPr>
          <a:xfrm>
            <a:off x="9270087" y="1296000"/>
            <a:ext cx="2376000" cy="972000"/>
          </a:xfrm>
        </p:spPr>
        <p:txBody>
          <a:bodyPr/>
          <a:lstStyle>
            <a:lvl1pPr>
              <a:defRPr/>
            </a:lvl1pPr>
          </a:lstStyle>
          <a:p>
            <a:pPr lvl="0"/>
            <a:r>
              <a:rPr lang="en-US"/>
              <a:t>Agenda topic</a:t>
            </a:r>
          </a:p>
        </p:txBody>
      </p:sp>
      <p:sp>
        <p:nvSpPr>
          <p:cNvPr id="27" name="Text Placeholder 19">
            <a:extLst>
              <a:ext uri="{FF2B5EF4-FFF2-40B4-BE49-F238E27FC236}">
                <a16:creationId xmlns:a16="http://schemas.microsoft.com/office/drawing/2014/main" id="{50C852AC-AF92-CD04-6AF9-2C54DFD5BAA9}"/>
              </a:ext>
            </a:extLst>
          </p:cNvPr>
          <p:cNvSpPr>
            <a:spLocks noGrp="1"/>
          </p:cNvSpPr>
          <p:nvPr>
            <p:ph type="body" sz="quarter" idx="27" hasCustomPrompt="1"/>
          </p:nvPr>
        </p:nvSpPr>
        <p:spPr>
          <a:xfrm>
            <a:off x="9270087" y="2592000"/>
            <a:ext cx="2376000" cy="612000"/>
          </a:xfrm>
        </p:spPr>
        <p:txBody>
          <a:bodyPr>
            <a:noAutofit/>
          </a:bodyPr>
          <a:lstStyle>
            <a:lvl1pPr>
              <a:spcBef>
                <a:spcPts val="0"/>
              </a:spcBef>
              <a:defRPr sz="4000" b="0">
                <a:latin typeface="+mj-lt"/>
              </a:defRPr>
            </a:lvl1pPr>
          </a:lstStyle>
          <a:p>
            <a:pPr lvl="0"/>
            <a:r>
              <a:rPr lang="en-US"/>
              <a:t>Nr.</a:t>
            </a:r>
          </a:p>
        </p:txBody>
      </p:sp>
      <p:sp>
        <p:nvSpPr>
          <p:cNvPr id="28" name="Text Placeholder 21">
            <a:extLst>
              <a:ext uri="{FF2B5EF4-FFF2-40B4-BE49-F238E27FC236}">
                <a16:creationId xmlns:a16="http://schemas.microsoft.com/office/drawing/2014/main" id="{A698065C-789E-A9F6-8B60-F20463656293}"/>
              </a:ext>
            </a:extLst>
          </p:cNvPr>
          <p:cNvSpPr>
            <a:spLocks noGrp="1"/>
          </p:cNvSpPr>
          <p:nvPr>
            <p:ph type="body" sz="quarter" idx="28" hasCustomPrompt="1"/>
          </p:nvPr>
        </p:nvSpPr>
        <p:spPr>
          <a:xfrm>
            <a:off x="9270087" y="3204000"/>
            <a:ext cx="2376000" cy="972000"/>
          </a:xfrm>
        </p:spPr>
        <p:txBody>
          <a:bodyPr/>
          <a:lstStyle>
            <a:lvl1pPr>
              <a:defRPr/>
            </a:lvl1pPr>
          </a:lstStyle>
          <a:p>
            <a:pPr lvl="0"/>
            <a:r>
              <a:rPr lang="en-US"/>
              <a:t>Agenda topic</a:t>
            </a:r>
          </a:p>
        </p:txBody>
      </p:sp>
      <p:sp>
        <p:nvSpPr>
          <p:cNvPr id="29" name="Text Placeholder 19">
            <a:extLst>
              <a:ext uri="{FF2B5EF4-FFF2-40B4-BE49-F238E27FC236}">
                <a16:creationId xmlns:a16="http://schemas.microsoft.com/office/drawing/2014/main" id="{3A0F6750-C8ED-D6F9-24E1-767618C378B6}"/>
              </a:ext>
            </a:extLst>
          </p:cNvPr>
          <p:cNvSpPr>
            <a:spLocks noGrp="1"/>
          </p:cNvSpPr>
          <p:nvPr>
            <p:ph type="body" sz="quarter" idx="29" hasCustomPrompt="1"/>
          </p:nvPr>
        </p:nvSpPr>
        <p:spPr>
          <a:xfrm>
            <a:off x="9270087" y="4500000"/>
            <a:ext cx="2376000" cy="612000"/>
          </a:xfrm>
        </p:spPr>
        <p:txBody>
          <a:bodyPr>
            <a:noAutofit/>
          </a:bodyPr>
          <a:lstStyle>
            <a:lvl1pPr>
              <a:spcBef>
                <a:spcPts val="0"/>
              </a:spcBef>
              <a:defRPr sz="4000" b="0">
                <a:latin typeface="+mj-lt"/>
              </a:defRPr>
            </a:lvl1pPr>
          </a:lstStyle>
          <a:p>
            <a:pPr lvl="0"/>
            <a:r>
              <a:rPr lang="en-US"/>
              <a:t>Nr.</a:t>
            </a:r>
          </a:p>
        </p:txBody>
      </p:sp>
      <p:sp>
        <p:nvSpPr>
          <p:cNvPr id="30" name="Text Placeholder 21">
            <a:extLst>
              <a:ext uri="{FF2B5EF4-FFF2-40B4-BE49-F238E27FC236}">
                <a16:creationId xmlns:a16="http://schemas.microsoft.com/office/drawing/2014/main" id="{EE29634A-BA58-50C1-A804-E2E0881F0FE4}"/>
              </a:ext>
            </a:extLst>
          </p:cNvPr>
          <p:cNvSpPr>
            <a:spLocks noGrp="1"/>
          </p:cNvSpPr>
          <p:nvPr>
            <p:ph type="body" sz="quarter" idx="30" hasCustomPrompt="1"/>
          </p:nvPr>
        </p:nvSpPr>
        <p:spPr>
          <a:xfrm>
            <a:off x="9270087" y="5112000"/>
            <a:ext cx="2376000" cy="972000"/>
          </a:xfrm>
        </p:spPr>
        <p:txBody>
          <a:bodyPr/>
          <a:lstStyle>
            <a:lvl1pPr>
              <a:defRPr/>
            </a:lvl1pPr>
          </a:lstStyle>
          <a:p>
            <a:pPr lvl="0"/>
            <a:r>
              <a:rPr lang="en-US"/>
              <a:t>Agenda topic</a:t>
            </a:r>
          </a:p>
        </p:txBody>
      </p:sp>
      <p:sp>
        <p:nvSpPr>
          <p:cNvPr id="2" name="Slide Number Placeholder 1">
            <a:extLst>
              <a:ext uri="{FF2B5EF4-FFF2-40B4-BE49-F238E27FC236}">
                <a16:creationId xmlns:a16="http://schemas.microsoft.com/office/drawing/2014/main" id="{F7C68614-3C1F-EA6D-8F7C-326535AF6781}"/>
              </a:ext>
            </a:extLst>
          </p:cNvPr>
          <p:cNvSpPr>
            <a:spLocks noGrp="1"/>
          </p:cNvSpPr>
          <p:nvPr>
            <p:ph type="sldNum" sz="quarter" idx="31"/>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AFE7CC84-95AE-3982-B621-8CE5BBFDDE28}"/>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3557706371"/>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genda C5">
    <p:bg>
      <p:bgPr>
        <a:solidFill>
          <a:srgbClr val="4CD30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0A3D76-AB94-4F36-799C-B4A43450459F}"/>
              </a:ext>
            </a:extLst>
          </p:cNvPr>
          <p:cNvGraphicFramePr>
            <a:graphicFrameLocks noChangeAspect="1"/>
          </p:cNvGraphicFramePr>
          <p:nvPr userDrawn="1">
            <p:custDataLst>
              <p:tags r:id="rId1"/>
            </p:custDataLst>
            <p:extLst>
              <p:ext uri="{D42A27DB-BD31-4B8C-83A1-F6EECF244321}">
                <p14:modId xmlns:p14="http://schemas.microsoft.com/office/powerpoint/2010/main" val="4177190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510A3D76-AB94-4F36-799C-B4A43450459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2B7206C7-5453-AAB3-3784-70452E8F364D}"/>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Title">
            <a:extLst>
              <a:ext uri="{FF2B5EF4-FFF2-40B4-BE49-F238E27FC236}">
                <a16:creationId xmlns:a16="http://schemas.microsoft.com/office/drawing/2014/main" id="{B7624A6C-E13F-ABBC-7BC4-1BD735BCD48F}"/>
              </a:ext>
            </a:extLst>
          </p:cNvPr>
          <p:cNvSpPr>
            <a:spLocks noGrp="1"/>
          </p:cNvSpPr>
          <p:nvPr>
            <p:ph type="title" hasCustomPrompt="1"/>
          </p:nvPr>
        </p:nvSpPr>
        <p:spPr>
          <a:xfrm>
            <a:off x="478800" y="1990800"/>
            <a:ext cx="2088000" cy="2880000"/>
          </a:xfrm>
        </p:spPr>
        <p:txBody>
          <a:bodyPr vert="horz" anchor="ctr" anchorCtr="0"/>
          <a:lstStyle>
            <a:lvl1pPr algn="r">
              <a:defRPr/>
            </a:lvl1pPr>
          </a:lstStyle>
          <a:p>
            <a:r>
              <a:rPr lang="en-US"/>
              <a:t>Click to edit Master title style</a:t>
            </a:r>
          </a:p>
        </p:txBody>
      </p:sp>
      <p:sp>
        <p:nvSpPr>
          <p:cNvPr id="37" name="Text Placeholder 19">
            <a:extLst>
              <a:ext uri="{FF2B5EF4-FFF2-40B4-BE49-F238E27FC236}">
                <a16:creationId xmlns:a16="http://schemas.microsoft.com/office/drawing/2014/main" id="{3A9FBCB7-64C8-3334-37BD-F3B8A49DE9CD}"/>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9" name="Text Placeholder 21">
            <a:extLst>
              <a:ext uri="{FF2B5EF4-FFF2-40B4-BE49-F238E27FC236}">
                <a16:creationId xmlns:a16="http://schemas.microsoft.com/office/drawing/2014/main" id="{15CE6E23-185E-6743-91C2-61D59594F991}"/>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40" name="Text Placeholder 19">
            <a:extLst>
              <a:ext uri="{FF2B5EF4-FFF2-40B4-BE49-F238E27FC236}">
                <a16:creationId xmlns:a16="http://schemas.microsoft.com/office/drawing/2014/main" id="{923CF1CE-3D31-7F6E-DCDF-E2F32A255374}"/>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1" name="Text Placeholder 21">
            <a:extLst>
              <a:ext uri="{FF2B5EF4-FFF2-40B4-BE49-F238E27FC236}">
                <a16:creationId xmlns:a16="http://schemas.microsoft.com/office/drawing/2014/main" id="{32ED8768-6538-2B1A-5362-29FACA673D1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42" name="Text Placeholder 19">
            <a:extLst>
              <a:ext uri="{FF2B5EF4-FFF2-40B4-BE49-F238E27FC236}">
                <a16:creationId xmlns:a16="http://schemas.microsoft.com/office/drawing/2014/main" id="{C1E5DC26-4E6F-3BA6-58B6-F8B36941E25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3" name="Text Placeholder 21">
            <a:extLst>
              <a:ext uri="{FF2B5EF4-FFF2-40B4-BE49-F238E27FC236}">
                <a16:creationId xmlns:a16="http://schemas.microsoft.com/office/drawing/2014/main" id="{26DE173D-E761-A333-0E17-81FA88BE074B}"/>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44" name="Text Placeholder 19">
            <a:extLst>
              <a:ext uri="{FF2B5EF4-FFF2-40B4-BE49-F238E27FC236}">
                <a16:creationId xmlns:a16="http://schemas.microsoft.com/office/drawing/2014/main" id="{CDF225B3-43B7-A7EE-F801-EE1CFF559F7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6" name="Text Placeholder 21">
            <a:extLst>
              <a:ext uri="{FF2B5EF4-FFF2-40B4-BE49-F238E27FC236}">
                <a16:creationId xmlns:a16="http://schemas.microsoft.com/office/drawing/2014/main" id="{221CA5C7-1F08-8BBE-8775-34E8EE29D740}"/>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47" name="Text Placeholder 19">
            <a:extLst>
              <a:ext uri="{FF2B5EF4-FFF2-40B4-BE49-F238E27FC236}">
                <a16:creationId xmlns:a16="http://schemas.microsoft.com/office/drawing/2014/main" id="{97DE4764-8675-CC7C-7D0D-87C75EAE0468}"/>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48" name="Text Placeholder 21">
            <a:extLst>
              <a:ext uri="{FF2B5EF4-FFF2-40B4-BE49-F238E27FC236}">
                <a16:creationId xmlns:a16="http://schemas.microsoft.com/office/drawing/2014/main" id="{F590146E-A290-D74E-2524-F9FEB48C326D}"/>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49" name="Text Placeholder 19">
            <a:extLst>
              <a:ext uri="{FF2B5EF4-FFF2-40B4-BE49-F238E27FC236}">
                <a16:creationId xmlns:a16="http://schemas.microsoft.com/office/drawing/2014/main" id="{53B440B1-4AF1-02C4-D21D-AF9D0377BBF6}"/>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50" name="Text Placeholder 21">
            <a:extLst>
              <a:ext uri="{FF2B5EF4-FFF2-40B4-BE49-F238E27FC236}">
                <a16:creationId xmlns:a16="http://schemas.microsoft.com/office/drawing/2014/main" id="{F425F257-B79D-5713-0549-ACA5273F1501}"/>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7638D6D6-47D1-3EF5-F95F-264F1B5D2F05}"/>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BD6C3DB4-4590-F50C-13CE-861B8AB9B9D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960922349"/>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genda C6">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608F33-4704-9C45-8E7C-37AB3AE4D9F6}"/>
              </a:ext>
            </a:extLst>
          </p:cNvPr>
          <p:cNvGraphicFramePr>
            <a:graphicFrameLocks noChangeAspect="1"/>
          </p:cNvGraphicFramePr>
          <p:nvPr userDrawn="1">
            <p:custDataLst>
              <p:tags r:id="rId1"/>
            </p:custDataLst>
            <p:extLst>
              <p:ext uri="{D42A27DB-BD31-4B8C-83A1-F6EECF244321}">
                <p14:modId xmlns:p14="http://schemas.microsoft.com/office/powerpoint/2010/main" val="2442388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DF608F33-4704-9C45-8E7C-37AB3AE4D9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hape">
            <a:extLst>
              <a:ext uri="{FF2B5EF4-FFF2-40B4-BE49-F238E27FC236}">
                <a16:creationId xmlns:a16="http://schemas.microsoft.com/office/drawing/2014/main" id="{4EE74937-DA56-F252-D48E-3B61C2ACAF45}"/>
              </a:ext>
              <a:ext uri="{C183D7F6-B498-43B3-948B-1728B52AA6E4}">
                <adec:decorative xmlns:adec="http://schemas.microsoft.com/office/drawing/2017/decorative" val="1"/>
              </a:ext>
            </a:extLst>
          </p:cNvPr>
          <p:cNvSpPr/>
          <p:nvPr userDrawn="1"/>
        </p:nvSpPr>
        <p:spPr>
          <a:xfrm>
            <a:off x="2454441" y="0"/>
            <a:ext cx="9737559"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2000"/>
              <a:gd name="connsiteY0" fmla="*/ 6858000 h 6858000"/>
              <a:gd name="connsiteX1" fmla="*/ 12192000 w 12192000"/>
              <a:gd name="connsiteY1" fmla="*/ 0 h 6858000"/>
              <a:gd name="connsiteX2" fmla="*/ 12192000 w 12192000"/>
              <a:gd name="connsiteY2" fmla="*/ 6858000 h 6858000"/>
              <a:gd name="connsiteX3" fmla="*/ 2288985 w 12192000"/>
              <a:gd name="connsiteY3" fmla="*/ 6858000 h 6858000"/>
              <a:gd name="connsiteX4" fmla="*/ 3136898 w 12192000"/>
              <a:gd name="connsiteY4" fmla="*/ 3429009 h 6858000"/>
              <a:gd name="connsiteX5" fmla="*/ 2288982 w 12192000"/>
              <a:gd name="connsiteY5" fmla="*/ 1 h 6858000"/>
              <a:gd name="connsiteX6" fmla="*/ 1 w 12192000"/>
              <a:gd name="connsiteY6" fmla="*/ 1 h 6858000"/>
              <a:gd name="connsiteX7" fmla="*/ 1 w 12192000"/>
              <a:gd name="connsiteY7" fmla="*/ 6858000 h 6858000"/>
              <a:gd name="connsiteX8" fmla="*/ 0 w 12192000"/>
              <a:gd name="connsiteY8" fmla="*/ 6858000 h 6858000"/>
              <a:gd name="connsiteX0" fmla="*/ 0 w 12191999"/>
              <a:gd name="connsiteY0" fmla="*/ 6858000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7" fmla="*/ 0 w 12191999"/>
              <a:gd name="connsiteY7" fmla="*/ 6858000 h 6858000"/>
              <a:gd name="connsiteX0" fmla="*/ 0 w 12191999"/>
              <a:gd name="connsiteY0" fmla="*/ 1 h 6858000"/>
              <a:gd name="connsiteX1" fmla="*/ 12191999 w 12191999"/>
              <a:gd name="connsiteY1" fmla="*/ 0 h 6858000"/>
              <a:gd name="connsiteX2" fmla="*/ 12191999 w 12191999"/>
              <a:gd name="connsiteY2" fmla="*/ 6858000 h 6858000"/>
              <a:gd name="connsiteX3" fmla="*/ 2288984 w 12191999"/>
              <a:gd name="connsiteY3" fmla="*/ 6858000 h 6858000"/>
              <a:gd name="connsiteX4" fmla="*/ 3136897 w 12191999"/>
              <a:gd name="connsiteY4" fmla="*/ 3429009 h 6858000"/>
              <a:gd name="connsiteX5" fmla="*/ 2288981 w 12191999"/>
              <a:gd name="connsiteY5" fmla="*/ 1 h 6858000"/>
              <a:gd name="connsiteX6" fmla="*/ 0 w 12191999"/>
              <a:gd name="connsiteY6" fmla="*/ 1 h 6858000"/>
              <a:gd name="connsiteX0" fmla="*/ 0 w 9903018"/>
              <a:gd name="connsiteY0" fmla="*/ 1 h 6858000"/>
              <a:gd name="connsiteX1" fmla="*/ 9903018 w 9903018"/>
              <a:gd name="connsiteY1" fmla="*/ 0 h 6858000"/>
              <a:gd name="connsiteX2" fmla="*/ 9903018 w 9903018"/>
              <a:gd name="connsiteY2" fmla="*/ 6858000 h 6858000"/>
              <a:gd name="connsiteX3" fmla="*/ 3 w 9903018"/>
              <a:gd name="connsiteY3" fmla="*/ 6858000 h 6858000"/>
              <a:gd name="connsiteX4" fmla="*/ 847916 w 9903018"/>
              <a:gd name="connsiteY4" fmla="*/ 3429009 h 6858000"/>
              <a:gd name="connsiteX5" fmla="*/ 0 w 9903018"/>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3018" h="6858000">
                <a:moveTo>
                  <a:pt x="0" y="1"/>
                </a:moveTo>
                <a:lnTo>
                  <a:pt x="9903018" y="0"/>
                </a:lnTo>
                <a:lnTo>
                  <a:pt x="9903018" y="6858000"/>
                </a:lnTo>
                <a:lnTo>
                  <a:pt x="3" y="6858000"/>
                </a:lnTo>
                <a:lnTo>
                  <a:pt x="847916" y="342900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a:extLst>
              <a:ext uri="{FF2B5EF4-FFF2-40B4-BE49-F238E27FC236}">
                <a16:creationId xmlns:a16="http://schemas.microsoft.com/office/drawing/2014/main" id="{7F37F157-B9DA-BFA6-51B4-68D71DA872FC}"/>
              </a:ext>
            </a:extLst>
          </p:cNvPr>
          <p:cNvSpPr>
            <a:spLocks noGrp="1"/>
          </p:cNvSpPr>
          <p:nvPr>
            <p:ph type="title" hasCustomPrompt="1"/>
          </p:nvPr>
        </p:nvSpPr>
        <p:spPr>
          <a:xfrm>
            <a:off x="478800" y="1990799"/>
            <a:ext cx="2088000" cy="2880000"/>
          </a:xfrm>
        </p:spPr>
        <p:txBody>
          <a:bodyPr vert="horz" anchor="ctr" anchorCtr="0"/>
          <a:lstStyle>
            <a:lvl1pPr algn="r">
              <a:defRPr>
                <a:solidFill>
                  <a:schemeClr val="bg1"/>
                </a:solidFill>
              </a:defRPr>
            </a:lvl1pPr>
          </a:lstStyle>
          <a:p>
            <a:r>
              <a:rPr lang="en-US"/>
              <a:t>Click to edit Master title style</a:t>
            </a:r>
          </a:p>
        </p:txBody>
      </p:sp>
      <p:sp>
        <p:nvSpPr>
          <p:cNvPr id="13" name="Text Placeholder 19">
            <a:extLst>
              <a:ext uri="{FF2B5EF4-FFF2-40B4-BE49-F238E27FC236}">
                <a16:creationId xmlns:a16="http://schemas.microsoft.com/office/drawing/2014/main" id="{42E5CB7B-9CBF-0D4D-E281-3EAD83118096}"/>
              </a:ext>
            </a:extLst>
          </p:cNvPr>
          <p:cNvSpPr>
            <a:spLocks noGrp="1"/>
          </p:cNvSpPr>
          <p:nvPr>
            <p:ph type="body" sz="quarter" idx="13" hasCustomPrompt="1"/>
          </p:nvPr>
        </p:nvSpPr>
        <p:spPr>
          <a:xfrm>
            <a:off x="3507819" y="8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4" name="Text Placeholder 21">
            <a:extLst>
              <a:ext uri="{FF2B5EF4-FFF2-40B4-BE49-F238E27FC236}">
                <a16:creationId xmlns:a16="http://schemas.microsoft.com/office/drawing/2014/main" id="{62227333-78E2-4FDE-859B-D43722706A18}"/>
              </a:ext>
            </a:extLst>
          </p:cNvPr>
          <p:cNvSpPr>
            <a:spLocks noGrp="1"/>
          </p:cNvSpPr>
          <p:nvPr>
            <p:ph type="body" sz="quarter" idx="14" hasCustomPrompt="1"/>
          </p:nvPr>
        </p:nvSpPr>
        <p:spPr>
          <a:xfrm>
            <a:off x="4467820" y="864000"/>
            <a:ext cx="7236000" cy="612000"/>
          </a:xfrm>
        </p:spPr>
        <p:txBody>
          <a:bodyPr anchor="ctr" anchorCtr="0"/>
          <a:lstStyle>
            <a:lvl1pPr>
              <a:defRPr sz="2000"/>
            </a:lvl1pPr>
          </a:lstStyle>
          <a:p>
            <a:pPr lvl="0"/>
            <a:r>
              <a:rPr lang="en-US"/>
              <a:t>Agenda topic</a:t>
            </a:r>
          </a:p>
        </p:txBody>
      </p:sp>
      <p:sp>
        <p:nvSpPr>
          <p:cNvPr id="15" name="Text Placeholder 19">
            <a:extLst>
              <a:ext uri="{FF2B5EF4-FFF2-40B4-BE49-F238E27FC236}">
                <a16:creationId xmlns:a16="http://schemas.microsoft.com/office/drawing/2014/main" id="{DE431332-1001-73A9-F6F6-330BC8427A0F}"/>
              </a:ext>
            </a:extLst>
          </p:cNvPr>
          <p:cNvSpPr>
            <a:spLocks noGrp="1"/>
          </p:cNvSpPr>
          <p:nvPr>
            <p:ph type="body" sz="quarter" idx="15" hasCustomPrompt="1"/>
          </p:nvPr>
        </p:nvSpPr>
        <p:spPr>
          <a:xfrm>
            <a:off x="3507819" y="17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6" name="Text Placeholder 21">
            <a:extLst>
              <a:ext uri="{FF2B5EF4-FFF2-40B4-BE49-F238E27FC236}">
                <a16:creationId xmlns:a16="http://schemas.microsoft.com/office/drawing/2014/main" id="{84795A6B-A5FB-47CB-605B-66B1126D245D}"/>
              </a:ext>
            </a:extLst>
          </p:cNvPr>
          <p:cNvSpPr>
            <a:spLocks noGrp="1"/>
          </p:cNvSpPr>
          <p:nvPr>
            <p:ph type="body" sz="quarter" idx="16" hasCustomPrompt="1"/>
          </p:nvPr>
        </p:nvSpPr>
        <p:spPr>
          <a:xfrm>
            <a:off x="4467820" y="1764000"/>
            <a:ext cx="7236000" cy="612000"/>
          </a:xfrm>
        </p:spPr>
        <p:txBody>
          <a:bodyPr anchor="ctr" anchorCtr="0"/>
          <a:lstStyle>
            <a:lvl1pPr>
              <a:defRPr sz="2000"/>
            </a:lvl1pPr>
          </a:lstStyle>
          <a:p>
            <a:pPr lvl="0"/>
            <a:r>
              <a:rPr lang="en-US"/>
              <a:t>Agenda topic</a:t>
            </a:r>
          </a:p>
        </p:txBody>
      </p:sp>
      <p:sp>
        <p:nvSpPr>
          <p:cNvPr id="17" name="Text Placeholder 19">
            <a:extLst>
              <a:ext uri="{FF2B5EF4-FFF2-40B4-BE49-F238E27FC236}">
                <a16:creationId xmlns:a16="http://schemas.microsoft.com/office/drawing/2014/main" id="{9F49C361-AEF3-865C-E4DA-5BE6566F26EA}"/>
              </a:ext>
            </a:extLst>
          </p:cNvPr>
          <p:cNvSpPr>
            <a:spLocks noGrp="1"/>
          </p:cNvSpPr>
          <p:nvPr>
            <p:ph type="body" sz="quarter" idx="17" hasCustomPrompt="1"/>
          </p:nvPr>
        </p:nvSpPr>
        <p:spPr>
          <a:xfrm>
            <a:off x="3507819" y="26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18" name="Text Placeholder 21">
            <a:extLst>
              <a:ext uri="{FF2B5EF4-FFF2-40B4-BE49-F238E27FC236}">
                <a16:creationId xmlns:a16="http://schemas.microsoft.com/office/drawing/2014/main" id="{E0DAE8D7-7ADA-D422-5316-5A536DFDCE4F}"/>
              </a:ext>
            </a:extLst>
          </p:cNvPr>
          <p:cNvSpPr>
            <a:spLocks noGrp="1"/>
          </p:cNvSpPr>
          <p:nvPr>
            <p:ph type="body" sz="quarter" idx="18" hasCustomPrompt="1"/>
          </p:nvPr>
        </p:nvSpPr>
        <p:spPr>
          <a:xfrm>
            <a:off x="4467820" y="2664000"/>
            <a:ext cx="7236000" cy="612000"/>
          </a:xfrm>
        </p:spPr>
        <p:txBody>
          <a:bodyPr anchor="ctr" anchorCtr="0"/>
          <a:lstStyle>
            <a:lvl1pPr>
              <a:defRPr sz="2000"/>
            </a:lvl1pPr>
          </a:lstStyle>
          <a:p>
            <a:pPr lvl="0"/>
            <a:r>
              <a:rPr lang="en-US"/>
              <a:t>Agenda topic</a:t>
            </a:r>
          </a:p>
        </p:txBody>
      </p:sp>
      <p:sp>
        <p:nvSpPr>
          <p:cNvPr id="19" name="Text Placeholder 19">
            <a:extLst>
              <a:ext uri="{FF2B5EF4-FFF2-40B4-BE49-F238E27FC236}">
                <a16:creationId xmlns:a16="http://schemas.microsoft.com/office/drawing/2014/main" id="{D7FE1143-A384-6CA4-BA02-9FD1D2272997}"/>
              </a:ext>
            </a:extLst>
          </p:cNvPr>
          <p:cNvSpPr>
            <a:spLocks noGrp="1"/>
          </p:cNvSpPr>
          <p:nvPr>
            <p:ph type="body" sz="quarter" idx="19" hasCustomPrompt="1"/>
          </p:nvPr>
        </p:nvSpPr>
        <p:spPr>
          <a:xfrm>
            <a:off x="3507819" y="35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21" name="Text Placeholder 21">
            <a:extLst>
              <a:ext uri="{FF2B5EF4-FFF2-40B4-BE49-F238E27FC236}">
                <a16:creationId xmlns:a16="http://schemas.microsoft.com/office/drawing/2014/main" id="{7E7586CA-D10B-E605-89DE-E92C69BA5342}"/>
              </a:ext>
            </a:extLst>
          </p:cNvPr>
          <p:cNvSpPr>
            <a:spLocks noGrp="1"/>
          </p:cNvSpPr>
          <p:nvPr>
            <p:ph type="body" sz="quarter" idx="20" hasCustomPrompt="1"/>
          </p:nvPr>
        </p:nvSpPr>
        <p:spPr>
          <a:xfrm>
            <a:off x="4467820" y="3564000"/>
            <a:ext cx="7236000" cy="612000"/>
          </a:xfrm>
        </p:spPr>
        <p:txBody>
          <a:bodyPr anchor="ctr" anchorCtr="0"/>
          <a:lstStyle>
            <a:lvl1pPr>
              <a:defRPr sz="2000"/>
            </a:lvl1pPr>
          </a:lstStyle>
          <a:p>
            <a:pPr lvl="0"/>
            <a:r>
              <a:rPr lang="en-US"/>
              <a:t>Agenda topic</a:t>
            </a:r>
          </a:p>
        </p:txBody>
      </p:sp>
      <p:sp>
        <p:nvSpPr>
          <p:cNvPr id="23" name="Text Placeholder 19">
            <a:extLst>
              <a:ext uri="{FF2B5EF4-FFF2-40B4-BE49-F238E27FC236}">
                <a16:creationId xmlns:a16="http://schemas.microsoft.com/office/drawing/2014/main" id="{76A16E65-F462-BEF6-E765-2EB951B2E190}"/>
              </a:ext>
            </a:extLst>
          </p:cNvPr>
          <p:cNvSpPr>
            <a:spLocks noGrp="1"/>
          </p:cNvSpPr>
          <p:nvPr>
            <p:ph type="body" sz="quarter" idx="21" hasCustomPrompt="1"/>
          </p:nvPr>
        </p:nvSpPr>
        <p:spPr>
          <a:xfrm>
            <a:off x="3507819" y="44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2" name="Text Placeholder 21">
            <a:extLst>
              <a:ext uri="{FF2B5EF4-FFF2-40B4-BE49-F238E27FC236}">
                <a16:creationId xmlns:a16="http://schemas.microsoft.com/office/drawing/2014/main" id="{D4877544-577F-AD1B-04D3-FC86831385E4}"/>
              </a:ext>
            </a:extLst>
          </p:cNvPr>
          <p:cNvSpPr>
            <a:spLocks noGrp="1"/>
          </p:cNvSpPr>
          <p:nvPr>
            <p:ph type="body" sz="quarter" idx="22" hasCustomPrompt="1"/>
          </p:nvPr>
        </p:nvSpPr>
        <p:spPr>
          <a:xfrm>
            <a:off x="4467820" y="4464000"/>
            <a:ext cx="7236000" cy="612000"/>
          </a:xfrm>
        </p:spPr>
        <p:txBody>
          <a:bodyPr anchor="ctr" anchorCtr="0"/>
          <a:lstStyle>
            <a:lvl1pPr>
              <a:defRPr sz="2000"/>
            </a:lvl1pPr>
          </a:lstStyle>
          <a:p>
            <a:pPr lvl="0"/>
            <a:r>
              <a:rPr lang="en-US"/>
              <a:t>Agenda topic</a:t>
            </a:r>
          </a:p>
        </p:txBody>
      </p:sp>
      <p:sp>
        <p:nvSpPr>
          <p:cNvPr id="33" name="Text Placeholder 19">
            <a:extLst>
              <a:ext uri="{FF2B5EF4-FFF2-40B4-BE49-F238E27FC236}">
                <a16:creationId xmlns:a16="http://schemas.microsoft.com/office/drawing/2014/main" id="{3E9FA4BC-91EE-5E6B-6063-77AD22CC1540}"/>
              </a:ext>
            </a:extLst>
          </p:cNvPr>
          <p:cNvSpPr>
            <a:spLocks noGrp="1"/>
          </p:cNvSpPr>
          <p:nvPr>
            <p:ph type="body" sz="quarter" idx="23" hasCustomPrompt="1"/>
          </p:nvPr>
        </p:nvSpPr>
        <p:spPr>
          <a:xfrm>
            <a:off x="3507819" y="5364000"/>
            <a:ext cx="936000" cy="612000"/>
          </a:xfrm>
        </p:spPr>
        <p:txBody>
          <a:bodyPr rIns="216000">
            <a:noAutofit/>
          </a:bodyPr>
          <a:lstStyle>
            <a:lvl1pPr algn="r">
              <a:spcBef>
                <a:spcPts val="0"/>
              </a:spcBef>
              <a:defRPr sz="3600" b="0">
                <a:latin typeface="+mj-lt"/>
              </a:defRPr>
            </a:lvl1pPr>
          </a:lstStyle>
          <a:p>
            <a:pPr lvl="0"/>
            <a:r>
              <a:rPr lang="en-US"/>
              <a:t>Nr.</a:t>
            </a:r>
          </a:p>
        </p:txBody>
      </p:sp>
      <p:sp>
        <p:nvSpPr>
          <p:cNvPr id="34" name="Text Placeholder 21">
            <a:extLst>
              <a:ext uri="{FF2B5EF4-FFF2-40B4-BE49-F238E27FC236}">
                <a16:creationId xmlns:a16="http://schemas.microsoft.com/office/drawing/2014/main" id="{2805126F-3113-7CD1-34D9-9BB023BB8A9D}"/>
              </a:ext>
            </a:extLst>
          </p:cNvPr>
          <p:cNvSpPr>
            <a:spLocks noGrp="1"/>
          </p:cNvSpPr>
          <p:nvPr>
            <p:ph type="body" sz="quarter" idx="24" hasCustomPrompt="1"/>
          </p:nvPr>
        </p:nvSpPr>
        <p:spPr>
          <a:xfrm>
            <a:off x="4467820" y="5364000"/>
            <a:ext cx="7236000" cy="612000"/>
          </a:xfrm>
        </p:spPr>
        <p:txBody>
          <a:bodyPr anchor="ctr" anchorCtr="0"/>
          <a:lstStyle>
            <a:lvl1pPr>
              <a:defRPr sz="2000"/>
            </a:lvl1pPr>
          </a:lstStyle>
          <a:p>
            <a:pPr lvl="0"/>
            <a:r>
              <a:rPr lang="en-US"/>
              <a:t>Agenda topic</a:t>
            </a:r>
          </a:p>
        </p:txBody>
      </p:sp>
      <p:sp>
        <p:nvSpPr>
          <p:cNvPr id="2" name="Slide Number Placeholder 1">
            <a:extLst>
              <a:ext uri="{FF2B5EF4-FFF2-40B4-BE49-F238E27FC236}">
                <a16:creationId xmlns:a16="http://schemas.microsoft.com/office/drawing/2014/main" id="{0B0CD76D-0D81-9263-383E-E707CF52A17F}"/>
              </a:ext>
            </a:extLst>
          </p:cNvPr>
          <p:cNvSpPr>
            <a:spLocks noGrp="1"/>
          </p:cNvSpPr>
          <p:nvPr>
            <p:ph type="sldNum" sz="quarter" idx="25"/>
          </p:nvPr>
        </p:nvSpPr>
        <p:spPr/>
        <p:txBody>
          <a:body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808A8278-066B-C367-973D-6C1A5C44B25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4355060"/>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hapter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800" y="396000"/>
            <a:ext cx="4932000" cy="2880000"/>
          </a:xfrm>
        </p:spPr>
        <p:txBody>
          <a:bodyPr anchor="t" anchorCtr="0">
            <a:noAutofit/>
          </a:bodyPr>
          <a:lstStyle>
            <a:lvl1pPr>
              <a:lnSpc>
                <a:spcPct val="85000"/>
              </a:lnSpc>
              <a:defRPr sz="4800" kern="100" spc="-120" baseline="0">
                <a:solidFill>
                  <a:srgbClr val="4CD3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8800" y="3312000"/>
            <a:ext cx="4932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21" name="Picture Placeholder 20">
            <a:extLst>
              <a:ext uri="{FF2B5EF4-FFF2-40B4-BE49-F238E27FC236}">
                <a16:creationId xmlns:a16="http://schemas.microsoft.com/office/drawing/2014/main" id="{5B0A33B1-3FF4-4137-0B16-2BD702BBA6DB}"/>
              </a:ext>
            </a:extLst>
          </p:cNvPr>
          <p:cNvSpPr>
            <a:spLocks noGrp="1"/>
          </p:cNvSpPr>
          <p:nvPr>
            <p:ph type="pic" sz="quarter" idx="13" hasCustomPrompt="1"/>
          </p:nvPr>
        </p:nvSpPr>
        <p:spPr>
          <a:xfrm>
            <a:off x="5628000" y="189000"/>
            <a:ext cx="6373200" cy="6480000"/>
          </a:xfrm>
          <a:custGeom>
            <a:avLst/>
            <a:gdLst>
              <a:gd name="connsiteX0" fmla="*/ 1892106 w 6459796"/>
              <a:gd name="connsiteY0" fmla="*/ 0 h 6459796"/>
              <a:gd name="connsiteX1" fmla="*/ 4567690 w 6459796"/>
              <a:gd name="connsiteY1" fmla="*/ 0 h 6459796"/>
              <a:gd name="connsiteX2" fmla="*/ 6459796 w 6459796"/>
              <a:gd name="connsiteY2" fmla="*/ 1892106 h 6459796"/>
              <a:gd name="connsiteX3" fmla="*/ 6459796 w 6459796"/>
              <a:gd name="connsiteY3" fmla="*/ 4567690 h 6459796"/>
              <a:gd name="connsiteX4" fmla="*/ 4567690 w 6459796"/>
              <a:gd name="connsiteY4" fmla="*/ 6459796 h 6459796"/>
              <a:gd name="connsiteX5" fmla="*/ 1892106 w 6459796"/>
              <a:gd name="connsiteY5" fmla="*/ 6459796 h 6459796"/>
              <a:gd name="connsiteX6" fmla="*/ 0 w 6459796"/>
              <a:gd name="connsiteY6" fmla="*/ 4567690 h 6459796"/>
              <a:gd name="connsiteX7" fmla="*/ 0 w 6459796"/>
              <a:gd name="connsiteY7" fmla="*/ 1892106 h 645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59796" h="6459796">
                <a:moveTo>
                  <a:pt x="1892106" y="0"/>
                </a:moveTo>
                <a:lnTo>
                  <a:pt x="4567690" y="0"/>
                </a:lnTo>
                <a:lnTo>
                  <a:pt x="6459796" y="1892106"/>
                </a:lnTo>
                <a:lnTo>
                  <a:pt x="6459796" y="4567690"/>
                </a:lnTo>
                <a:lnTo>
                  <a:pt x="4567690" y="6459796"/>
                </a:lnTo>
                <a:lnTo>
                  <a:pt x="1892106" y="6459796"/>
                </a:lnTo>
                <a:lnTo>
                  <a:pt x="0" y="4567690"/>
                </a:lnTo>
                <a:lnTo>
                  <a:pt x="0" y="1892106"/>
                </a:lnTo>
                <a:close/>
              </a:path>
            </a:pathLst>
          </a:custGeom>
          <a:solidFill>
            <a:schemeClr val="bg1">
              <a:lumMod val="95000"/>
            </a:schemeClr>
          </a:solidFill>
        </p:spPr>
        <p:txBody>
          <a:bodyPr wrap="square" lIns="203200" tIns="201600" rIns="201600" bIns="201600">
            <a:noAutofit/>
          </a:bodyPr>
          <a:lstStyle>
            <a:lvl1pPr algn="ctr">
              <a:defRPr/>
            </a:lvl1pPr>
          </a:lstStyle>
          <a:p>
            <a:r>
              <a:rPr lang="en-US"/>
              <a:t>Click icon to insert an image</a:t>
            </a:r>
          </a:p>
        </p:txBody>
      </p:sp>
    </p:spTree>
    <p:extLst>
      <p:ext uri="{BB962C8B-B14F-4D97-AF65-F5344CB8AC3E}">
        <p14:creationId xmlns:p14="http://schemas.microsoft.com/office/powerpoint/2010/main" val="1427034046"/>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9999" y="396000"/>
            <a:ext cx="4932000" cy="2880001"/>
          </a:xfrm>
        </p:spPr>
        <p:txBody>
          <a:bodyPr anchor="t" anchorCtr="0">
            <a:noAutofit/>
          </a:bodyPr>
          <a:lstStyle>
            <a:lvl1pPr>
              <a:lnSpc>
                <a:spcPct val="85000"/>
              </a:lnSpc>
              <a:defRPr sz="4800" kern="100" spc="-120" baseline="0">
                <a:solidFill>
                  <a:srgbClr val="E7FF00"/>
                </a:solidFill>
              </a:defRPr>
            </a:lvl1pPr>
          </a:lstStyle>
          <a:p>
            <a:r>
              <a:rPr lang="en-US"/>
              <a:t>Click to edit chapter title</a:t>
            </a:r>
          </a:p>
        </p:txBody>
      </p:sp>
      <p:sp>
        <p:nvSpPr>
          <p:cNvPr id="3" name="Text Placeholder 2">
            <a:extLst>
              <a:ext uri="{FF2B5EF4-FFF2-40B4-BE49-F238E27FC236}">
                <a16:creationId xmlns:a16="http://schemas.microsoft.com/office/drawing/2014/main" id="{4AF2DDCD-84F7-098A-093D-6421BE778192}"/>
              </a:ext>
            </a:extLst>
          </p:cNvPr>
          <p:cNvSpPr>
            <a:spLocks noGrp="1"/>
          </p:cNvSpPr>
          <p:nvPr>
            <p:ph type="body" idx="1" hasCustomPrompt="1"/>
          </p:nvPr>
        </p:nvSpPr>
        <p:spPr>
          <a:xfrm>
            <a:off x="479999" y="3312000"/>
            <a:ext cx="4932000" cy="2780824"/>
          </a:xfrm>
        </p:spPr>
        <p:txBody>
          <a:bodyPr anchor="t" anchorCtr="0"/>
          <a:lstStyle>
            <a:lvl1pPr marL="0" indent="0">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10" name="Picture Placeholder 9">
            <a:extLst>
              <a:ext uri="{FF2B5EF4-FFF2-40B4-BE49-F238E27FC236}">
                <a16:creationId xmlns:a16="http://schemas.microsoft.com/office/drawing/2014/main" id="{52F8041B-C061-F3DA-BD64-F8BF7279C14D}"/>
              </a:ext>
            </a:extLst>
          </p:cNvPr>
          <p:cNvSpPr>
            <a:spLocks noGrp="1"/>
          </p:cNvSpPr>
          <p:nvPr>
            <p:ph type="pic" sz="quarter" idx="13" hasCustomPrompt="1"/>
          </p:nvPr>
        </p:nvSpPr>
        <p:spPr>
          <a:xfrm>
            <a:off x="5627999" y="0"/>
            <a:ext cx="6563999" cy="6858000"/>
          </a:xfrm>
          <a:custGeom>
            <a:avLst/>
            <a:gdLst>
              <a:gd name="connsiteX0" fmla="*/ 4463799 w 6662996"/>
              <a:gd name="connsiteY0" fmla="*/ 0 h 6459787"/>
              <a:gd name="connsiteX1" fmla="*/ 6662996 w 6662996"/>
              <a:gd name="connsiteY1" fmla="*/ 0 h 6459787"/>
              <a:gd name="connsiteX2" fmla="*/ 6662996 w 6662996"/>
              <a:gd name="connsiteY2" fmla="*/ 6459787 h 6459787"/>
              <a:gd name="connsiteX3" fmla="*/ 4463799 w 6662996"/>
              <a:gd name="connsiteY3" fmla="*/ 6459787 h 6459787"/>
              <a:gd name="connsiteX4" fmla="*/ 1233841 w 6662996"/>
              <a:gd name="connsiteY4" fmla="*/ 5225967 h 6459787"/>
              <a:gd name="connsiteX5" fmla="*/ 0 w 6662996"/>
              <a:gd name="connsiteY5" fmla="*/ 3229894 h 6459787"/>
              <a:gd name="connsiteX6" fmla="*/ 1233841 w 6662996"/>
              <a:gd name="connsiteY6" fmla="*/ 1233820 h 6459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2996" h="6459787">
                <a:moveTo>
                  <a:pt x="4463799" y="0"/>
                </a:moveTo>
                <a:lnTo>
                  <a:pt x="6662996" y="0"/>
                </a:lnTo>
                <a:lnTo>
                  <a:pt x="6662996" y="6459787"/>
                </a:lnTo>
                <a:lnTo>
                  <a:pt x="4463799" y="6459787"/>
                </a:lnTo>
                <a:lnTo>
                  <a:pt x="1233841" y="5225967"/>
                </a:lnTo>
                <a:lnTo>
                  <a:pt x="0" y="3229894"/>
                </a:lnTo>
                <a:lnTo>
                  <a:pt x="1233841" y="1233820"/>
                </a:lnTo>
                <a:close/>
              </a:path>
            </a:pathLst>
          </a:custGeom>
          <a:solidFill>
            <a:schemeClr val="bg1">
              <a:lumMod val="95000"/>
            </a:schemeClr>
          </a:solidFill>
        </p:spPr>
        <p:txBody>
          <a:bodyPr wrap="square" lIns="203200" tIns="201600" rIns="201600" bIns="201600" anchor="ctr" anchorCtr="0">
            <a:noAutofit/>
          </a:bodyPr>
          <a:lstStyle>
            <a:lvl1pPr algn="ctr">
              <a:defRPr/>
            </a:lvl1pPr>
          </a:lstStyle>
          <a:p>
            <a:r>
              <a:rPr lang="en-US"/>
              <a:t>Click icon to insert an image</a:t>
            </a:r>
          </a:p>
        </p:txBody>
      </p:sp>
      <p:pic>
        <p:nvPicPr>
          <p:cNvPr id="4" name="Logo">
            <a:extLst>
              <a:ext uri="{FF2B5EF4-FFF2-40B4-BE49-F238E27FC236}">
                <a16:creationId xmlns:a16="http://schemas.microsoft.com/office/drawing/2014/main" id="{0E3FADD6-5E3C-72EF-F3D2-A809E5E16F0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594854989"/>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hapter slide image connector 1">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4464000" cy="2880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Text Placeholder 2">
            <a:extLst>
              <a:ext uri="{FF2B5EF4-FFF2-40B4-BE49-F238E27FC236}">
                <a16:creationId xmlns:a16="http://schemas.microsoft.com/office/drawing/2014/main" id="{6D5845B4-0CCF-8E55-0D3C-26D69C2B9396}"/>
              </a:ext>
            </a:extLst>
          </p:cNvPr>
          <p:cNvSpPr>
            <a:spLocks noGrp="1"/>
          </p:cNvSpPr>
          <p:nvPr>
            <p:ph type="body" idx="1" hasCustomPrompt="1"/>
          </p:nvPr>
        </p:nvSpPr>
        <p:spPr>
          <a:xfrm>
            <a:off x="478800" y="3312000"/>
            <a:ext cx="4464000" cy="2780824"/>
          </a:xfrm>
        </p:spPr>
        <p:txBody>
          <a:bodyPr anchor="t" anchorCtr="0"/>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summary</a:t>
            </a:r>
          </a:p>
        </p:txBody>
      </p:sp>
      <p:sp>
        <p:nvSpPr>
          <p:cNvPr id="9" name="Picture Placeholder A">
            <a:extLst>
              <a:ext uri="{FF2B5EF4-FFF2-40B4-BE49-F238E27FC236}">
                <a16:creationId xmlns:a16="http://schemas.microsoft.com/office/drawing/2014/main" id="{C3C489BF-58C7-1C89-1055-5CF03DA480CB}"/>
              </a:ext>
            </a:extLst>
          </p:cNvPr>
          <p:cNvSpPr>
            <a:spLocks noGrp="1"/>
          </p:cNvSpPr>
          <p:nvPr>
            <p:ph type="pic" sz="quarter" idx="10"/>
          </p:nvPr>
        </p:nvSpPr>
        <p:spPr>
          <a:xfrm>
            <a:off x="5155628" y="396000"/>
            <a:ext cx="3564000" cy="2808000"/>
          </a:xfrm>
          <a:solidFill>
            <a:schemeClr val="bg1">
              <a:lumMod val="95000"/>
            </a:schemeClr>
          </a:solidFill>
        </p:spPr>
        <p:txBody>
          <a:bodyPr lIns="180000" tIns="108000" rIns="180000"/>
          <a:lstStyle/>
          <a:p>
            <a:r>
              <a:rPr lang="en-US"/>
              <a:t>Click icon to add picture</a:t>
            </a:r>
          </a:p>
        </p:txBody>
      </p:sp>
      <p:sp>
        <p:nvSpPr>
          <p:cNvPr id="10" name="Picture Placeholder B">
            <a:extLst>
              <a:ext uri="{FF2B5EF4-FFF2-40B4-BE49-F238E27FC236}">
                <a16:creationId xmlns:a16="http://schemas.microsoft.com/office/drawing/2014/main" id="{28B8AAC1-0E69-E07E-DA85-B5BAF6B37118}"/>
              </a:ext>
            </a:extLst>
          </p:cNvPr>
          <p:cNvSpPr>
            <a:spLocks noGrp="1"/>
          </p:cNvSpPr>
          <p:nvPr>
            <p:ph type="pic" sz="quarter" idx="11"/>
          </p:nvPr>
        </p:nvSpPr>
        <p:spPr>
          <a:xfrm>
            <a:off x="8722800" y="2094868"/>
            <a:ext cx="2988000" cy="3997956"/>
          </a:xfrm>
          <a:solidFill>
            <a:schemeClr val="bg1">
              <a:lumMod val="95000"/>
            </a:schemeClr>
          </a:solidFill>
        </p:spPr>
        <p:txBody>
          <a:bodyPr lIns="180000" tIns="108000" rIns="180000"/>
          <a:lstStyle/>
          <a:p>
            <a:r>
              <a:rPr lang="en-US"/>
              <a:t>Click icon to add picture</a:t>
            </a:r>
          </a:p>
        </p:txBody>
      </p:sp>
    </p:spTree>
    <p:extLst>
      <p:ext uri="{BB962C8B-B14F-4D97-AF65-F5344CB8AC3E}">
        <p14:creationId xmlns:p14="http://schemas.microsoft.com/office/powerpoint/2010/main" val="2214282423"/>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hapter slide image connector 2">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1A7BA3C9-FC2A-5919-2A3D-1B220763C195}"/>
              </a:ext>
            </a:extLst>
          </p:cNvPr>
          <p:cNvGraphicFramePr>
            <a:graphicFrameLocks noChangeAspect="1"/>
          </p:cNvGraphicFramePr>
          <p:nvPr userDrawn="1">
            <p:custDataLst>
              <p:tags r:id="rId1"/>
            </p:custDataLst>
            <p:extLst>
              <p:ext uri="{D42A27DB-BD31-4B8C-83A1-F6EECF244321}">
                <p14:modId xmlns:p14="http://schemas.microsoft.com/office/powerpoint/2010/main" val="3466944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9" name="think-cell data - do not delete" hidden="1">
                        <a:extLst>
                          <a:ext uri="{FF2B5EF4-FFF2-40B4-BE49-F238E27FC236}">
                            <a16:creationId xmlns:a16="http://schemas.microsoft.com/office/drawing/2014/main" id="{1A7BA3C9-FC2A-5919-2A3D-1B220763C1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799" y="396000"/>
            <a:ext cx="8496000" cy="1728000"/>
          </a:xfrm>
        </p:spPr>
        <p:txBody>
          <a:bodyPr vert="horz"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6" name="Picture Placeholder A">
            <a:extLst>
              <a:ext uri="{FF2B5EF4-FFF2-40B4-BE49-F238E27FC236}">
                <a16:creationId xmlns:a16="http://schemas.microsoft.com/office/drawing/2014/main" id="{6D697B34-4542-D8A5-1A93-740278D856D4}"/>
              </a:ext>
            </a:extLst>
          </p:cNvPr>
          <p:cNvSpPr>
            <a:spLocks noGrp="1"/>
          </p:cNvSpPr>
          <p:nvPr>
            <p:ph type="pic" sz="quarter" idx="10"/>
          </p:nvPr>
        </p:nvSpPr>
        <p:spPr>
          <a:xfrm>
            <a:off x="478801" y="2130197"/>
            <a:ext cx="5614871" cy="3024000"/>
          </a:xfrm>
          <a:solidFill>
            <a:schemeClr val="bg1">
              <a:lumMod val="95000"/>
            </a:schemeClr>
          </a:solidFill>
        </p:spPr>
        <p:txBody>
          <a:bodyPr lIns="180000" tIns="108000"/>
          <a:lstStyle/>
          <a:p>
            <a:r>
              <a:rPr lang="en-US"/>
              <a:t>Click icon to add picture</a:t>
            </a:r>
          </a:p>
        </p:txBody>
      </p:sp>
      <p:sp>
        <p:nvSpPr>
          <p:cNvPr id="7" name="Picture Placeholder B">
            <a:extLst>
              <a:ext uri="{FF2B5EF4-FFF2-40B4-BE49-F238E27FC236}">
                <a16:creationId xmlns:a16="http://schemas.microsoft.com/office/drawing/2014/main" id="{54549A8F-CD9F-11E9-3856-5721AD92B0D8}"/>
              </a:ext>
            </a:extLst>
          </p:cNvPr>
          <p:cNvSpPr>
            <a:spLocks noGrp="1"/>
          </p:cNvSpPr>
          <p:nvPr>
            <p:ph type="pic" sz="quarter" idx="11"/>
          </p:nvPr>
        </p:nvSpPr>
        <p:spPr>
          <a:xfrm>
            <a:off x="6093672" y="3354592"/>
            <a:ext cx="5617129" cy="3024608"/>
          </a:xfrm>
          <a:solidFill>
            <a:schemeClr val="bg1">
              <a:lumMod val="95000"/>
            </a:schemeClr>
          </a:solidFill>
        </p:spPr>
        <p:txBody>
          <a:bodyPr lIns="180000" tIns="108000"/>
          <a:lstStyle/>
          <a:p>
            <a:r>
              <a:rPr lang="en-US"/>
              <a:t>Click icon to add picture</a:t>
            </a:r>
          </a:p>
        </p:txBody>
      </p:sp>
    </p:spTree>
    <p:extLst>
      <p:ext uri="{BB962C8B-B14F-4D97-AF65-F5344CB8AC3E}">
        <p14:creationId xmlns:p14="http://schemas.microsoft.com/office/powerpoint/2010/main" val="205669881"/>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hapter slide A">
    <p:bg>
      <p:bgPr>
        <a:solidFill>
          <a:srgbClr val="63B6FF"/>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496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6" name="Picture Placeholder 5">
            <a:extLst>
              <a:ext uri="{FF2B5EF4-FFF2-40B4-BE49-F238E27FC236}">
                <a16:creationId xmlns:a16="http://schemas.microsoft.com/office/drawing/2014/main" id="{FF7E8E03-AEC3-561D-DDC1-1C97AB5F008B}"/>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472574443"/>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Chapter slide B">
    <p:bg>
      <p:bgPr>
        <a:solidFill>
          <a:srgbClr val="63B6FF"/>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4" name="Picture Placeholder 3">
            <a:extLst>
              <a:ext uri="{FF2B5EF4-FFF2-40B4-BE49-F238E27FC236}">
                <a16:creationId xmlns:a16="http://schemas.microsoft.com/office/drawing/2014/main" id="{39E8A7A7-F2F6-A746-63E4-FB86C919EADC}"/>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2375134594"/>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hapter slide C">
    <p:bg>
      <p:bgPr>
        <a:solidFill>
          <a:srgbClr val="63B6FF"/>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tx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000000"/>
          </a:solidFill>
        </p:spPr>
        <p:txBody>
          <a:bodyPr vert="horz" wrap="square" lIns="203200" tIns="201600" rIns="201600" bIns="201600" rtlCol="0" anchor="ctr" anchorCtr="0">
            <a:noAutofit/>
          </a:bodyPr>
          <a:lstStyle/>
          <a:p>
            <a:endParaRPr lang="en-US"/>
          </a:p>
        </p:txBody>
      </p:sp>
      <p:sp>
        <p:nvSpPr>
          <p:cNvPr id="14" name="Picture Placeholder 13">
            <a:extLst>
              <a:ext uri="{FF2B5EF4-FFF2-40B4-BE49-F238E27FC236}">
                <a16:creationId xmlns:a16="http://schemas.microsoft.com/office/drawing/2014/main" id="{C1DF105E-CE19-DB97-3C28-9FB54ABB3606}"/>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bg1"/>
                </a:solidFill>
              </a:defRPr>
            </a:lvl1pPr>
          </a:lstStyle>
          <a:p>
            <a:pPr lvl="0" algn="ctr"/>
            <a:r>
              <a:rPr lang="en-US"/>
              <a:t>Click icon to insert an image</a:t>
            </a:r>
          </a:p>
        </p:txBody>
      </p:sp>
    </p:spTree>
    <p:extLst>
      <p:ext uri="{BB962C8B-B14F-4D97-AF65-F5344CB8AC3E}">
        <p14:creationId xmlns:p14="http://schemas.microsoft.com/office/powerpoint/2010/main" val="3540577124"/>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Chapter slide A2">
    <p:bg>
      <p:bgPr>
        <a:solidFill>
          <a:srgbClr val="0B3F2D"/>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866EA604-8D93-CF97-513A-CCD2CD7512F2}"/>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32E6E7D6-926B-D154-1477-2AFB06F66501}"/>
              </a:ext>
              <a:ext uri="{C183D7F6-B498-43B3-948B-1728B52AA6E4}">
                <adec:decorative xmlns:adec="http://schemas.microsoft.com/office/drawing/2017/decorative" val="1"/>
              </a:ext>
            </a:extLst>
          </p:cNvPr>
          <p:cNvSpPr txBox="1">
            <a:spLocks/>
          </p:cNvSpPr>
          <p:nvPr userDrawn="1"/>
        </p:nvSpPr>
        <p:spPr>
          <a:xfrm>
            <a:off x="0" y="2333625"/>
            <a:ext cx="12193200" cy="4533900"/>
          </a:xfrm>
          <a:custGeom>
            <a:avLst/>
            <a:gdLst>
              <a:gd name="connsiteX0" fmla="*/ 6096607 w 12193200"/>
              <a:gd name="connsiteY0" fmla="*/ 0 h 4533900"/>
              <a:gd name="connsiteX1" fmla="*/ 12193200 w 12193200"/>
              <a:gd name="connsiteY1" fmla="*/ 2202541 h 4533900"/>
              <a:gd name="connsiteX2" fmla="*/ 12193200 w 12193200"/>
              <a:gd name="connsiteY2" fmla="*/ 4533900 h 4533900"/>
              <a:gd name="connsiteX3" fmla="*/ 12191998 w 12193200"/>
              <a:gd name="connsiteY3" fmla="*/ 4533900 h 4533900"/>
              <a:gd name="connsiteX4" fmla="*/ 12191998 w 12193200"/>
              <a:gd name="connsiteY4" fmla="*/ 4524375 h 4533900"/>
              <a:gd name="connsiteX5" fmla="*/ 0 w 12193200"/>
              <a:gd name="connsiteY5" fmla="*/ 4524375 h 4533900"/>
              <a:gd name="connsiteX6" fmla="*/ 0 w 12193200"/>
              <a:gd name="connsiteY6"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3200" h="4533900">
                <a:moveTo>
                  <a:pt x="6096607" y="0"/>
                </a:moveTo>
                <a:lnTo>
                  <a:pt x="12193200" y="2202541"/>
                </a:lnTo>
                <a:lnTo>
                  <a:pt x="12193200" y="4533900"/>
                </a:lnTo>
                <a:lnTo>
                  <a:pt x="12191998" y="4533900"/>
                </a:lnTo>
                <a:lnTo>
                  <a:pt x="12191998" y="4524375"/>
                </a:lnTo>
                <a:lnTo>
                  <a:pt x="0" y="4524375"/>
                </a:lnTo>
                <a:lnTo>
                  <a:pt x="0" y="2202541"/>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21" name="Picture Placeholder 20">
            <a:extLst>
              <a:ext uri="{FF2B5EF4-FFF2-40B4-BE49-F238E27FC236}">
                <a16:creationId xmlns:a16="http://schemas.microsoft.com/office/drawing/2014/main" id="{8F6659FD-B1DC-DC6B-9892-998C506AEE85}"/>
              </a:ext>
            </a:extLst>
          </p:cNvPr>
          <p:cNvSpPr>
            <a:spLocks noGrp="1"/>
          </p:cNvSpPr>
          <p:nvPr>
            <p:ph type="pic" sz="quarter" idx="20" hasCustomPrompt="1"/>
          </p:nvPr>
        </p:nvSpPr>
        <p:spPr>
          <a:xfrm>
            <a:off x="5" y="2324099"/>
            <a:ext cx="12193197" cy="4533900"/>
          </a:xfrm>
          <a:custGeom>
            <a:avLst/>
            <a:gdLst>
              <a:gd name="connsiteX0" fmla="*/ 434412 w 12193197"/>
              <a:gd name="connsiteY0" fmla="*/ 4230895 h 4533900"/>
              <a:gd name="connsiteX1" fmla="*/ 452515 w 12193197"/>
              <a:gd name="connsiteY1" fmla="*/ 4230895 h 4533900"/>
              <a:gd name="connsiteX2" fmla="*/ 452515 w 12193197"/>
              <a:gd name="connsiteY2" fmla="*/ 4303613 h 4533900"/>
              <a:gd name="connsiteX3" fmla="*/ 434412 w 12193197"/>
              <a:gd name="connsiteY3" fmla="*/ 4303613 h 4533900"/>
              <a:gd name="connsiteX4" fmla="*/ 316283 w 12193197"/>
              <a:gd name="connsiteY4" fmla="*/ 4194689 h 4533900"/>
              <a:gd name="connsiteX5" fmla="*/ 343591 w 12193197"/>
              <a:gd name="connsiteY5" fmla="*/ 4194689 h 4533900"/>
              <a:gd name="connsiteX6" fmla="*/ 343591 w 12193197"/>
              <a:gd name="connsiteY6" fmla="*/ 4303613 h 4533900"/>
              <a:gd name="connsiteX7" fmla="*/ 316283 w 12193197"/>
              <a:gd name="connsiteY7" fmla="*/ 4303613 h 4533900"/>
              <a:gd name="connsiteX8" fmla="*/ 911528 w 12193197"/>
              <a:gd name="connsiteY8" fmla="*/ 4191621 h 4533900"/>
              <a:gd name="connsiteX9" fmla="*/ 943745 w 12193197"/>
              <a:gd name="connsiteY9" fmla="*/ 4238565 h 4533900"/>
              <a:gd name="connsiteX10" fmla="*/ 911528 w 12193197"/>
              <a:gd name="connsiteY10" fmla="*/ 4282441 h 4533900"/>
              <a:gd name="connsiteX11" fmla="*/ 878083 w 12193197"/>
              <a:gd name="connsiteY11" fmla="*/ 4236417 h 4533900"/>
              <a:gd name="connsiteX12" fmla="*/ 911528 w 12193197"/>
              <a:gd name="connsiteY12" fmla="*/ 4191621 h 4533900"/>
              <a:gd name="connsiteX13" fmla="*/ 638453 w 12193197"/>
              <a:gd name="connsiteY13" fmla="*/ 4191315 h 4533900"/>
              <a:gd name="connsiteX14" fmla="*/ 670669 w 12193197"/>
              <a:gd name="connsiteY14" fmla="*/ 4239180 h 4533900"/>
              <a:gd name="connsiteX15" fmla="*/ 637532 w 12193197"/>
              <a:gd name="connsiteY15" fmla="*/ 4285203 h 4533900"/>
              <a:gd name="connsiteX16" fmla="*/ 605008 w 12193197"/>
              <a:gd name="connsiteY16" fmla="*/ 4236418 h 4533900"/>
              <a:gd name="connsiteX17" fmla="*/ 638453 w 12193197"/>
              <a:gd name="connsiteY17" fmla="*/ 4191315 h 4533900"/>
              <a:gd name="connsiteX18" fmla="*/ 1049294 w 12193197"/>
              <a:gd name="connsiteY18" fmla="*/ 4190701 h 4533900"/>
              <a:gd name="connsiteX19" fmla="*/ 1082739 w 12193197"/>
              <a:gd name="connsiteY19" fmla="*/ 4238566 h 4533900"/>
              <a:gd name="connsiteX20" fmla="*/ 1049601 w 12193197"/>
              <a:gd name="connsiteY20" fmla="*/ 4285510 h 4533900"/>
              <a:gd name="connsiteX21" fmla="*/ 1015543 w 12193197"/>
              <a:gd name="connsiteY21" fmla="*/ 4238566 h 4533900"/>
              <a:gd name="connsiteX22" fmla="*/ 1049294 w 12193197"/>
              <a:gd name="connsiteY22" fmla="*/ 4190701 h 4533900"/>
              <a:gd name="connsiteX23" fmla="*/ 775604 w 12193197"/>
              <a:gd name="connsiteY23" fmla="*/ 4190701 h 4533900"/>
              <a:gd name="connsiteX24" fmla="*/ 806900 w 12193197"/>
              <a:gd name="connsiteY24" fmla="*/ 4223224 h 4533900"/>
              <a:gd name="connsiteX25" fmla="*/ 742773 w 12193197"/>
              <a:gd name="connsiteY25" fmla="*/ 4223224 h 4533900"/>
              <a:gd name="connsiteX26" fmla="*/ 775604 w 12193197"/>
              <a:gd name="connsiteY26" fmla="*/ 4190701 h 4533900"/>
              <a:gd name="connsiteX27" fmla="*/ 398206 w 12193197"/>
              <a:gd name="connsiteY27" fmla="*/ 4176587 h 4533900"/>
              <a:gd name="connsiteX28" fmla="*/ 425514 w 12193197"/>
              <a:gd name="connsiteY28" fmla="*/ 4176587 h 4533900"/>
              <a:gd name="connsiteX29" fmla="*/ 425514 w 12193197"/>
              <a:gd name="connsiteY29" fmla="*/ 4285510 h 4533900"/>
              <a:gd name="connsiteX30" fmla="*/ 398206 w 12193197"/>
              <a:gd name="connsiteY30" fmla="*/ 4285510 h 4533900"/>
              <a:gd name="connsiteX31" fmla="*/ 288976 w 12193197"/>
              <a:gd name="connsiteY31" fmla="*/ 4176280 h 4533900"/>
              <a:gd name="connsiteX32" fmla="*/ 307078 w 12193197"/>
              <a:gd name="connsiteY32" fmla="*/ 4176280 h 4533900"/>
              <a:gd name="connsiteX33" fmla="*/ 307078 w 12193197"/>
              <a:gd name="connsiteY33" fmla="*/ 4248998 h 4533900"/>
              <a:gd name="connsiteX34" fmla="*/ 288976 w 12193197"/>
              <a:gd name="connsiteY34" fmla="*/ 4248998 h 4533900"/>
              <a:gd name="connsiteX35" fmla="*/ 903550 w 12193197"/>
              <a:gd name="connsiteY35" fmla="*/ 4170143 h 4533900"/>
              <a:gd name="connsiteX36" fmla="*/ 846787 w 12193197"/>
              <a:gd name="connsiteY36" fmla="*/ 4237645 h 4533900"/>
              <a:gd name="connsiteX37" fmla="*/ 904777 w 12193197"/>
              <a:gd name="connsiteY37" fmla="*/ 4303612 h 4533900"/>
              <a:gd name="connsiteX38" fmla="*/ 944358 w 12193197"/>
              <a:gd name="connsiteY38" fmla="*/ 4282748 h 4533900"/>
              <a:gd name="connsiteX39" fmla="*/ 944358 w 12193197"/>
              <a:gd name="connsiteY39" fmla="*/ 4297783 h 4533900"/>
              <a:gd name="connsiteX40" fmla="*/ 912141 w 12193197"/>
              <a:gd name="connsiteY40" fmla="*/ 4333375 h 4533900"/>
              <a:gd name="connsiteX41" fmla="*/ 882686 w 12193197"/>
              <a:gd name="connsiteY41" fmla="*/ 4315885 h 4533900"/>
              <a:gd name="connsiteX42" fmla="*/ 880231 w 12193197"/>
              <a:gd name="connsiteY42" fmla="*/ 4313738 h 4533900"/>
              <a:gd name="connsiteX43" fmla="*/ 853537 w 12193197"/>
              <a:gd name="connsiteY43" fmla="*/ 4313738 h 4533900"/>
              <a:gd name="connsiteX44" fmla="*/ 851389 w 12193197"/>
              <a:gd name="connsiteY44" fmla="*/ 4315885 h 4533900"/>
              <a:gd name="connsiteX45" fmla="*/ 910914 w 12193197"/>
              <a:gd name="connsiteY45" fmla="*/ 4354852 h 4533900"/>
              <a:gd name="connsiteX46" fmla="*/ 972586 w 12193197"/>
              <a:gd name="connsiteY46" fmla="*/ 4298090 h 4533900"/>
              <a:gd name="connsiteX47" fmla="*/ 972280 w 12193197"/>
              <a:gd name="connsiteY47" fmla="*/ 4233349 h 4533900"/>
              <a:gd name="connsiteX48" fmla="*/ 973814 w 12193197"/>
              <a:gd name="connsiteY48" fmla="*/ 4174439 h 4533900"/>
              <a:gd name="connsiteX49" fmla="*/ 971666 w 12193197"/>
              <a:gd name="connsiteY49" fmla="*/ 4172291 h 4533900"/>
              <a:gd name="connsiteX50" fmla="*/ 944665 w 12193197"/>
              <a:gd name="connsiteY50" fmla="*/ 4172291 h 4533900"/>
              <a:gd name="connsiteX51" fmla="*/ 942517 w 12193197"/>
              <a:gd name="connsiteY51" fmla="*/ 4174439 h 4533900"/>
              <a:gd name="connsiteX52" fmla="*/ 943131 w 12193197"/>
              <a:gd name="connsiteY52" fmla="*/ 4189166 h 4533900"/>
              <a:gd name="connsiteX53" fmla="*/ 903550 w 12193197"/>
              <a:gd name="connsiteY53" fmla="*/ 4170143 h 4533900"/>
              <a:gd name="connsiteX54" fmla="*/ 629861 w 12193197"/>
              <a:gd name="connsiteY54" fmla="*/ 4169530 h 4533900"/>
              <a:gd name="connsiteX55" fmla="*/ 573405 w 12193197"/>
              <a:gd name="connsiteY55" fmla="*/ 4238566 h 4533900"/>
              <a:gd name="connsiteX56" fmla="*/ 629248 w 12193197"/>
              <a:gd name="connsiteY56" fmla="*/ 4306681 h 4533900"/>
              <a:gd name="connsiteX57" fmla="*/ 669749 w 12193197"/>
              <a:gd name="connsiteY57" fmla="*/ 4285817 h 4533900"/>
              <a:gd name="connsiteX58" fmla="*/ 669135 w 12193197"/>
              <a:gd name="connsiteY58" fmla="*/ 4302079 h 4533900"/>
              <a:gd name="connsiteX59" fmla="*/ 671283 w 12193197"/>
              <a:gd name="connsiteY59" fmla="*/ 4304227 h 4533900"/>
              <a:gd name="connsiteX60" fmla="*/ 698591 w 12193197"/>
              <a:gd name="connsiteY60" fmla="*/ 4304227 h 4533900"/>
              <a:gd name="connsiteX61" fmla="*/ 700739 w 12193197"/>
              <a:gd name="connsiteY61" fmla="*/ 4302079 h 4533900"/>
              <a:gd name="connsiteX62" fmla="*/ 700125 w 12193197"/>
              <a:gd name="connsiteY62" fmla="*/ 4237645 h 4533900"/>
              <a:gd name="connsiteX63" fmla="*/ 700739 w 12193197"/>
              <a:gd name="connsiteY63" fmla="*/ 4174132 h 4533900"/>
              <a:gd name="connsiteX64" fmla="*/ 698591 w 12193197"/>
              <a:gd name="connsiteY64" fmla="*/ 4171985 h 4533900"/>
              <a:gd name="connsiteX65" fmla="*/ 671283 w 12193197"/>
              <a:gd name="connsiteY65" fmla="*/ 4171985 h 4533900"/>
              <a:gd name="connsiteX66" fmla="*/ 669135 w 12193197"/>
              <a:gd name="connsiteY66" fmla="*/ 4174132 h 4533900"/>
              <a:gd name="connsiteX67" fmla="*/ 669749 w 12193197"/>
              <a:gd name="connsiteY67" fmla="*/ 4188860 h 4533900"/>
              <a:gd name="connsiteX68" fmla="*/ 629861 w 12193197"/>
              <a:gd name="connsiteY68" fmla="*/ 4169530 h 4533900"/>
              <a:gd name="connsiteX69" fmla="*/ 1049601 w 12193197"/>
              <a:gd name="connsiteY69" fmla="*/ 4169223 h 4533900"/>
              <a:gd name="connsiteX70" fmla="*/ 984247 w 12193197"/>
              <a:gd name="connsiteY70" fmla="*/ 4238873 h 4533900"/>
              <a:gd name="connsiteX71" fmla="*/ 1049601 w 12193197"/>
              <a:gd name="connsiteY71" fmla="*/ 4307602 h 4533900"/>
              <a:gd name="connsiteX72" fmla="*/ 1114342 w 12193197"/>
              <a:gd name="connsiteY72" fmla="*/ 4237952 h 4533900"/>
              <a:gd name="connsiteX73" fmla="*/ 1049601 w 12193197"/>
              <a:gd name="connsiteY73" fmla="*/ 4169223 h 4533900"/>
              <a:gd name="connsiteX74" fmla="*/ 774990 w 12193197"/>
              <a:gd name="connsiteY74" fmla="*/ 4168916 h 4533900"/>
              <a:gd name="connsiteX75" fmla="*/ 710556 w 12193197"/>
              <a:gd name="connsiteY75" fmla="*/ 4238566 h 4533900"/>
              <a:gd name="connsiteX76" fmla="*/ 775910 w 12193197"/>
              <a:gd name="connsiteY76" fmla="*/ 4307295 h 4533900"/>
              <a:gd name="connsiteX77" fmla="*/ 836049 w 12193197"/>
              <a:gd name="connsiteY77" fmla="*/ 4264339 h 4533900"/>
              <a:gd name="connsiteX78" fmla="*/ 834208 w 12193197"/>
              <a:gd name="connsiteY78" fmla="*/ 4262191 h 4533900"/>
              <a:gd name="connsiteX79" fmla="*/ 808434 w 12193197"/>
              <a:gd name="connsiteY79" fmla="*/ 4262191 h 4533900"/>
              <a:gd name="connsiteX80" fmla="*/ 805980 w 12193197"/>
              <a:gd name="connsiteY80" fmla="*/ 4264339 h 4533900"/>
              <a:gd name="connsiteX81" fmla="*/ 776524 w 12193197"/>
              <a:gd name="connsiteY81" fmla="*/ 4285510 h 4533900"/>
              <a:gd name="connsiteX82" fmla="*/ 741546 w 12193197"/>
              <a:gd name="connsiteY82" fmla="*/ 4244088 h 4533900"/>
              <a:gd name="connsiteX83" fmla="*/ 837890 w 12193197"/>
              <a:gd name="connsiteY83" fmla="*/ 4244088 h 4533900"/>
              <a:gd name="connsiteX84" fmla="*/ 840037 w 12193197"/>
              <a:gd name="connsiteY84" fmla="*/ 4241941 h 4533900"/>
              <a:gd name="connsiteX85" fmla="*/ 774990 w 12193197"/>
              <a:gd name="connsiteY85" fmla="*/ 4168916 h 4533900"/>
              <a:gd name="connsiteX86" fmla="*/ 1199334 w 12193197"/>
              <a:gd name="connsiteY86" fmla="*/ 4168609 h 4533900"/>
              <a:gd name="connsiteX87" fmla="*/ 1156071 w 12193197"/>
              <a:gd name="connsiteY87" fmla="*/ 4191007 h 4533900"/>
              <a:gd name="connsiteX88" fmla="*/ 1156685 w 12193197"/>
              <a:gd name="connsiteY88" fmla="*/ 4173825 h 4533900"/>
              <a:gd name="connsiteX89" fmla="*/ 1154537 w 12193197"/>
              <a:gd name="connsiteY89" fmla="*/ 4171677 h 4533900"/>
              <a:gd name="connsiteX90" fmla="*/ 1128764 w 12193197"/>
              <a:gd name="connsiteY90" fmla="*/ 4171677 h 4533900"/>
              <a:gd name="connsiteX91" fmla="*/ 1126616 w 12193197"/>
              <a:gd name="connsiteY91" fmla="*/ 4173825 h 4533900"/>
              <a:gd name="connsiteX92" fmla="*/ 1126923 w 12193197"/>
              <a:gd name="connsiteY92" fmla="*/ 4241940 h 4533900"/>
              <a:gd name="connsiteX93" fmla="*/ 1126309 w 12193197"/>
              <a:gd name="connsiteY93" fmla="*/ 4302078 h 4533900"/>
              <a:gd name="connsiteX94" fmla="*/ 1128457 w 12193197"/>
              <a:gd name="connsiteY94" fmla="*/ 4304226 h 4533900"/>
              <a:gd name="connsiteX95" fmla="*/ 1155765 w 12193197"/>
              <a:gd name="connsiteY95" fmla="*/ 4303919 h 4533900"/>
              <a:gd name="connsiteX96" fmla="*/ 1157912 w 12193197"/>
              <a:gd name="connsiteY96" fmla="*/ 4301772 h 4533900"/>
              <a:gd name="connsiteX97" fmla="*/ 1157298 w 12193197"/>
              <a:gd name="connsiteY97" fmla="*/ 4247770 h 4533900"/>
              <a:gd name="connsiteX98" fmla="*/ 1157298 w 12193197"/>
              <a:gd name="connsiteY98" fmla="*/ 4233349 h 4533900"/>
              <a:gd name="connsiteX99" fmla="*/ 1189821 w 12193197"/>
              <a:gd name="connsiteY99" fmla="*/ 4192848 h 4533900"/>
              <a:gd name="connsiteX100" fmla="*/ 1214061 w 12193197"/>
              <a:gd name="connsiteY100" fmla="*/ 4221383 h 4533900"/>
              <a:gd name="connsiteX101" fmla="*/ 1214061 w 12193197"/>
              <a:gd name="connsiteY101" fmla="*/ 4247770 h 4533900"/>
              <a:gd name="connsiteX102" fmla="*/ 1213448 w 12193197"/>
              <a:gd name="connsiteY102" fmla="*/ 4301772 h 4533900"/>
              <a:gd name="connsiteX103" fmla="*/ 1215596 w 12193197"/>
              <a:gd name="connsiteY103" fmla="*/ 4303919 h 4533900"/>
              <a:gd name="connsiteX104" fmla="*/ 1242904 w 12193197"/>
              <a:gd name="connsiteY104" fmla="*/ 4303919 h 4533900"/>
              <a:gd name="connsiteX105" fmla="*/ 1245051 w 12193197"/>
              <a:gd name="connsiteY105" fmla="*/ 4301772 h 4533900"/>
              <a:gd name="connsiteX106" fmla="*/ 1244438 w 12193197"/>
              <a:gd name="connsiteY106" fmla="*/ 4247770 h 4533900"/>
              <a:gd name="connsiteX107" fmla="*/ 1244438 w 12193197"/>
              <a:gd name="connsiteY107" fmla="*/ 4220463 h 4533900"/>
              <a:gd name="connsiteX108" fmla="*/ 1199334 w 12193197"/>
              <a:gd name="connsiteY108" fmla="*/ 4168609 h 4533900"/>
              <a:gd name="connsiteX109" fmla="*/ 352796 w 12193197"/>
              <a:gd name="connsiteY109" fmla="*/ 4153575 h 4533900"/>
              <a:gd name="connsiteX110" fmla="*/ 389308 w 12193197"/>
              <a:gd name="connsiteY110" fmla="*/ 4153575 h 4533900"/>
              <a:gd name="connsiteX111" fmla="*/ 389308 w 12193197"/>
              <a:gd name="connsiteY111" fmla="*/ 4326318 h 4533900"/>
              <a:gd name="connsiteX112" fmla="*/ 352796 w 12193197"/>
              <a:gd name="connsiteY112" fmla="*/ 4326318 h 4533900"/>
              <a:gd name="connsiteX113" fmla="*/ 434412 w 12193197"/>
              <a:gd name="connsiteY113" fmla="*/ 4103562 h 4533900"/>
              <a:gd name="connsiteX114" fmla="*/ 234667 w 12193197"/>
              <a:gd name="connsiteY114" fmla="*/ 4176280 h 4533900"/>
              <a:gd name="connsiteX115" fmla="*/ 307385 w 12193197"/>
              <a:gd name="connsiteY115" fmla="*/ 4376024 h 4533900"/>
              <a:gd name="connsiteX116" fmla="*/ 507130 w 12193197"/>
              <a:gd name="connsiteY116" fmla="*/ 4303306 h 4533900"/>
              <a:gd name="connsiteX117" fmla="*/ 6096604 w 12193197"/>
              <a:gd name="connsiteY117" fmla="*/ 0 h 4533900"/>
              <a:gd name="connsiteX118" fmla="*/ 12193197 w 12193197"/>
              <a:gd name="connsiteY118" fmla="*/ 2202541 h 4533900"/>
              <a:gd name="connsiteX119" fmla="*/ 12193197 w 12193197"/>
              <a:gd name="connsiteY119" fmla="*/ 4533900 h 4533900"/>
              <a:gd name="connsiteX120" fmla="*/ 0 w 12193197"/>
              <a:gd name="connsiteY120" fmla="*/ 4533900 h 4533900"/>
              <a:gd name="connsiteX121" fmla="*/ 0 w 12193197"/>
              <a:gd name="connsiteY121" fmla="*/ 2202541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193197" h="4533900">
                <a:moveTo>
                  <a:pt x="434412" y="4230895"/>
                </a:moveTo>
                <a:lnTo>
                  <a:pt x="452515" y="4230895"/>
                </a:lnTo>
                <a:lnTo>
                  <a:pt x="452515" y="4303613"/>
                </a:lnTo>
                <a:lnTo>
                  <a:pt x="434412" y="4303613"/>
                </a:lnTo>
                <a:close/>
                <a:moveTo>
                  <a:pt x="316283" y="4194689"/>
                </a:moveTo>
                <a:lnTo>
                  <a:pt x="343591" y="4194689"/>
                </a:lnTo>
                <a:lnTo>
                  <a:pt x="343591" y="4303613"/>
                </a:lnTo>
                <a:lnTo>
                  <a:pt x="316283" y="4303613"/>
                </a:lnTo>
                <a:close/>
                <a:moveTo>
                  <a:pt x="911528" y="4191621"/>
                </a:moveTo>
                <a:cubicBezTo>
                  <a:pt x="932699" y="4191928"/>
                  <a:pt x="944052" y="4208496"/>
                  <a:pt x="943745" y="4238565"/>
                </a:cubicBezTo>
                <a:cubicBezTo>
                  <a:pt x="943745" y="4268021"/>
                  <a:pt x="931778" y="4282441"/>
                  <a:pt x="911528" y="4282441"/>
                </a:cubicBezTo>
                <a:cubicBezTo>
                  <a:pt x="889743" y="4282748"/>
                  <a:pt x="878083" y="4266486"/>
                  <a:pt x="878083" y="4236417"/>
                </a:cubicBezTo>
                <a:cubicBezTo>
                  <a:pt x="878083" y="4208189"/>
                  <a:pt x="889436" y="4191314"/>
                  <a:pt x="911528" y="4191621"/>
                </a:cubicBezTo>
                <a:close/>
                <a:moveTo>
                  <a:pt x="638453" y="4191315"/>
                </a:moveTo>
                <a:cubicBezTo>
                  <a:pt x="659010" y="4191621"/>
                  <a:pt x="670976" y="4208497"/>
                  <a:pt x="670669" y="4239180"/>
                </a:cubicBezTo>
                <a:cubicBezTo>
                  <a:pt x="670363" y="4269862"/>
                  <a:pt x="658396" y="4285203"/>
                  <a:pt x="637532" y="4285203"/>
                </a:cubicBezTo>
                <a:cubicBezTo>
                  <a:pt x="616054" y="4285203"/>
                  <a:pt x="604701" y="4267408"/>
                  <a:pt x="605008" y="4236418"/>
                </a:cubicBezTo>
                <a:cubicBezTo>
                  <a:pt x="605008" y="4208190"/>
                  <a:pt x="615747" y="4191008"/>
                  <a:pt x="638453" y="4191315"/>
                </a:cubicBezTo>
                <a:close/>
                <a:moveTo>
                  <a:pt x="1049294" y="4190701"/>
                </a:moveTo>
                <a:cubicBezTo>
                  <a:pt x="1071693" y="4190701"/>
                  <a:pt x="1082739" y="4206963"/>
                  <a:pt x="1082739" y="4238566"/>
                </a:cubicBezTo>
                <a:cubicBezTo>
                  <a:pt x="1082739" y="4270169"/>
                  <a:pt x="1072000" y="4285510"/>
                  <a:pt x="1049601" y="4285510"/>
                </a:cubicBezTo>
                <a:cubicBezTo>
                  <a:pt x="1026896" y="4285510"/>
                  <a:pt x="1015850" y="4270169"/>
                  <a:pt x="1015543" y="4238566"/>
                </a:cubicBezTo>
                <a:cubicBezTo>
                  <a:pt x="1015543" y="4207269"/>
                  <a:pt x="1026589" y="4191008"/>
                  <a:pt x="1049294" y="4190701"/>
                </a:cubicBezTo>
                <a:close/>
                <a:moveTo>
                  <a:pt x="775604" y="4190701"/>
                </a:moveTo>
                <a:cubicBezTo>
                  <a:pt x="795854" y="4190701"/>
                  <a:pt x="805673" y="4206042"/>
                  <a:pt x="806900" y="4223224"/>
                </a:cubicBezTo>
                <a:lnTo>
                  <a:pt x="742773" y="4223224"/>
                </a:lnTo>
                <a:cubicBezTo>
                  <a:pt x="746148" y="4202053"/>
                  <a:pt x="757194" y="4190701"/>
                  <a:pt x="775604" y="4190701"/>
                </a:cubicBezTo>
                <a:close/>
                <a:moveTo>
                  <a:pt x="398206" y="4176587"/>
                </a:moveTo>
                <a:lnTo>
                  <a:pt x="425514" y="4176587"/>
                </a:lnTo>
                <a:lnTo>
                  <a:pt x="425514" y="4285510"/>
                </a:lnTo>
                <a:lnTo>
                  <a:pt x="398206" y="4285510"/>
                </a:lnTo>
                <a:close/>
                <a:moveTo>
                  <a:pt x="288976" y="4176280"/>
                </a:moveTo>
                <a:lnTo>
                  <a:pt x="307078" y="4176280"/>
                </a:lnTo>
                <a:lnTo>
                  <a:pt x="307078" y="4248998"/>
                </a:lnTo>
                <a:lnTo>
                  <a:pt x="288976" y="4248998"/>
                </a:lnTo>
                <a:close/>
                <a:moveTo>
                  <a:pt x="903550" y="4170143"/>
                </a:moveTo>
                <a:cubicBezTo>
                  <a:pt x="867958" y="4170143"/>
                  <a:pt x="846787" y="4200519"/>
                  <a:pt x="846787" y="4237645"/>
                </a:cubicBezTo>
                <a:cubicBezTo>
                  <a:pt x="846787" y="4274771"/>
                  <a:pt x="866424" y="4303612"/>
                  <a:pt x="904777" y="4303612"/>
                </a:cubicBezTo>
                <a:cubicBezTo>
                  <a:pt x="922267" y="4303612"/>
                  <a:pt x="935460" y="4295942"/>
                  <a:pt x="944358" y="4282748"/>
                </a:cubicBezTo>
                <a:lnTo>
                  <a:pt x="944358" y="4297783"/>
                </a:lnTo>
                <a:cubicBezTo>
                  <a:pt x="944358" y="4322636"/>
                  <a:pt x="931165" y="4333375"/>
                  <a:pt x="912141" y="4333375"/>
                </a:cubicBezTo>
                <a:cubicBezTo>
                  <a:pt x="896493" y="4333375"/>
                  <a:pt x="885754" y="4327545"/>
                  <a:pt x="882686" y="4315885"/>
                </a:cubicBezTo>
                <a:cubicBezTo>
                  <a:pt x="882379" y="4314658"/>
                  <a:pt x="881459" y="4313738"/>
                  <a:pt x="880231" y="4313738"/>
                </a:cubicBezTo>
                <a:lnTo>
                  <a:pt x="853537" y="4313738"/>
                </a:lnTo>
                <a:cubicBezTo>
                  <a:pt x="852617" y="4313738"/>
                  <a:pt x="851389" y="4314658"/>
                  <a:pt x="851389" y="4315885"/>
                </a:cubicBezTo>
                <a:cubicBezTo>
                  <a:pt x="855071" y="4342579"/>
                  <a:pt x="879311" y="4355466"/>
                  <a:pt x="910914" y="4354852"/>
                </a:cubicBezTo>
                <a:cubicBezTo>
                  <a:pt x="951415" y="4354852"/>
                  <a:pt x="972893" y="4333681"/>
                  <a:pt x="972586" y="4298090"/>
                </a:cubicBezTo>
                <a:lnTo>
                  <a:pt x="972280" y="4233349"/>
                </a:lnTo>
                <a:lnTo>
                  <a:pt x="973814" y="4174439"/>
                </a:lnTo>
                <a:cubicBezTo>
                  <a:pt x="973814" y="4173518"/>
                  <a:pt x="972893" y="4172291"/>
                  <a:pt x="971666" y="4172291"/>
                </a:cubicBezTo>
                <a:lnTo>
                  <a:pt x="944665" y="4172291"/>
                </a:lnTo>
                <a:cubicBezTo>
                  <a:pt x="943745" y="4172291"/>
                  <a:pt x="942517" y="4173211"/>
                  <a:pt x="942517" y="4174439"/>
                </a:cubicBezTo>
                <a:lnTo>
                  <a:pt x="943131" y="4189166"/>
                </a:lnTo>
                <a:cubicBezTo>
                  <a:pt x="934540" y="4176893"/>
                  <a:pt x="921039" y="4170143"/>
                  <a:pt x="903550" y="4170143"/>
                </a:cubicBezTo>
                <a:close/>
                <a:moveTo>
                  <a:pt x="629861" y="4169530"/>
                </a:moveTo>
                <a:cubicBezTo>
                  <a:pt x="594576" y="4169530"/>
                  <a:pt x="573405" y="4200213"/>
                  <a:pt x="573405" y="4238566"/>
                </a:cubicBezTo>
                <a:cubicBezTo>
                  <a:pt x="573405" y="4276919"/>
                  <a:pt x="592735" y="4306681"/>
                  <a:pt x="629248" y="4306681"/>
                </a:cubicBezTo>
                <a:cubicBezTo>
                  <a:pt x="647044" y="4306681"/>
                  <a:pt x="660851" y="4299011"/>
                  <a:pt x="669749" y="4285817"/>
                </a:cubicBezTo>
                <a:lnTo>
                  <a:pt x="669135" y="4302079"/>
                </a:lnTo>
                <a:cubicBezTo>
                  <a:pt x="669135" y="4303306"/>
                  <a:pt x="670363" y="4304227"/>
                  <a:pt x="671283" y="4304227"/>
                </a:cubicBezTo>
                <a:lnTo>
                  <a:pt x="698591" y="4304227"/>
                </a:lnTo>
                <a:cubicBezTo>
                  <a:pt x="699818" y="4304227"/>
                  <a:pt x="700739" y="4302999"/>
                  <a:pt x="700739" y="4302079"/>
                </a:cubicBezTo>
                <a:lnTo>
                  <a:pt x="700125" y="4237645"/>
                </a:lnTo>
                <a:lnTo>
                  <a:pt x="700739" y="4174132"/>
                </a:lnTo>
                <a:cubicBezTo>
                  <a:pt x="700739" y="4172905"/>
                  <a:pt x="699511" y="4171985"/>
                  <a:pt x="698591" y="4171985"/>
                </a:cubicBezTo>
                <a:lnTo>
                  <a:pt x="671283" y="4171985"/>
                </a:lnTo>
                <a:cubicBezTo>
                  <a:pt x="670056" y="4171985"/>
                  <a:pt x="669135" y="4173212"/>
                  <a:pt x="669135" y="4174132"/>
                </a:cubicBezTo>
                <a:lnTo>
                  <a:pt x="669749" y="4188860"/>
                </a:lnTo>
                <a:cubicBezTo>
                  <a:pt x="660851" y="4176280"/>
                  <a:pt x="647351" y="4169530"/>
                  <a:pt x="629861" y="4169530"/>
                </a:cubicBezTo>
                <a:close/>
                <a:moveTo>
                  <a:pt x="1049601" y="4169223"/>
                </a:moveTo>
                <a:cubicBezTo>
                  <a:pt x="1007873" y="4169223"/>
                  <a:pt x="984247" y="4197144"/>
                  <a:pt x="984247" y="4238873"/>
                </a:cubicBezTo>
                <a:cubicBezTo>
                  <a:pt x="984247" y="4280601"/>
                  <a:pt x="1007873" y="4307602"/>
                  <a:pt x="1049601" y="4307602"/>
                </a:cubicBezTo>
                <a:cubicBezTo>
                  <a:pt x="1091023" y="4307602"/>
                  <a:pt x="1114342" y="4279680"/>
                  <a:pt x="1114342" y="4237952"/>
                </a:cubicBezTo>
                <a:cubicBezTo>
                  <a:pt x="1114342" y="4196224"/>
                  <a:pt x="1091330" y="4169223"/>
                  <a:pt x="1049601" y="4169223"/>
                </a:cubicBezTo>
                <a:close/>
                <a:moveTo>
                  <a:pt x="774990" y="4168916"/>
                </a:moveTo>
                <a:cubicBezTo>
                  <a:pt x="734795" y="4168916"/>
                  <a:pt x="710556" y="4198371"/>
                  <a:pt x="710556" y="4238566"/>
                </a:cubicBezTo>
                <a:cubicBezTo>
                  <a:pt x="710556" y="4278760"/>
                  <a:pt x="733261" y="4307295"/>
                  <a:pt x="775910" y="4307295"/>
                </a:cubicBezTo>
                <a:cubicBezTo>
                  <a:pt x="809661" y="4307295"/>
                  <a:pt x="831139" y="4288271"/>
                  <a:pt x="836049" y="4264339"/>
                </a:cubicBezTo>
                <a:cubicBezTo>
                  <a:pt x="836355" y="4263112"/>
                  <a:pt x="835128" y="4262191"/>
                  <a:pt x="834208" y="4262191"/>
                </a:cubicBezTo>
                <a:lnTo>
                  <a:pt x="808434" y="4262191"/>
                </a:lnTo>
                <a:cubicBezTo>
                  <a:pt x="807514" y="4262191"/>
                  <a:pt x="806286" y="4263112"/>
                  <a:pt x="805980" y="4264339"/>
                </a:cubicBezTo>
                <a:cubicBezTo>
                  <a:pt x="801684" y="4278453"/>
                  <a:pt x="791559" y="4285510"/>
                  <a:pt x="776524" y="4285510"/>
                </a:cubicBezTo>
                <a:cubicBezTo>
                  <a:pt x="754432" y="4285510"/>
                  <a:pt x="742773" y="4272316"/>
                  <a:pt x="741546" y="4244088"/>
                </a:cubicBezTo>
                <a:lnTo>
                  <a:pt x="837890" y="4244088"/>
                </a:lnTo>
                <a:cubicBezTo>
                  <a:pt x="839117" y="4244088"/>
                  <a:pt x="840037" y="4242861"/>
                  <a:pt x="840037" y="4241941"/>
                </a:cubicBezTo>
                <a:cubicBezTo>
                  <a:pt x="839424" y="4196837"/>
                  <a:pt x="815184" y="4169223"/>
                  <a:pt x="774990" y="4168916"/>
                </a:cubicBezTo>
                <a:close/>
                <a:moveTo>
                  <a:pt x="1199334" y="4168609"/>
                </a:moveTo>
                <a:cubicBezTo>
                  <a:pt x="1179696" y="4168609"/>
                  <a:pt x="1164662" y="4178734"/>
                  <a:pt x="1156071" y="4191007"/>
                </a:cubicBezTo>
                <a:lnTo>
                  <a:pt x="1156685" y="4173825"/>
                </a:lnTo>
                <a:cubicBezTo>
                  <a:pt x="1156685" y="4172598"/>
                  <a:pt x="1155458" y="4171677"/>
                  <a:pt x="1154537" y="4171677"/>
                </a:cubicBezTo>
                <a:lnTo>
                  <a:pt x="1128764" y="4171677"/>
                </a:lnTo>
                <a:cubicBezTo>
                  <a:pt x="1127536" y="4171677"/>
                  <a:pt x="1126616" y="4172905"/>
                  <a:pt x="1126616" y="4173825"/>
                </a:cubicBezTo>
                <a:lnTo>
                  <a:pt x="1126923" y="4241940"/>
                </a:lnTo>
                <a:lnTo>
                  <a:pt x="1126309" y="4302078"/>
                </a:lnTo>
                <a:cubicBezTo>
                  <a:pt x="1126309" y="4303306"/>
                  <a:pt x="1127536" y="4304226"/>
                  <a:pt x="1128457" y="4304226"/>
                </a:cubicBezTo>
                <a:lnTo>
                  <a:pt x="1155765" y="4303919"/>
                </a:lnTo>
                <a:cubicBezTo>
                  <a:pt x="1156992" y="4303919"/>
                  <a:pt x="1157912" y="4302692"/>
                  <a:pt x="1157912" y="4301772"/>
                </a:cubicBezTo>
                <a:lnTo>
                  <a:pt x="1157298" y="4247770"/>
                </a:lnTo>
                <a:lnTo>
                  <a:pt x="1157298" y="4233349"/>
                </a:lnTo>
                <a:cubicBezTo>
                  <a:pt x="1159753" y="4206042"/>
                  <a:pt x="1174481" y="4192848"/>
                  <a:pt x="1189821" y="4192848"/>
                </a:cubicBezTo>
                <a:cubicBezTo>
                  <a:pt x="1203936" y="4192848"/>
                  <a:pt x="1214061" y="4202667"/>
                  <a:pt x="1214061" y="4221383"/>
                </a:cubicBezTo>
                <a:lnTo>
                  <a:pt x="1214061" y="4247770"/>
                </a:lnTo>
                <a:lnTo>
                  <a:pt x="1213448" y="4301772"/>
                </a:lnTo>
                <a:cubicBezTo>
                  <a:pt x="1213448" y="4302999"/>
                  <a:pt x="1214675" y="4303919"/>
                  <a:pt x="1215596" y="4303919"/>
                </a:cubicBezTo>
                <a:lnTo>
                  <a:pt x="1242904" y="4303919"/>
                </a:lnTo>
                <a:cubicBezTo>
                  <a:pt x="1244131" y="4303919"/>
                  <a:pt x="1245051" y="4302692"/>
                  <a:pt x="1245051" y="4301772"/>
                </a:cubicBezTo>
                <a:lnTo>
                  <a:pt x="1244438" y="4247770"/>
                </a:lnTo>
                <a:lnTo>
                  <a:pt x="1244438" y="4220463"/>
                </a:lnTo>
                <a:cubicBezTo>
                  <a:pt x="1244438" y="4187019"/>
                  <a:pt x="1226642" y="4168609"/>
                  <a:pt x="1199334" y="4168609"/>
                </a:cubicBezTo>
                <a:close/>
                <a:moveTo>
                  <a:pt x="352796" y="4153575"/>
                </a:moveTo>
                <a:lnTo>
                  <a:pt x="389308" y="4153575"/>
                </a:lnTo>
                <a:lnTo>
                  <a:pt x="389308" y="4326318"/>
                </a:lnTo>
                <a:lnTo>
                  <a:pt x="352796" y="4326318"/>
                </a:lnTo>
                <a:close/>
                <a:moveTo>
                  <a:pt x="434412" y="4103562"/>
                </a:moveTo>
                <a:lnTo>
                  <a:pt x="234667" y="4176280"/>
                </a:lnTo>
                <a:lnTo>
                  <a:pt x="307385" y="4376024"/>
                </a:lnTo>
                <a:lnTo>
                  <a:pt x="507130" y="4303306"/>
                </a:lnTo>
                <a:close/>
                <a:moveTo>
                  <a:pt x="6096604" y="0"/>
                </a:moveTo>
                <a:lnTo>
                  <a:pt x="12193197" y="2202541"/>
                </a:lnTo>
                <a:lnTo>
                  <a:pt x="12193197" y="4533900"/>
                </a:lnTo>
                <a:lnTo>
                  <a:pt x="0" y="4533900"/>
                </a:lnTo>
                <a:lnTo>
                  <a:pt x="0" y="2202541"/>
                </a:lnTo>
                <a:close/>
              </a:path>
            </a:pathLst>
          </a:custGeom>
        </p:spPr>
        <p:txBody>
          <a:bodyPr wrap="square" anchor="ctr" anchorCtr="0">
            <a:noAutofit/>
          </a:bodyPr>
          <a:lstStyle>
            <a:lvl1pPr algn="ctr">
              <a:defRPr/>
            </a:lvl1pPr>
          </a:lstStyle>
          <a:p>
            <a:pPr lvl="0" algn="ctr"/>
            <a:r>
              <a:rPr lang="en-US"/>
              <a:t>Click icon to insert an image</a:t>
            </a:r>
          </a:p>
        </p:txBody>
      </p:sp>
    </p:spTree>
    <p:extLst>
      <p:ext uri="{BB962C8B-B14F-4D97-AF65-F5344CB8AC3E}">
        <p14:creationId xmlns:p14="http://schemas.microsoft.com/office/powerpoint/2010/main" val="3008313076"/>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hapter slide B2">
    <p:bg>
      <p:bgPr>
        <a:solidFill>
          <a:srgbClr val="0B3F2D"/>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336C04-E204-FB15-9039-987DACEB27B9}"/>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3" name="Shape">
            <a:extLst>
              <a:ext uri="{FF2B5EF4-FFF2-40B4-BE49-F238E27FC236}">
                <a16:creationId xmlns:a16="http://schemas.microsoft.com/office/drawing/2014/main" id="{58EE0F5C-8F56-2BE2-FC4D-EDA63EC98C79}"/>
              </a:ext>
              <a:ext uri="{C183D7F6-B498-43B3-948B-1728B52AA6E4}">
                <adec:decorative xmlns:adec="http://schemas.microsoft.com/office/drawing/2017/decorative" val="1"/>
              </a:ext>
            </a:extLst>
          </p:cNvPr>
          <p:cNvSpPr txBox="1">
            <a:spLocks/>
          </p:cNvSpPr>
          <p:nvPr userDrawn="1"/>
        </p:nvSpPr>
        <p:spPr>
          <a:xfrm>
            <a:off x="0" y="2536825"/>
            <a:ext cx="12192600" cy="4321175"/>
          </a:xfrm>
          <a:custGeom>
            <a:avLst/>
            <a:gdLst>
              <a:gd name="connsiteX0" fmla="*/ 3571435 w 12192600"/>
              <a:gd name="connsiteY0" fmla="*/ 0 h 4330700"/>
              <a:gd name="connsiteX1" fmla="*/ 8621774 w 12192600"/>
              <a:gd name="connsiteY1" fmla="*/ 0 h 4330700"/>
              <a:gd name="connsiteX2" fmla="*/ 12192600 w 12192600"/>
              <a:gd name="connsiteY2" fmla="*/ 2582522 h 4330700"/>
              <a:gd name="connsiteX3" fmla="*/ 12192600 w 12192600"/>
              <a:gd name="connsiteY3" fmla="*/ 4330700 h 4330700"/>
              <a:gd name="connsiteX4" fmla="*/ 0 w 12192600"/>
              <a:gd name="connsiteY4" fmla="*/ 4330700 h 4330700"/>
              <a:gd name="connsiteX5" fmla="*/ 0 w 12192600"/>
              <a:gd name="connsiteY5"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600" h="4330700">
                <a:moveTo>
                  <a:pt x="3571435" y="0"/>
                </a:moveTo>
                <a:lnTo>
                  <a:pt x="8621774" y="0"/>
                </a:lnTo>
                <a:lnTo>
                  <a:pt x="12192600" y="2582522"/>
                </a:lnTo>
                <a:lnTo>
                  <a:pt x="12192600" y="4330700"/>
                </a:lnTo>
                <a:lnTo>
                  <a:pt x="0" y="4330700"/>
                </a:lnTo>
                <a:lnTo>
                  <a:pt x="0" y="2582962"/>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C07B9577-03D8-E057-5F82-A9567E9006D8}"/>
              </a:ext>
            </a:extLst>
          </p:cNvPr>
          <p:cNvSpPr>
            <a:spLocks noGrp="1"/>
          </p:cNvSpPr>
          <p:nvPr>
            <p:ph type="pic" sz="quarter" idx="20" hasCustomPrompt="1"/>
          </p:nvPr>
        </p:nvSpPr>
        <p:spPr>
          <a:xfrm>
            <a:off x="4" y="2527299"/>
            <a:ext cx="12193206" cy="4330700"/>
          </a:xfrm>
          <a:custGeom>
            <a:avLst/>
            <a:gdLst>
              <a:gd name="connsiteX0" fmla="*/ 434412 w 12193206"/>
              <a:gd name="connsiteY0" fmla="*/ 4027695 h 4330700"/>
              <a:gd name="connsiteX1" fmla="*/ 452515 w 12193206"/>
              <a:gd name="connsiteY1" fmla="*/ 4027695 h 4330700"/>
              <a:gd name="connsiteX2" fmla="*/ 452515 w 12193206"/>
              <a:gd name="connsiteY2" fmla="*/ 4100413 h 4330700"/>
              <a:gd name="connsiteX3" fmla="*/ 434412 w 12193206"/>
              <a:gd name="connsiteY3" fmla="*/ 4100413 h 4330700"/>
              <a:gd name="connsiteX4" fmla="*/ 316283 w 12193206"/>
              <a:gd name="connsiteY4" fmla="*/ 3991489 h 4330700"/>
              <a:gd name="connsiteX5" fmla="*/ 343591 w 12193206"/>
              <a:gd name="connsiteY5" fmla="*/ 3991489 h 4330700"/>
              <a:gd name="connsiteX6" fmla="*/ 343591 w 12193206"/>
              <a:gd name="connsiteY6" fmla="*/ 4100413 h 4330700"/>
              <a:gd name="connsiteX7" fmla="*/ 316283 w 12193206"/>
              <a:gd name="connsiteY7" fmla="*/ 4100413 h 4330700"/>
              <a:gd name="connsiteX8" fmla="*/ 911528 w 12193206"/>
              <a:gd name="connsiteY8" fmla="*/ 3988421 h 4330700"/>
              <a:gd name="connsiteX9" fmla="*/ 943745 w 12193206"/>
              <a:gd name="connsiteY9" fmla="*/ 4035365 h 4330700"/>
              <a:gd name="connsiteX10" fmla="*/ 911528 w 12193206"/>
              <a:gd name="connsiteY10" fmla="*/ 4079241 h 4330700"/>
              <a:gd name="connsiteX11" fmla="*/ 878083 w 12193206"/>
              <a:gd name="connsiteY11" fmla="*/ 4033217 h 4330700"/>
              <a:gd name="connsiteX12" fmla="*/ 911528 w 12193206"/>
              <a:gd name="connsiteY12" fmla="*/ 3988421 h 4330700"/>
              <a:gd name="connsiteX13" fmla="*/ 638453 w 12193206"/>
              <a:gd name="connsiteY13" fmla="*/ 3988115 h 4330700"/>
              <a:gd name="connsiteX14" fmla="*/ 670669 w 12193206"/>
              <a:gd name="connsiteY14" fmla="*/ 4035980 h 4330700"/>
              <a:gd name="connsiteX15" fmla="*/ 637532 w 12193206"/>
              <a:gd name="connsiteY15" fmla="*/ 4082003 h 4330700"/>
              <a:gd name="connsiteX16" fmla="*/ 605008 w 12193206"/>
              <a:gd name="connsiteY16" fmla="*/ 4033218 h 4330700"/>
              <a:gd name="connsiteX17" fmla="*/ 638453 w 12193206"/>
              <a:gd name="connsiteY17" fmla="*/ 3988115 h 4330700"/>
              <a:gd name="connsiteX18" fmla="*/ 1049294 w 12193206"/>
              <a:gd name="connsiteY18" fmla="*/ 3987501 h 4330700"/>
              <a:gd name="connsiteX19" fmla="*/ 1082739 w 12193206"/>
              <a:gd name="connsiteY19" fmla="*/ 4035366 h 4330700"/>
              <a:gd name="connsiteX20" fmla="*/ 1049601 w 12193206"/>
              <a:gd name="connsiteY20" fmla="*/ 4082310 h 4330700"/>
              <a:gd name="connsiteX21" fmla="*/ 1015543 w 12193206"/>
              <a:gd name="connsiteY21" fmla="*/ 4035366 h 4330700"/>
              <a:gd name="connsiteX22" fmla="*/ 1049294 w 12193206"/>
              <a:gd name="connsiteY22" fmla="*/ 3987501 h 4330700"/>
              <a:gd name="connsiteX23" fmla="*/ 775604 w 12193206"/>
              <a:gd name="connsiteY23" fmla="*/ 3987501 h 4330700"/>
              <a:gd name="connsiteX24" fmla="*/ 806900 w 12193206"/>
              <a:gd name="connsiteY24" fmla="*/ 4020024 h 4330700"/>
              <a:gd name="connsiteX25" fmla="*/ 742773 w 12193206"/>
              <a:gd name="connsiteY25" fmla="*/ 4020024 h 4330700"/>
              <a:gd name="connsiteX26" fmla="*/ 775604 w 12193206"/>
              <a:gd name="connsiteY26" fmla="*/ 3987501 h 4330700"/>
              <a:gd name="connsiteX27" fmla="*/ 398206 w 12193206"/>
              <a:gd name="connsiteY27" fmla="*/ 3973387 h 4330700"/>
              <a:gd name="connsiteX28" fmla="*/ 425514 w 12193206"/>
              <a:gd name="connsiteY28" fmla="*/ 3973387 h 4330700"/>
              <a:gd name="connsiteX29" fmla="*/ 425514 w 12193206"/>
              <a:gd name="connsiteY29" fmla="*/ 4082310 h 4330700"/>
              <a:gd name="connsiteX30" fmla="*/ 398206 w 12193206"/>
              <a:gd name="connsiteY30" fmla="*/ 4082310 h 4330700"/>
              <a:gd name="connsiteX31" fmla="*/ 288976 w 12193206"/>
              <a:gd name="connsiteY31" fmla="*/ 3973080 h 4330700"/>
              <a:gd name="connsiteX32" fmla="*/ 307078 w 12193206"/>
              <a:gd name="connsiteY32" fmla="*/ 3973080 h 4330700"/>
              <a:gd name="connsiteX33" fmla="*/ 307078 w 12193206"/>
              <a:gd name="connsiteY33" fmla="*/ 4045798 h 4330700"/>
              <a:gd name="connsiteX34" fmla="*/ 288976 w 12193206"/>
              <a:gd name="connsiteY34" fmla="*/ 4045798 h 4330700"/>
              <a:gd name="connsiteX35" fmla="*/ 903550 w 12193206"/>
              <a:gd name="connsiteY35" fmla="*/ 3966943 h 4330700"/>
              <a:gd name="connsiteX36" fmla="*/ 846787 w 12193206"/>
              <a:gd name="connsiteY36" fmla="*/ 4034445 h 4330700"/>
              <a:gd name="connsiteX37" fmla="*/ 904777 w 12193206"/>
              <a:gd name="connsiteY37" fmla="*/ 4100412 h 4330700"/>
              <a:gd name="connsiteX38" fmla="*/ 944358 w 12193206"/>
              <a:gd name="connsiteY38" fmla="*/ 4079548 h 4330700"/>
              <a:gd name="connsiteX39" fmla="*/ 944358 w 12193206"/>
              <a:gd name="connsiteY39" fmla="*/ 4094583 h 4330700"/>
              <a:gd name="connsiteX40" fmla="*/ 912141 w 12193206"/>
              <a:gd name="connsiteY40" fmla="*/ 4130175 h 4330700"/>
              <a:gd name="connsiteX41" fmla="*/ 882686 w 12193206"/>
              <a:gd name="connsiteY41" fmla="*/ 4112685 h 4330700"/>
              <a:gd name="connsiteX42" fmla="*/ 880231 w 12193206"/>
              <a:gd name="connsiteY42" fmla="*/ 4110538 h 4330700"/>
              <a:gd name="connsiteX43" fmla="*/ 853537 w 12193206"/>
              <a:gd name="connsiteY43" fmla="*/ 4110538 h 4330700"/>
              <a:gd name="connsiteX44" fmla="*/ 851389 w 12193206"/>
              <a:gd name="connsiteY44" fmla="*/ 4112685 h 4330700"/>
              <a:gd name="connsiteX45" fmla="*/ 910914 w 12193206"/>
              <a:gd name="connsiteY45" fmla="*/ 4151652 h 4330700"/>
              <a:gd name="connsiteX46" fmla="*/ 972586 w 12193206"/>
              <a:gd name="connsiteY46" fmla="*/ 4094890 h 4330700"/>
              <a:gd name="connsiteX47" fmla="*/ 972280 w 12193206"/>
              <a:gd name="connsiteY47" fmla="*/ 4030149 h 4330700"/>
              <a:gd name="connsiteX48" fmla="*/ 973814 w 12193206"/>
              <a:gd name="connsiteY48" fmla="*/ 3971239 h 4330700"/>
              <a:gd name="connsiteX49" fmla="*/ 971666 w 12193206"/>
              <a:gd name="connsiteY49" fmla="*/ 3969091 h 4330700"/>
              <a:gd name="connsiteX50" fmla="*/ 944665 w 12193206"/>
              <a:gd name="connsiteY50" fmla="*/ 3969091 h 4330700"/>
              <a:gd name="connsiteX51" fmla="*/ 942517 w 12193206"/>
              <a:gd name="connsiteY51" fmla="*/ 3971239 h 4330700"/>
              <a:gd name="connsiteX52" fmla="*/ 943131 w 12193206"/>
              <a:gd name="connsiteY52" fmla="*/ 3985966 h 4330700"/>
              <a:gd name="connsiteX53" fmla="*/ 903550 w 12193206"/>
              <a:gd name="connsiteY53" fmla="*/ 3966943 h 4330700"/>
              <a:gd name="connsiteX54" fmla="*/ 629861 w 12193206"/>
              <a:gd name="connsiteY54" fmla="*/ 3966330 h 4330700"/>
              <a:gd name="connsiteX55" fmla="*/ 573405 w 12193206"/>
              <a:gd name="connsiteY55" fmla="*/ 4035366 h 4330700"/>
              <a:gd name="connsiteX56" fmla="*/ 629248 w 12193206"/>
              <a:gd name="connsiteY56" fmla="*/ 4103481 h 4330700"/>
              <a:gd name="connsiteX57" fmla="*/ 669749 w 12193206"/>
              <a:gd name="connsiteY57" fmla="*/ 4082617 h 4330700"/>
              <a:gd name="connsiteX58" fmla="*/ 669135 w 12193206"/>
              <a:gd name="connsiteY58" fmla="*/ 4098879 h 4330700"/>
              <a:gd name="connsiteX59" fmla="*/ 671283 w 12193206"/>
              <a:gd name="connsiteY59" fmla="*/ 4101027 h 4330700"/>
              <a:gd name="connsiteX60" fmla="*/ 698591 w 12193206"/>
              <a:gd name="connsiteY60" fmla="*/ 4101027 h 4330700"/>
              <a:gd name="connsiteX61" fmla="*/ 700739 w 12193206"/>
              <a:gd name="connsiteY61" fmla="*/ 4098879 h 4330700"/>
              <a:gd name="connsiteX62" fmla="*/ 700125 w 12193206"/>
              <a:gd name="connsiteY62" fmla="*/ 4034445 h 4330700"/>
              <a:gd name="connsiteX63" fmla="*/ 700739 w 12193206"/>
              <a:gd name="connsiteY63" fmla="*/ 3970932 h 4330700"/>
              <a:gd name="connsiteX64" fmla="*/ 698591 w 12193206"/>
              <a:gd name="connsiteY64" fmla="*/ 3968785 h 4330700"/>
              <a:gd name="connsiteX65" fmla="*/ 671283 w 12193206"/>
              <a:gd name="connsiteY65" fmla="*/ 3968785 h 4330700"/>
              <a:gd name="connsiteX66" fmla="*/ 669135 w 12193206"/>
              <a:gd name="connsiteY66" fmla="*/ 3970932 h 4330700"/>
              <a:gd name="connsiteX67" fmla="*/ 669749 w 12193206"/>
              <a:gd name="connsiteY67" fmla="*/ 3985660 h 4330700"/>
              <a:gd name="connsiteX68" fmla="*/ 629861 w 12193206"/>
              <a:gd name="connsiteY68" fmla="*/ 3966330 h 4330700"/>
              <a:gd name="connsiteX69" fmla="*/ 1049601 w 12193206"/>
              <a:gd name="connsiteY69" fmla="*/ 3966023 h 4330700"/>
              <a:gd name="connsiteX70" fmla="*/ 984247 w 12193206"/>
              <a:gd name="connsiteY70" fmla="*/ 4035673 h 4330700"/>
              <a:gd name="connsiteX71" fmla="*/ 1049601 w 12193206"/>
              <a:gd name="connsiteY71" fmla="*/ 4104402 h 4330700"/>
              <a:gd name="connsiteX72" fmla="*/ 1114342 w 12193206"/>
              <a:gd name="connsiteY72" fmla="*/ 4034752 h 4330700"/>
              <a:gd name="connsiteX73" fmla="*/ 1049601 w 12193206"/>
              <a:gd name="connsiteY73" fmla="*/ 3966023 h 4330700"/>
              <a:gd name="connsiteX74" fmla="*/ 774990 w 12193206"/>
              <a:gd name="connsiteY74" fmla="*/ 3965716 h 4330700"/>
              <a:gd name="connsiteX75" fmla="*/ 710556 w 12193206"/>
              <a:gd name="connsiteY75" fmla="*/ 4035366 h 4330700"/>
              <a:gd name="connsiteX76" fmla="*/ 775910 w 12193206"/>
              <a:gd name="connsiteY76" fmla="*/ 4104095 h 4330700"/>
              <a:gd name="connsiteX77" fmla="*/ 836049 w 12193206"/>
              <a:gd name="connsiteY77" fmla="*/ 4061139 h 4330700"/>
              <a:gd name="connsiteX78" fmla="*/ 834208 w 12193206"/>
              <a:gd name="connsiteY78" fmla="*/ 4058991 h 4330700"/>
              <a:gd name="connsiteX79" fmla="*/ 808434 w 12193206"/>
              <a:gd name="connsiteY79" fmla="*/ 4058991 h 4330700"/>
              <a:gd name="connsiteX80" fmla="*/ 805980 w 12193206"/>
              <a:gd name="connsiteY80" fmla="*/ 4061139 h 4330700"/>
              <a:gd name="connsiteX81" fmla="*/ 776524 w 12193206"/>
              <a:gd name="connsiteY81" fmla="*/ 4082310 h 4330700"/>
              <a:gd name="connsiteX82" fmla="*/ 741546 w 12193206"/>
              <a:gd name="connsiteY82" fmla="*/ 4040888 h 4330700"/>
              <a:gd name="connsiteX83" fmla="*/ 837890 w 12193206"/>
              <a:gd name="connsiteY83" fmla="*/ 4040888 h 4330700"/>
              <a:gd name="connsiteX84" fmla="*/ 840037 w 12193206"/>
              <a:gd name="connsiteY84" fmla="*/ 4038741 h 4330700"/>
              <a:gd name="connsiteX85" fmla="*/ 774990 w 12193206"/>
              <a:gd name="connsiteY85" fmla="*/ 3965716 h 4330700"/>
              <a:gd name="connsiteX86" fmla="*/ 1199334 w 12193206"/>
              <a:gd name="connsiteY86" fmla="*/ 3965409 h 4330700"/>
              <a:gd name="connsiteX87" fmla="*/ 1156071 w 12193206"/>
              <a:gd name="connsiteY87" fmla="*/ 3987807 h 4330700"/>
              <a:gd name="connsiteX88" fmla="*/ 1156684 w 12193206"/>
              <a:gd name="connsiteY88" fmla="*/ 3970625 h 4330700"/>
              <a:gd name="connsiteX89" fmla="*/ 1154537 w 12193206"/>
              <a:gd name="connsiteY89" fmla="*/ 3968477 h 4330700"/>
              <a:gd name="connsiteX90" fmla="*/ 1128764 w 12193206"/>
              <a:gd name="connsiteY90" fmla="*/ 3968477 h 4330700"/>
              <a:gd name="connsiteX91" fmla="*/ 1126616 w 12193206"/>
              <a:gd name="connsiteY91" fmla="*/ 3970625 h 4330700"/>
              <a:gd name="connsiteX92" fmla="*/ 1126923 w 12193206"/>
              <a:gd name="connsiteY92" fmla="*/ 4038740 h 4330700"/>
              <a:gd name="connsiteX93" fmla="*/ 1126309 w 12193206"/>
              <a:gd name="connsiteY93" fmla="*/ 4098878 h 4330700"/>
              <a:gd name="connsiteX94" fmla="*/ 1128456 w 12193206"/>
              <a:gd name="connsiteY94" fmla="*/ 4101026 h 4330700"/>
              <a:gd name="connsiteX95" fmla="*/ 1155765 w 12193206"/>
              <a:gd name="connsiteY95" fmla="*/ 4100719 h 4330700"/>
              <a:gd name="connsiteX96" fmla="*/ 1157912 w 12193206"/>
              <a:gd name="connsiteY96" fmla="*/ 4098572 h 4330700"/>
              <a:gd name="connsiteX97" fmla="*/ 1157299 w 12193206"/>
              <a:gd name="connsiteY97" fmla="*/ 4044570 h 4330700"/>
              <a:gd name="connsiteX98" fmla="*/ 1157299 w 12193206"/>
              <a:gd name="connsiteY98" fmla="*/ 4030149 h 4330700"/>
              <a:gd name="connsiteX99" fmla="*/ 1189822 w 12193206"/>
              <a:gd name="connsiteY99" fmla="*/ 3989648 h 4330700"/>
              <a:gd name="connsiteX100" fmla="*/ 1214061 w 12193206"/>
              <a:gd name="connsiteY100" fmla="*/ 4018183 h 4330700"/>
              <a:gd name="connsiteX101" fmla="*/ 1214061 w 12193206"/>
              <a:gd name="connsiteY101" fmla="*/ 4044570 h 4330700"/>
              <a:gd name="connsiteX102" fmla="*/ 1213448 w 12193206"/>
              <a:gd name="connsiteY102" fmla="*/ 4098572 h 4330700"/>
              <a:gd name="connsiteX103" fmla="*/ 1215596 w 12193206"/>
              <a:gd name="connsiteY103" fmla="*/ 4100719 h 4330700"/>
              <a:gd name="connsiteX104" fmla="*/ 1242904 w 12193206"/>
              <a:gd name="connsiteY104" fmla="*/ 4100719 h 4330700"/>
              <a:gd name="connsiteX105" fmla="*/ 1245050 w 12193206"/>
              <a:gd name="connsiteY105" fmla="*/ 4098572 h 4330700"/>
              <a:gd name="connsiteX106" fmla="*/ 1244438 w 12193206"/>
              <a:gd name="connsiteY106" fmla="*/ 4044570 h 4330700"/>
              <a:gd name="connsiteX107" fmla="*/ 1244438 w 12193206"/>
              <a:gd name="connsiteY107" fmla="*/ 4017263 h 4330700"/>
              <a:gd name="connsiteX108" fmla="*/ 1199334 w 12193206"/>
              <a:gd name="connsiteY108" fmla="*/ 3965409 h 4330700"/>
              <a:gd name="connsiteX109" fmla="*/ 352796 w 12193206"/>
              <a:gd name="connsiteY109" fmla="*/ 3950375 h 4330700"/>
              <a:gd name="connsiteX110" fmla="*/ 389308 w 12193206"/>
              <a:gd name="connsiteY110" fmla="*/ 3950375 h 4330700"/>
              <a:gd name="connsiteX111" fmla="*/ 389308 w 12193206"/>
              <a:gd name="connsiteY111" fmla="*/ 4123118 h 4330700"/>
              <a:gd name="connsiteX112" fmla="*/ 352796 w 12193206"/>
              <a:gd name="connsiteY112" fmla="*/ 4123118 h 4330700"/>
              <a:gd name="connsiteX113" fmla="*/ 434412 w 12193206"/>
              <a:gd name="connsiteY113" fmla="*/ 3900362 h 4330700"/>
              <a:gd name="connsiteX114" fmla="*/ 234667 w 12193206"/>
              <a:gd name="connsiteY114" fmla="*/ 3973080 h 4330700"/>
              <a:gd name="connsiteX115" fmla="*/ 307385 w 12193206"/>
              <a:gd name="connsiteY115" fmla="*/ 4172824 h 4330700"/>
              <a:gd name="connsiteX116" fmla="*/ 507130 w 12193206"/>
              <a:gd name="connsiteY116" fmla="*/ 4100106 h 4330700"/>
              <a:gd name="connsiteX117" fmla="*/ 3571437 w 12193206"/>
              <a:gd name="connsiteY117" fmla="*/ 0 h 4330700"/>
              <a:gd name="connsiteX118" fmla="*/ 8621771 w 12193206"/>
              <a:gd name="connsiteY118" fmla="*/ 0 h 4330700"/>
              <a:gd name="connsiteX119" fmla="*/ 12193206 w 12193206"/>
              <a:gd name="connsiteY119" fmla="*/ 2582962 h 4330700"/>
              <a:gd name="connsiteX120" fmla="*/ 12193206 w 12193206"/>
              <a:gd name="connsiteY120" fmla="*/ 4330700 h 4330700"/>
              <a:gd name="connsiteX121" fmla="*/ 0 w 12193206"/>
              <a:gd name="connsiteY121" fmla="*/ 4330700 h 4330700"/>
              <a:gd name="connsiteX122" fmla="*/ 0 w 12193206"/>
              <a:gd name="connsiteY122" fmla="*/ 2582962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2193206" h="4330700">
                <a:moveTo>
                  <a:pt x="434412" y="4027695"/>
                </a:moveTo>
                <a:lnTo>
                  <a:pt x="452515" y="4027695"/>
                </a:lnTo>
                <a:lnTo>
                  <a:pt x="452515" y="4100413"/>
                </a:lnTo>
                <a:lnTo>
                  <a:pt x="434412" y="4100413"/>
                </a:lnTo>
                <a:close/>
                <a:moveTo>
                  <a:pt x="316283" y="3991489"/>
                </a:moveTo>
                <a:lnTo>
                  <a:pt x="343591" y="3991489"/>
                </a:lnTo>
                <a:lnTo>
                  <a:pt x="343591" y="4100413"/>
                </a:lnTo>
                <a:lnTo>
                  <a:pt x="316283" y="4100413"/>
                </a:lnTo>
                <a:close/>
                <a:moveTo>
                  <a:pt x="911528" y="3988421"/>
                </a:moveTo>
                <a:cubicBezTo>
                  <a:pt x="932699" y="3988728"/>
                  <a:pt x="944052" y="4005296"/>
                  <a:pt x="943745" y="4035365"/>
                </a:cubicBezTo>
                <a:cubicBezTo>
                  <a:pt x="943745" y="4064821"/>
                  <a:pt x="931778" y="4079241"/>
                  <a:pt x="911528" y="4079241"/>
                </a:cubicBezTo>
                <a:cubicBezTo>
                  <a:pt x="889743" y="4079548"/>
                  <a:pt x="878083" y="4063286"/>
                  <a:pt x="878083" y="4033217"/>
                </a:cubicBezTo>
                <a:cubicBezTo>
                  <a:pt x="878083" y="4004989"/>
                  <a:pt x="889436" y="3988114"/>
                  <a:pt x="911528" y="3988421"/>
                </a:cubicBezTo>
                <a:close/>
                <a:moveTo>
                  <a:pt x="638453" y="3988115"/>
                </a:moveTo>
                <a:cubicBezTo>
                  <a:pt x="659010" y="3988421"/>
                  <a:pt x="670976" y="4005297"/>
                  <a:pt x="670669" y="4035980"/>
                </a:cubicBezTo>
                <a:cubicBezTo>
                  <a:pt x="670363" y="4066662"/>
                  <a:pt x="658396" y="4082003"/>
                  <a:pt x="637532" y="4082003"/>
                </a:cubicBezTo>
                <a:cubicBezTo>
                  <a:pt x="616054" y="4082003"/>
                  <a:pt x="604701" y="4064208"/>
                  <a:pt x="605008" y="4033218"/>
                </a:cubicBezTo>
                <a:cubicBezTo>
                  <a:pt x="605008" y="4004990"/>
                  <a:pt x="615747" y="3987808"/>
                  <a:pt x="638453" y="3988115"/>
                </a:cubicBezTo>
                <a:close/>
                <a:moveTo>
                  <a:pt x="1049294" y="3987501"/>
                </a:moveTo>
                <a:cubicBezTo>
                  <a:pt x="1071693" y="3987501"/>
                  <a:pt x="1082739" y="4003763"/>
                  <a:pt x="1082739" y="4035366"/>
                </a:cubicBezTo>
                <a:cubicBezTo>
                  <a:pt x="1082739" y="4066969"/>
                  <a:pt x="1072000" y="4082310"/>
                  <a:pt x="1049601" y="4082310"/>
                </a:cubicBezTo>
                <a:cubicBezTo>
                  <a:pt x="1026896" y="4082310"/>
                  <a:pt x="1015850" y="4066969"/>
                  <a:pt x="1015543" y="4035366"/>
                </a:cubicBezTo>
                <a:cubicBezTo>
                  <a:pt x="1015543" y="4004069"/>
                  <a:pt x="1026589" y="3987808"/>
                  <a:pt x="1049294" y="3987501"/>
                </a:cubicBezTo>
                <a:close/>
                <a:moveTo>
                  <a:pt x="775604" y="3987501"/>
                </a:moveTo>
                <a:cubicBezTo>
                  <a:pt x="795854" y="3987501"/>
                  <a:pt x="805673" y="4002842"/>
                  <a:pt x="806900" y="4020024"/>
                </a:cubicBezTo>
                <a:lnTo>
                  <a:pt x="742773" y="4020024"/>
                </a:lnTo>
                <a:cubicBezTo>
                  <a:pt x="746148" y="3998853"/>
                  <a:pt x="757194" y="3987501"/>
                  <a:pt x="775604" y="3987501"/>
                </a:cubicBezTo>
                <a:close/>
                <a:moveTo>
                  <a:pt x="398206" y="3973387"/>
                </a:moveTo>
                <a:lnTo>
                  <a:pt x="425514" y="3973387"/>
                </a:lnTo>
                <a:lnTo>
                  <a:pt x="425514" y="4082310"/>
                </a:lnTo>
                <a:lnTo>
                  <a:pt x="398206" y="4082310"/>
                </a:lnTo>
                <a:close/>
                <a:moveTo>
                  <a:pt x="288976" y="3973080"/>
                </a:moveTo>
                <a:lnTo>
                  <a:pt x="307078" y="3973080"/>
                </a:lnTo>
                <a:lnTo>
                  <a:pt x="307078" y="4045798"/>
                </a:lnTo>
                <a:lnTo>
                  <a:pt x="288976" y="4045798"/>
                </a:lnTo>
                <a:close/>
                <a:moveTo>
                  <a:pt x="903550" y="3966943"/>
                </a:moveTo>
                <a:cubicBezTo>
                  <a:pt x="867958" y="3966943"/>
                  <a:pt x="846787" y="3997319"/>
                  <a:pt x="846787" y="4034445"/>
                </a:cubicBezTo>
                <a:cubicBezTo>
                  <a:pt x="846787" y="4071571"/>
                  <a:pt x="866424" y="4100412"/>
                  <a:pt x="904777" y="4100412"/>
                </a:cubicBezTo>
                <a:cubicBezTo>
                  <a:pt x="922267" y="4100412"/>
                  <a:pt x="935460" y="4092742"/>
                  <a:pt x="944358" y="4079548"/>
                </a:cubicBezTo>
                <a:lnTo>
                  <a:pt x="944358" y="4094583"/>
                </a:lnTo>
                <a:cubicBezTo>
                  <a:pt x="944358" y="4119436"/>
                  <a:pt x="931165" y="4130175"/>
                  <a:pt x="912141" y="4130175"/>
                </a:cubicBezTo>
                <a:cubicBezTo>
                  <a:pt x="896493" y="4130175"/>
                  <a:pt x="885754" y="4124345"/>
                  <a:pt x="882686" y="4112685"/>
                </a:cubicBezTo>
                <a:cubicBezTo>
                  <a:pt x="882379" y="4111458"/>
                  <a:pt x="881459" y="4110538"/>
                  <a:pt x="880231" y="4110538"/>
                </a:cubicBezTo>
                <a:lnTo>
                  <a:pt x="853537" y="4110538"/>
                </a:lnTo>
                <a:cubicBezTo>
                  <a:pt x="852617" y="4110538"/>
                  <a:pt x="851389" y="4111458"/>
                  <a:pt x="851389" y="4112685"/>
                </a:cubicBezTo>
                <a:cubicBezTo>
                  <a:pt x="855071" y="4139379"/>
                  <a:pt x="879311" y="4152266"/>
                  <a:pt x="910914" y="4151652"/>
                </a:cubicBezTo>
                <a:cubicBezTo>
                  <a:pt x="951415" y="4151652"/>
                  <a:pt x="972893" y="4130481"/>
                  <a:pt x="972586" y="4094890"/>
                </a:cubicBezTo>
                <a:lnTo>
                  <a:pt x="972280" y="4030149"/>
                </a:lnTo>
                <a:lnTo>
                  <a:pt x="973814" y="3971239"/>
                </a:lnTo>
                <a:cubicBezTo>
                  <a:pt x="973814" y="3970318"/>
                  <a:pt x="972893" y="3969091"/>
                  <a:pt x="971666" y="3969091"/>
                </a:cubicBezTo>
                <a:lnTo>
                  <a:pt x="944665" y="3969091"/>
                </a:lnTo>
                <a:cubicBezTo>
                  <a:pt x="943745" y="3969091"/>
                  <a:pt x="942517" y="3970011"/>
                  <a:pt x="942517" y="3971239"/>
                </a:cubicBezTo>
                <a:lnTo>
                  <a:pt x="943131" y="3985966"/>
                </a:lnTo>
                <a:cubicBezTo>
                  <a:pt x="934540" y="3973693"/>
                  <a:pt x="921039" y="3966943"/>
                  <a:pt x="903550" y="3966943"/>
                </a:cubicBezTo>
                <a:close/>
                <a:moveTo>
                  <a:pt x="629861" y="3966330"/>
                </a:moveTo>
                <a:cubicBezTo>
                  <a:pt x="594576" y="3966330"/>
                  <a:pt x="573405" y="3997013"/>
                  <a:pt x="573405" y="4035366"/>
                </a:cubicBezTo>
                <a:cubicBezTo>
                  <a:pt x="573405" y="4073719"/>
                  <a:pt x="592735" y="4103481"/>
                  <a:pt x="629248" y="4103481"/>
                </a:cubicBezTo>
                <a:cubicBezTo>
                  <a:pt x="647044" y="4103481"/>
                  <a:pt x="660851" y="4095811"/>
                  <a:pt x="669749" y="4082617"/>
                </a:cubicBezTo>
                <a:lnTo>
                  <a:pt x="669135" y="4098879"/>
                </a:lnTo>
                <a:cubicBezTo>
                  <a:pt x="669135" y="4100106"/>
                  <a:pt x="670363" y="4101027"/>
                  <a:pt x="671283" y="4101027"/>
                </a:cubicBezTo>
                <a:lnTo>
                  <a:pt x="698591" y="4101027"/>
                </a:lnTo>
                <a:cubicBezTo>
                  <a:pt x="699818" y="4101027"/>
                  <a:pt x="700739" y="4099799"/>
                  <a:pt x="700739" y="4098879"/>
                </a:cubicBezTo>
                <a:lnTo>
                  <a:pt x="700125" y="4034445"/>
                </a:lnTo>
                <a:lnTo>
                  <a:pt x="700739" y="3970932"/>
                </a:lnTo>
                <a:cubicBezTo>
                  <a:pt x="700739" y="3969705"/>
                  <a:pt x="699511" y="3968785"/>
                  <a:pt x="698591" y="3968785"/>
                </a:cubicBezTo>
                <a:lnTo>
                  <a:pt x="671283" y="3968785"/>
                </a:lnTo>
                <a:cubicBezTo>
                  <a:pt x="670056" y="3968785"/>
                  <a:pt x="669135" y="3970012"/>
                  <a:pt x="669135" y="3970932"/>
                </a:cubicBezTo>
                <a:lnTo>
                  <a:pt x="669749" y="3985660"/>
                </a:lnTo>
                <a:cubicBezTo>
                  <a:pt x="660851" y="3973080"/>
                  <a:pt x="647351" y="3966330"/>
                  <a:pt x="629861" y="3966330"/>
                </a:cubicBezTo>
                <a:close/>
                <a:moveTo>
                  <a:pt x="1049601" y="3966023"/>
                </a:moveTo>
                <a:cubicBezTo>
                  <a:pt x="1007873" y="3966023"/>
                  <a:pt x="984247" y="3993944"/>
                  <a:pt x="984247" y="4035673"/>
                </a:cubicBezTo>
                <a:cubicBezTo>
                  <a:pt x="984247" y="4077401"/>
                  <a:pt x="1007873" y="4104402"/>
                  <a:pt x="1049601" y="4104402"/>
                </a:cubicBezTo>
                <a:cubicBezTo>
                  <a:pt x="1091023" y="4104402"/>
                  <a:pt x="1114342" y="4076480"/>
                  <a:pt x="1114342" y="4034752"/>
                </a:cubicBezTo>
                <a:cubicBezTo>
                  <a:pt x="1114342" y="3993024"/>
                  <a:pt x="1091330" y="3966023"/>
                  <a:pt x="1049601" y="3966023"/>
                </a:cubicBezTo>
                <a:close/>
                <a:moveTo>
                  <a:pt x="774990" y="3965716"/>
                </a:moveTo>
                <a:cubicBezTo>
                  <a:pt x="734795" y="3965716"/>
                  <a:pt x="710556" y="3995171"/>
                  <a:pt x="710556" y="4035366"/>
                </a:cubicBezTo>
                <a:cubicBezTo>
                  <a:pt x="710556" y="4075560"/>
                  <a:pt x="733261" y="4104095"/>
                  <a:pt x="775910" y="4104095"/>
                </a:cubicBezTo>
                <a:cubicBezTo>
                  <a:pt x="809661" y="4104095"/>
                  <a:pt x="831139" y="4085071"/>
                  <a:pt x="836049" y="4061139"/>
                </a:cubicBezTo>
                <a:cubicBezTo>
                  <a:pt x="836355" y="4059912"/>
                  <a:pt x="835128" y="4058991"/>
                  <a:pt x="834208" y="4058991"/>
                </a:cubicBezTo>
                <a:lnTo>
                  <a:pt x="808434" y="4058991"/>
                </a:lnTo>
                <a:cubicBezTo>
                  <a:pt x="807514" y="4058991"/>
                  <a:pt x="806286" y="4059912"/>
                  <a:pt x="805980" y="4061139"/>
                </a:cubicBezTo>
                <a:cubicBezTo>
                  <a:pt x="801684" y="4075253"/>
                  <a:pt x="791559" y="4082310"/>
                  <a:pt x="776524" y="4082310"/>
                </a:cubicBezTo>
                <a:cubicBezTo>
                  <a:pt x="754432" y="4082310"/>
                  <a:pt x="742773" y="4069116"/>
                  <a:pt x="741546" y="4040888"/>
                </a:cubicBezTo>
                <a:lnTo>
                  <a:pt x="837890" y="4040888"/>
                </a:lnTo>
                <a:cubicBezTo>
                  <a:pt x="839117" y="4040888"/>
                  <a:pt x="840037" y="4039661"/>
                  <a:pt x="840037" y="4038741"/>
                </a:cubicBezTo>
                <a:cubicBezTo>
                  <a:pt x="839424" y="3993637"/>
                  <a:pt x="815184" y="3966023"/>
                  <a:pt x="774990" y="3965716"/>
                </a:cubicBezTo>
                <a:close/>
                <a:moveTo>
                  <a:pt x="1199334" y="3965409"/>
                </a:moveTo>
                <a:cubicBezTo>
                  <a:pt x="1179697" y="3965409"/>
                  <a:pt x="1164662" y="3975534"/>
                  <a:pt x="1156071" y="3987807"/>
                </a:cubicBezTo>
                <a:lnTo>
                  <a:pt x="1156684" y="3970625"/>
                </a:lnTo>
                <a:cubicBezTo>
                  <a:pt x="1156684" y="3969398"/>
                  <a:pt x="1155458" y="3968477"/>
                  <a:pt x="1154537" y="3968477"/>
                </a:cubicBezTo>
                <a:lnTo>
                  <a:pt x="1128764" y="3968477"/>
                </a:lnTo>
                <a:cubicBezTo>
                  <a:pt x="1127535" y="3968477"/>
                  <a:pt x="1126616" y="3969705"/>
                  <a:pt x="1126616" y="3970625"/>
                </a:cubicBezTo>
                <a:lnTo>
                  <a:pt x="1126923" y="4038740"/>
                </a:lnTo>
                <a:lnTo>
                  <a:pt x="1126309" y="4098878"/>
                </a:lnTo>
                <a:cubicBezTo>
                  <a:pt x="1126309" y="4100106"/>
                  <a:pt x="1127535" y="4101026"/>
                  <a:pt x="1128456" y="4101026"/>
                </a:cubicBezTo>
                <a:lnTo>
                  <a:pt x="1155765" y="4100719"/>
                </a:lnTo>
                <a:cubicBezTo>
                  <a:pt x="1156992" y="4100719"/>
                  <a:pt x="1157912" y="4099492"/>
                  <a:pt x="1157912" y="4098572"/>
                </a:cubicBezTo>
                <a:lnTo>
                  <a:pt x="1157299" y="4044570"/>
                </a:lnTo>
                <a:lnTo>
                  <a:pt x="1157299" y="4030149"/>
                </a:lnTo>
                <a:cubicBezTo>
                  <a:pt x="1159753" y="4002842"/>
                  <a:pt x="1174481" y="3989648"/>
                  <a:pt x="1189822" y="3989648"/>
                </a:cubicBezTo>
                <a:cubicBezTo>
                  <a:pt x="1203936" y="3989648"/>
                  <a:pt x="1214061" y="3999467"/>
                  <a:pt x="1214061" y="4018183"/>
                </a:cubicBezTo>
                <a:lnTo>
                  <a:pt x="1214061" y="4044570"/>
                </a:lnTo>
                <a:lnTo>
                  <a:pt x="1213448" y="4098572"/>
                </a:lnTo>
                <a:cubicBezTo>
                  <a:pt x="1213448" y="4099799"/>
                  <a:pt x="1214675" y="4100719"/>
                  <a:pt x="1215596" y="4100719"/>
                </a:cubicBezTo>
                <a:lnTo>
                  <a:pt x="1242904" y="4100719"/>
                </a:lnTo>
                <a:cubicBezTo>
                  <a:pt x="1244131" y="4100719"/>
                  <a:pt x="1245050" y="4099492"/>
                  <a:pt x="1245050" y="4098572"/>
                </a:cubicBezTo>
                <a:lnTo>
                  <a:pt x="1244438" y="4044570"/>
                </a:lnTo>
                <a:lnTo>
                  <a:pt x="1244438" y="4017263"/>
                </a:lnTo>
                <a:cubicBezTo>
                  <a:pt x="1244438" y="3983819"/>
                  <a:pt x="1226642" y="3965409"/>
                  <a:pt x="1199334" y="3965409"/>
                </a:cubicBezTo>
                <a:close/>
                <a:moveTo>
                  <a:pt x="352796" y="3950375"/>
                </a:moveTo>
                <a:lnTo>
                  <a:pt x="389308" y="3950375"/>
                </a:lnTo>
                <a:lnTo>
                  <a:pt x="389308" y="4123118"/>
                </a:lnTo>
                <a:lnTo>
                  <a:pt x="352796" y="4123118"/>
                </a:lnTo>
                <a:close/>
                <a:moveTo>
                  <a:pt x="434412" y="3900362"/>
                </a:moveTo>
                <a:lnTo>
                  <a:pt x="234667" y="3973080"/>
                </a:lnTo>
                <a:lnTo>
                  <a:pt x="307385" y="4172824"/>
                </a:lnTo>
                <a:lnTo>
                  <a:pt x="507130" y="4100106"/>
                </a:lnTo>
                <a:close/>
                <a:moveTo>
                  <a:pt x="3571437" y="0"/>
                </a:moveTo>
                <a:lnTo>
                  <a:pt x="8621771" y="0"/>
                </a:lnTo>
                <a:lnTo>
                  <a:pt x="12193206" y="2582962"/>
                </a:lnTo>
                <a:lnTo>
                  <a:pt x="12193206" y="4330700"/>
                </a:lnTo>
                <a:lnTo>
                  <a:pt x="0" y="4330700"/>
                </a:lnTo>
                <a:lnTo>
                  <a:pt x="0" y="2582962"/>
                </a:lnTo>
                <a:close/>
              </a:path>
            </a:pathLst>
          </a:custGeom>
        </p:spPr>
        <p:txBody>
          <a:bodyPr wrap="square" anchor="ctr" anchorCtr="0">
            <a:noAutofit/>
          </a:bodyPr>
          <a:lstStyle>
            <a:lvl1pPr>
              <a:defRPr>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708356215"/>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hapter slide C2">
    <p:bg>
      <p:bgPr>
        <a:solidFill>
          <a:srgbClr val="0B3F2D"/>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70D3C1E-E81E-B846-6D4C-D0ED5DB99A2D}"/>
              </a:ext>
            </a:extLst>
          </p:cNvPr>
          <p:cNvSpPr>
            <a:spLocks noGrp="1"/>
          </p:cNvSpPr>
          <p:nvPr>
            <p:ph type="title" hasCustomPrompt="1"/>
          </p:nvPr>
        </p:nvSpPr>
        <p:spPr>
          <a:xfrm>
            <a:off x="478800" y="396000"/>
            <a:ext cx="8532000" cy="2016000"/>
          </a:xfrm>
        </p:spPr>
        <p:txBody>
          <a:bodyPr anchor="t" anchorCtr="0">
            <a:noAutofit/>
          </a:bodyPr>
          <a:lstStyle>
            <a:lvl1pPr>
              <a:lnSpc>
                <a:spcPct val="85000"/>
              </a:lnSpc>
              <a:defRPr sz="4800" kern="100" spc="-120" baseline="0">
                <a:solidFill>
                  <a:schemeClr val="bg1"/>
                </a:solidFill>
              </a:defRPr>
            </a:lvl1pPr>
          </a:lstStyle>
          <a:p>
            <a:r>
              <a:rPr lang="en-US"/>
              <a:t>Click to edit chapter title</a:t>
            </a:r>
          </a:p>
        </p:txBody>
      </p:sp>
      <p:sp>
        <p:nvSpPr>
          <p:cNvPr id="2" name="Shape">
            <a:extLst>
              <a:ext uri="{FF2B5EF4-FFF2-40B4-BE49-F238E27FC236}">
                <a16:creationId xmlns:a16="http://schemas.microsoft.com/office/drawing/2014/main" id="{8D7E805C-A191-9D75-9AB7-9D00344C6A73}"/>
              </a:ext>
              <a:ext uri="{C183D7F6-B498-43B3-948B-1728B52AA6E4}">
                <adec:decorative xmlns:adec="http://schemas.microsoft.com/office/drawing/2017/decorative" val="1"/>
              </a:ext>
            </a:extLst>
          </p:cNvPr>
          <p:cNvSpPr txBox="1">
            <a:spLocks/>
          </p:cNvSpPr>
          <p:nvPr userDrawn="1"/>
        </p:nvSpPr>
        <p:spPr>
          <a:xfrm>
            <a:off x="0" y="2332809"/>
            <a:ext cx="12192600" cy="4525192"/>
          </a:xfrm>
          <a:custGeom>
            <a:avLst/>
            <a:gdLst>
              <a:gd name="connsiteX0" fmla="*/ 6096604 w 12192600"/>
              <a:gd name="connsiteY0" fmla="*/ 0 h 4525192"/>
              <a:gd name="connsiteX1" fmla="*/ 9864298 w 12192600"/>
              <a:gd name="connsiteY1" fmla="*/ 881563 h 4525192"/>
              <a:gd name="connsiteX2" fmla="*/ 12192600 w 12192600"/>
              <a:gd name="connsiteY2" fmla="*/ 3188723 h 4525192"/>
              <a:gd name="connsiteX3" fmla="*/ 12192600 w 12192600"/>
              <a:gd name="connsiteY3" fmla="*/ 4525192 h 4525192"/>
              <a:gd name="connsiteX4" fmla="*/ 0 w 12192600"/>
              <a:gd name="connsiteY4" fmla="*/ 4525192 h 4525192"/>
              <a:gd name="connsiteX5" fmla="*/ 0 w 12192600"/>
              <a:gd name="connsiteY5" fmla="*/ 3189318 h 4525192"/>
              <a:gd name="connsiteX6" fmla="*/ 2328903 w 12192600"/>
              <a:gd name="connsiteY6" fmla="*/ 881563 h 4525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600" h="4525192">
                <a:moveTo>
                  <a:pt x="6096604" y="0"/>
                </a:moveTo>
                <a:lnTo>
                  <a:pt x="9864298" y="881563"/>
                </a:lnTo>
                <a:lnTo>
                  <a:pt x="12192600" y="3188723"/>
                </a:lnTo>
                <a:lnTo>
                  <a:pt x="12192600" y="4525192"/>
                </a:lnTo>
                <a:lnTo>
                  <a:pt x="0" y="4525192"/>
                </a:lnTo>
                <a:lnTo>
                  <a:pt x="0" y="3189318"/>
                </a:lnTo>
                <a:lnTo>
                  <a:pt x="2328903" y="881563"/>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11" name="Picture Placeholder 10">
            <a:extLst>
              <a:ext uri="{FF2B5EF4-FFF2-40B4-BE49-F238E27FC236}">
                <a16:creationId xmlns:a16="http://schemas.microsoft.com/office/drawing/2014/main" id="{865BB67F-E803-D844-E464-C93C91206DFB}"/>
              </a:ext>
            </a:extLst>
          </p:cNvPr>
          <p:cNvSpPr>
            <a:spLocks noGrp="1"/>
          </p:cNvSpPr>
          <p:nvPr>
            <p:ph type="pic" sz="quarter" idx="19" hasCustomPrompt="1"/>
          </p:nvPr>
        </p:nvSpPr>
        <p:spPr>
          <a:xfrm>
            <a:off x="5" y="2324100"/>
            <a:ext cx="12193197" cy="4533900"/>
          </a:xfrm>
          <a:custGeom>
            <a:avLst/>
            <a:gdLst>
              <a:gd name="connsiteX0" fmla="*/ 434412 w 12193197"/>
              <a:gd name="connsiteY0" fmla="*/ 4230894 h 4533900"/>
              <a:gd name="connsiteX1" fmla="*/ 452515 w 12193197"/>
              <a:gd name="connsiteY1" fmla="*/ 4230894 h 4533900"/>
              <a:gd name="connsiteX2" fmla="*/ 452515 w 12193197"/>
              <a:gd name="connsiteY2" fmla="*/ 4303612 h 4533900"/>
              <a:gd name="connsiteX3" fmla="*/ 434412 w 12193197"/>
              <a:gd name="connsiteY3" fmla="*/ 4303612 h 4533900"/>
              <a:gd name="connsiteX4" fmla="*/ 316283 w 12193197"/>
              <a:gd name="connsiteY4" fmla="*/ 4194688 h 4533900"/>
              <a:gd name="connsiteX5" fmla="*/ 343591 w 12193197"/>
              <a:gd name="connsiteY5" fmla="*/ 4194688 h 4533900"/>
              <a:gd name="connsiteX6" fmla="*/ 343591 w 12193197"/>
              <a:gd name="connsiteY6" fmla="*/ 4303612 h 4533900"/>
              <a:gd name="connsiteX7" fmla="*/ 316283 w 12193197"/>
              <a:gd name="connsiteY7" fmla="*/ 4303612 h 4533900"/>
              <a:gd name="connsiteX8" fmla="*/ 911528 w 12193197"/>
              <a:gd name="connsiteY8" fmla="*/ 4191620 h 4533900"/>
              <a:gd name="connsiteX9" fmla="*/ 943745 w 12193197"/>
              <a:gd name="connsiteY9" fmla="*/ 4238564 h 4533900"/>
              <a:gd name="connsiteX10" fmla="*/ 911528 w 12193197"/>
              <a:gd name="connsiteY10" fmla="*/ 4282440 h 4533900"/>
              <a:gd name="connsiteX11" fmla="*/ 878083 w 12193197"/>
              <a:gd name="connsiteY11" fmla="*/ 4236416 h 4533900"/>
              <a:gd name="connsiteX12" fmla="*/ 911528 w 12193197"/>
              <a:gd name="connsiteY12" fmla="*/ 4191620 h 4533900"/>
              <a:gd name="connsiteX13" fmla="*/ 638453 w 12193197"/>
              <a:gd name="connsiteY13" fmla="*/ 4191314 h 4533900"/>
              <a:gd name="connsiteX14" fmla="*/ 670669 w 12193197"/>
              <a:gd name="connsiteY14" fmla="*/ 4239179 h 4533900"/>
              <a:gd name="connsiteX15" fmla="*/ 637532 w 12193197"/>
              <a:gd name="connsiteY15" fmla="*/ 4285202 h 4533900"/>
              <a:gd name="connsiteX16" fmla="*/ 605008 w 12193197"/>
              <a:gd name="connsiteY16" fmla="*/ 4236417 h 4533900"/>
              <a:gd name="connsiteX17" fmla="*/ 638453 w 12193197"/>
              <a:gd name="connsiteY17" fmla="*/ 4191314 h 4533900"/>
              <a:gd name="connsiteX18" fmla="*/ 1049294 w 12193197"/>
              <a:gd name="connsiteY18" fmla="*/ 4190700 h 4533900"/>
              <a:gd name="connsiteX19" fmla="*/ 1082739 w 12193197"/>
              <a:gd name="connsiteY19" fmla="*/ 4238565 h 4533900"/>
              <a:gd name="connsiteX20" fmla="*/ 1049601 w 12193197"/>
              <a:gd name="connsiteY20" fmla="*/ 4285509 h 4533900"/>
              <a:gd name="connsiteX21" fmla="*/ 1015543 w 12193197"/>
              <a:gd name="connsiteY21" fmla="*/ 4238565 h 4533900"/>
              <a:gd name="connsiteX22" fmla="*/ 1049294 w 12193197"/>
              <a:gd name="connsiteY22" fmla="*/ 4190700 h 4533900"/>
              <a:gd name="connsiteX23" fmla="*/ 775604 w 12193197"/>
              <a:gd name="connsiteY23" fmla="*/ 4190700 h 4533900"/>
              <a:gd name="connsiteX24" fmla="*/ 806900 w 12193197"/>
              <a:gd name="connsiteY24" fmla="*/ 4223223 h 4533900"/>
              <a:gd name="connsiteX25" fmla="*/ 742773 w 12193197"/>
              <a:gd name="connsiteY25" fmla="*/ 4223223 h 4533900"/>
              <a:gd name="connsiteX26" fmla="*/ 775604 w 12193197"/>
              <a:gd name="connsiteY26" fmla="*/ 4190700 h 4533900"/>
              <a:gd name="connsiteX27" fmla="*/ 398206 w 12193197"/>
              <a:gd name="connsiteY27" fmla="*/ 4176586 h 4533900"/>
              <a:gd name="connsiteX28" fmla="*/ 425514 w 12193197"/>
              <a:gd name="connsiteY28" fmla="*/ 4176586 h 4533900"/>
              <a:gd name="connsiteX29" fmla="*/ 425514 w 12193197"/>
              <a:gd name="connsiteY29" fmla="*/ 4285509 h 4533900"/>
              <a:gd name="connsiteX30" fmla="*/ 398206 w 12193197"/>
              <a:gd name="connsiteY30" fmla="*/ 4285509 h 4533900"/>
              <a:gd name="connsiteX31" fmla="*/ 288976 w 12193197"/>
              <a:gd name="connsiteY31" fmla="*/ 4176279 h 4533900"/>
              <a:gd name="connsiteX32" fmla="*/ 307078 w 12193197"/>
              <a:gd name="connsiteY32" fmla="*/ 4176279 h 4533900"/>
              <a:gd name="connsiteX33" fmla="*/ 307078 w 12193197"/>
              <a:gd name="connsiteY33" fmla="*/ 4248997 h 4533900"/>
              <a:gd name="connsiteX34" fmla="*/ 288976 w 12193197"/>
              <a:gd name="connsiteY34" fmla="*/ 4248997 h 4533900"/>
              <a:gd name="connsiteX35" fmla="*/ 903550 w 12193197"/>
              <a:gd name="connsiteY35" fmla="*/ 4170142 h 4533900"/>
              <a:gd name="connsiteX36" fmla="*/ 846787 w 12193197"/>
              <a:gd name="connsiteY36" fmla="*/ 4237644 h 4533900"/>
              <a:gd name="connsiteX37" fmla="*/ 904777 w 12193197"/>
              <a:gd name="connsiteY37" fmla="*/ 4303611 h 4533900"/>
              <a:gd name="connsiteX38" fmla="*/ 944358 w 12193197"/>
              <a:gd name="connsiteY38" fmla="*/ 4282747 h 4533900"/>
              <a:gd name="connsiteX39" fmla="*/ 944358 w 12193197"/>
              <a:gd name="connsiteY39" fmla="*/ 4297782 h 4533900"/>
              <a:gd name="connsiteX40" fmla="*/ 912141 w 12193197"/>
              <a:gd name="connsiteY40" fmla="*/ 4333374 h 4533900"/>
              <a:gd name="connsiteX41" fmla="*/ 882686 w 12193197"/>
              <a:gd name="connsiteY41" fmla="*/ 4315884 h 4533900"/>
              <a:gd name="connsiteX42" fmla="*/ 880231 w 12193197"/>
              <a:gd name="connsiteY42" fmla="*/ 4313737 h 4533900"/>
              <a:gd name="connsiteX43" fmla="*/ 853537 w 12193197"/>
              <a:gd name="connsiteY43" fmla="*/ 4313737 h 4533900"/>
              <a:gd name="connsiteX44" fmla="*/ 851389 w 12193197"/>
              <a:gd name="connsiteY44" fmla="*/ 4315884 h 4533900"/>
              <a:gd name="connsiteX45" fmla="*/ 910914 w 12193197"/>
              <a:gd name="connsiteY45" fmla="*/ 4354851 h 4533900"/>
              <a:gd name="connsiteX46" fmla="*/ 972586 w 12193197"/>
              <a:gd name="connsiteY46" fmla="*/ 4298089 h 4533900"/>
              <a:gd name="connsiteX47" fmla="*/ 972280 w 12193197"/>
              <a:gd name="connsiteY47" fmla="*/ 4233348 h 4533900"/>
              <a:gd name="connsiteX48" fmla="*/ 973814 w 12193197"/>
              <a:gd name="connsiteY48" fmla="*/ 4174438 h 4533900"/>
              <a:gd name="connsiteX49" fmla="*/ 971666 w 12193197"/>
              <a:gd name="connsiteY49" fmla="*/ 4172290 h 4533900"/>
              <a:gd name="connsiteX50" fmla="*/ 944665 w 12193197"/>
              <a:gd name="connsiteY50" fmla="*/ 4172290 h 4533900"/>
              <a:gd name="connsiteX51" fmla="*/ 942517 w 12193197"/>
              <a:gd name="connsiteY51" fmla="*/ 4174438 h 4533900"/>
              <a:gd name="connsiteX52" fmla="*/ 943131 w 12193197"/>
              <a:gd name="connsiteY52" fmla="*/ 4189165 h 4533900"/>
              <a:gd name="connsiteX53" fmla="*/ 903550 w 12193197"/>
              <a:gd name="connsiteY53" fmla="*/ 4170142 h 4533900"/>
              <a:gd name="connsiteX54" fmla="*/ 629861 w 12193197"/>
              <a:gd name="connsiteY54" fmla="*/ 4169529 h 4533900"/>
              <a:gd name="connsiteX55" fmla="*/ 573405 w 12193197"/>
              <a:gd name="connsiteY55" fmla="*/ 4238565 h 4533900"/>
              <a:gd name="connsiteX56" fmla="*/ 629248 w 12193197"/>
              <a:gd name="connsiteY56" fmla="*/ 4306680 h 4533900"/>
              <a:gd name="connsiteX57" fmla="*/ 669749 w 12193197"/>
              <a:gd name="connsiteY57" fmla="*/ 4285816 h 4533900"/>
              <a:gd name="connsiteX58" fmla="*/ 669135 w 12193197"/>
              <a:gd name="connsiteY58" fmla="*/ 4302078 h 4533900"/>
              <a:gd name="connsiteX59" fmla="*/ 671283 w 12193197"/>
              <a:gd name="connsiteY59" fmla="*/ 4304226 h 4533900"/>
              <a:gd name="connsiteX60" fmla="*/ 698591 w 12193197"/>
              <a:gd name="connsiteY60" fmla="*/ 4304226 h 4533900"/>
              <a:gd name="connsiteX61" fmla="*/ 700739 w 12193197"/>
              <a:gd name="connsiteY61" fmla="*/ 4302078 h 4533900"/>
              <a:gd name="connsiteX62" fmla="*/ 700125 w 12193197"/>
              <a:gd name="connsiteY62" fmla="*/ 4237644 h 4533900"/>
              <a:gd name="connsiteX63" fmla="*/ 700739 w 12193197"/>
              <a:gd name="connsiteY63" fmla="*/ 4174131 h 4533900"/>
              <a:gd name="connsiteX64" fmla="*/ 698591 w 12193197"/>
              <a:gd name="connsiteY64" fmla="*/ 4171984 h 4533900"/>
              <a:gd name="connsiteX65" fmla="*/ 671283 w 12193197"/>
              <a:gd name="connsiteY65" fmla="*/ 4171984 h 4533900"/>
              <a:gd name="connsiteX66" fmla="*/ 669135 w 12193197"/>
              <a:gd name="connsiteY66" fmla="*/ 4174131 h 4533900"/>
              <a:gd name="connsiteX67" fmla="*/ 669749 w 12193197"/>
              <a:gd name="connsiteY67" fmla="*/ 4188859 h 4533900"/>
              <a:gd name="connsiteX68" fmla="*/ 629861 w 12193197"/>
              <a:gd name="connsiteY68" fmla="*/ 4169529 h 4533900"/>
              <a:gd name="connsiteX69" fmla="*/ 1049601 w 12193197"/>
              <a:gd name="connsiteY69" fmla="*/ 4169222 h 4533900"/>
              <a:gd name="connsiteX70" fmla="*/ 984247 w 12193197"/>
              <a:gd name="connsiteY70" fmla="*/ 4238872 h 4533900"/>
              <a:gd name="connsiteX71" fmla="*/ 1049601 w 12193197"/>
              <a:gd name="connsiteY71" fmla="*/ 4307601 h 4533900"/>
              <a:gd name="connsiteX72" fmla="*/ 1114342 w 12193197"/>
              <a:gd name="connsiteY72" fmla="*/ 4237951 h 4533900"/>
              <a:gd name="connsiteX73" fmla="*/ 1049601 w 12193197"/>
              <a:gd name="connsiteY73" fmla="*/ 4169222 h 4533900"/>
              <a:gd name="connsiteX74" fmla="*/ 774990 w 12193197"/>
              <a:gd name="connsiteY74" fmla="*/ 4168915 h 4533900"/>
              <a:gd name="connsiteX75" fmla="*/ 710556 w 12193197"/>
              <a:gd name="connsiteY75" fmla="*/ 4238565 h 4533900"/>
              <a:gd name="connsiteX76" fmla="*/ 775910 w 12193197"/>
              <a:gd name="connsiteY76" fmla="*/ 4307294 h 4533900"/>
              <a:gd name="connsiteX77" fmla="*/ 836049 w 12193197"/>
              <a:gd name="connsiteY77" fmla="*/ 4264338 h 4533900"/>
              <a:gd name="connsiteX78" fmla="*/ 834208 w 12193197"/>
              <a:gd name="connsiteY78" fmla="*/ 4262190 h 4533900"/>
              <a:gd name="connsiteX79" fmla="*/ 808434 w 12193197"/>
              <a:gd name="connsiteY79" fmla="*/ 4262190 h 4533900"/>
              <a:gd name="connsiteX80" fmla="*/ 805980 w 12193197"/>
              <a:gd name="connsiteY80" fmla="*/ 4264338 h 4533900"/>
              <a:gd name="connsiteX81" fmla="*/ 776524 w 12193197"/>
              <a:gd name="connsiteY81" fmla="*/ 4285509 h 4533900"/>
              <a:gd name="connsiteX82" fmla="*/ 741546 w 12193197"/>
              <a:gd name="connsiteY82" fmla="*/ 4244087 h 4533900"/>
              <a:gd name="connsiteX83" fmla="*/ 837890 w 12193197"/>
              <a:gd name="connsiteY83" fmla="*/ 4244087 h 4533900"/>
              <a:gd name="connsiteX84" fmla="*/ 840037 w 12193197"/>
              <a:gd name="connsiteY84" fmla="*/ 4241940 h 4533900"/>
              <a:gd name="connsiteX85" fmla="*/ 774990 w 12193197"/>
              <a:gd name="connsiteY85" fmla="*/ 4168915 h 4533900"/>
              <a:gd name="connsiteX86" fmla="*/ 1199334 w 12193197"/>
              <a:gd name="connsiteY86" fmla="*/ 4168608 h 4533900"/>
              <a:gd name="connsiteX87" fmla="*/ 1156071 w 12193197"/>
              <a:gd name="connsiteY87" fmla="*/ 4191006 h 4533900"/>
              <a:gd name="connsiteX88" fmla="*/ 1156685 w 12193197"/>
              <a:gd name="connsiteY88" fmla="*/ 4173824 h 4533900"/>
              <a:gd name="connsiteX89" fmla="*/ 1154537 w 12193197"/>
              <a:gd name="connsiteY89" fmla="*/ 4171676 h 4533900"/>
              <a:gd name="connsiteX90" fmla="*/ 1128764 w 12193197"/>
              <a:gd name="connsiteY90" fmla="*/ 4171676 h 4533900"/>
              <a:gd name="connsiteX91" fmla="*/ 1126616 w 12193197"/>
              <a:gd name="connsiteY91" fmla="*/ 4173824 h 4533900"/>
              <a:gd name="connsiteX92" fmla="*/ 1126923 w 12193197"/>
              <a:gd name="connsiteY92" fmla="*/ 4241939 h 4533900"/>
              <a:gd name="connsiteX93" fmla="*/ 1126309 w 12193197"/>
              <a:gd name="connsiteY93" fmla="*/ 4302077 h 4533900"/>
              <a:gd name="connsiteX94" fmla="*/ 1128457 w 12193197"/>
              <a:gd name="connsiteY94" fmla="*/ 4304225 h 4533900"/>
              <a:gd name="connsiteX95" fmla="*/ 1155765 w 12193197"/>
              <a:gd name="connsiteY95" fmla="*/ 4303918 h 4533900"/>
              <a:gd name="connsiteX96" fmla="*/ 1157912 w 12193197"/>
              <a:gd name="connsiteY96" fmla="*/ 4301771 h 4533900"/>
              <a:gd name="connsiteX97" fmla="*/ 1157298 w 12193197"/>
              <a:gd name="connsiteY97" fmla="*/ 4247769 h 4533900"/>
              <a:gd name="connsiteX98" fmla="*/ 1157298 w 12193197"/>
              <a:gd name="connsiteY98" fmla="*/ 4233348 h 4533900"/>
              <a:gd name="connsiteX99" fmla="*/ 1189821 w 12193197"/>
              <a:gd name="connsiteY99" fmla="*/ 4192847 h 4533900"/>
              <a:gd name="connsiteX100" fmla="*/ 1214061 w 12193197"/>
              <a:gd name="connsiteY100" fmla="*/ 4221382 h 4533900"/>
              <a:gd name="connsiteX101" fmla="*/ 1214061 w 12193197"/>
              <a:gd name="connsiteY101" fmla="*/ 4247769 h 4533900"/>
              <a:gd name="connsiteX102" fmla="*/ 1213448 w 12193197"/>
              <a:gd name="connsiteY102" fmla="*/ 4301771 h 4533900"/>
              <a:gd name="connsiteX103" fmla="*/ 1215596 w 12193197"/>
              <a:gd name="connsiteY103" fmla="*/ 4303918 h 4533900"/>
              <a:gd name="connsiteX104" fmla="*/ 1242904 w 12193197"/>
              <a:gd name="connsiteY104" fmla="*/ 4303918 h 4533900"/>
              <a:gd name="connsiteX105" fmla="*/ 1245051 w 12193197"/>
              <a:gd name="connsiteY105" fmla="*/ 4301771 h 4533900"/>
              <a:gd name="connsiteX106" fmla="*/ 1244438 w 12193197"/>
              <a:gd name="connsiteY106" fmla="*/ 4247769 h 4533900"/>
              <a:gd name="connsiteX107" fmla="*/ 1244438 w 12193197"/>
              <a:gd name="connsiteY107" fmla="*/ 4220462 h 4533900"/>
              <a:gd name="connsiteX108" fmla="*/ 1199334 w 12193197"/>
              <a:gd name="connsiteY108" fmla="*/ 4168608 h 4533900"/>
              <a:gd name="connsiteX109" fmla="*/ 352796 w 12193197"/>
              <a:gd name="connsiteY109" fmla="*/ 4153574 h 4533900"/>
              <a:gd name="connsiteX110" fmla="*/ 389308 w 12193197"/>
              <a:gd name="connsiteY110" fmla="*/ 4153574 h 4533900"/>
              <a:gd name="connsiteX111" fmla="*/ 389308 w 12193197"/>
              <a:gd name="connsiteY111" fmla="*/ 4326317 h 4533900"/>
              <a:gd name="connsiteX112" fmla="*/ 352796 w 12193197"/>
              <a:gd name="connsiteY112" fmla="*/ 4326317 h 4533900"/>
              <a:gd name="connsiteX113" fmla="*/ 434412 w 12193197"/>
              <a:gd name="connsiteY113" fmla="*/ 4103561 h 4533900"/>
              <a:gd name="connsiteX114" fmla="*/ 234667 w 12193197"/>
              <a:gd name="connsiteY114" fmla="*/ 4176279 h 4533900"/>
              <a:gd name="connsiteX115" fmla="*/ 307385 w 12193197"/>
              <a:gd name="connsiteY115" fmla="*/ 4376023 h 4533900"/>
              <a:gd name="connsiteX116" fmla="*/ 507130 w 12193197"/>
              <a:gd name="connsiteY116" fmla="*/ 4303305 h 4533900"/>
              <a:gd name="connsiteX117" fmla="*/ 6096601 w 12193197"/>
              <a:gd name="connsiteY117" fmla="*/ 0 h 4533900"/>
              <a:gd name="connsiteX118" fmla="*/ 9864295 w 12193197"/>
              <a:gd name="connsiteY118" fmla="*/ 881563 h 4533900"/>
              <a:gd name="connsiteX119" fmla="*/ 12193197 w 12193197"/>
              <a:gd name="connsiteY119" fmla="*/ 3189318 h 4533900"/>
              <a:gd name="connsiteX120" fmla="*/ 12193197 w 12193197"/>
              <a:gd name="connsiteY120" fmla="*/ 4533900 h 4533900"/>
              <a:gd name="connsiteX121" fmla="*/ 0 w 12193197"/>
              <a:gd name="connsiteY121" fmla="*/ 4533900 h 4533900"/>
              <a:gd name="connsiteX122" fmla="*/ 0 w 12193197"/>
              <a:gd name="connsiteY122" fmla="*/ 3189318 h 4533900"/>
              <a:gd name="connsiteX123" fmla="*/ 2328904 w 12193197"/>
              <a:gd name="connsiteY123" fmla="*/ 881563 h 453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93197" h="4533900">
                <a:moveTo>
                  <a:pt x="434412" y="4230894"/>
                </a:moveTo>
                <a:lnTo>
                  <a:pt x="452515" y="4230894"/>
                </a:lnTo>
                <a:lnTo>
                  <a:pt x="452515" y="4303612"/>
                </a:lnTo>
                <a:lnTo>
                  <a:pt x="434412" y="4303612"/>
                </a:lnTo>
                <a:close/>
                <a:moveTo>
                  <a:pt x="316283" y="4194688"/>
                </a:moveTo>
                <a:lnTo>
                  <a:pt x="343591" y="4194688"/>
                </a:lnTo>
                <a:lnTo>
                  <a:pt x="343591" y="4303612"/>
                </a:lnTo>
                <a:lnTo>
                  <a:pt x="316283" y="4303612"/>
                </a:lnTo>
                <a:close/>
                <a:moveTo>
                  <a:pt x="911528" y="4191620"/>
                </a:moveTo>
                <a:cubicBezTo>
                  <a:pt x="932699" y="4191927"/>
                  <a:pt x="944052" y="4208495"/>
                  <a:pt x="943745" y="4238564"/>
                </a:cubicBezTo>
                <a:cubicBezTo>
                  <a:pt x="943745" y="4268020"/>
                  <a:pt x="931778" y="4282440"/>
                  <a:pt x="911528" y="4282440"/>
                </a:cubicBezTo>
                <a:cubicBezTo>
                  <a:pt x="889743" y="4282747"/>
                  <a:pt x="878083" y="4266485"/>
                  <a:pt x="878083" y="4236416"/>
                </a:cubicBezTo>
                <a:cubicBezTo>
                  <a:pt x="878083" y="4208188"/>
                  <a:pt x="889436" y="4191313"/>
                  <a:pt x="911528" y="4191620"/>
                </a:cubicBezTo>
                <a:close/>
                <a:moveTo>
                  <a:pt x="638453" y="4191314"/>
                </a:moveTo>
                <a:cubicBezTo>
                  <a:pt x="659010" y="4191620"/>
                  <a:pt x="670976" y="4208496"/>
                  <a:pt x="670669" y="4239179"/>
                </a:cubicBezTo>
                <a:cubicBezTo>
                  <a:pt x="670363" y="4269861"/>
                  <a:pt x="658396" y="4285202"/>
                  <a:pt x="637532" y="4285202"/>
                </a:cubicBezTo>
                <a:cubicBezTo>
                  <a:pt x="616054" y="4285202"/>
                  <a:pt x="604701" y="4267407"/>
                  <a:pt x="605008" y="4236417"/>
                </a:cubicBezTo>
                <a:cubicBezTo>
                  <a:pt x="605008" y="4208189"/>
                  <a:pt x="615747" y="4191007"/>
                  <a:pt x="638453" y="4191314"/>
                </a:cubicBezTo>
                <a:close/>
                <a:moveTo>
                  <a:pt x="1049294" y="4190700"/>
                </a:moveTo>
                <a:cubicBezTo>
                  <a:pt x="1071693" y="4190700"/>
                  <a:pt x="1082739" y="4206962"/>
                  <a:pt x="1082739" y="4238565"/>
                </a:cubicBezTo>
                <a:cubicBezTo>
                  <a:pt x="1082739" y="4270168"/>
                  <a:pt x="1072000" y="4285509"/>
                  <a:pt x="1049601" y="4285509"/>
                </a:cubicBezTo>
                <a:cubicBezTo>
                  <a:pt x="1026896" y="4285509"/>
                  <a:pt x="1015850" y="4270168"/>
                  <a:pt x="1015543" y="4238565"/>
                </a:cubicBezTo>
                <a:cubicBezTo>
                  <a:pt x="1015543" y="4207268"/>
                  <a:pt x="1026589" y="4191007"/>
                  <a:pt x="1049294" y="4190700"/>
                </a:cubicBezTo>
                <a:close/>
                <a:moveTo>
                  <a:pt x="775604" y="4190700"/>
                </a:moveTo>
                <a:cubicBezTo>
                  <a:pt x="795854" y="4190700"/>
                  <a:pt x="805673" y="4206041"/>
                  <a:pt x="806900" y="4223223"/>
                </a:cubicBezTo>
                <a:lnTo>
                  <a:pt x="742773" y="4223223"/>
                </a:lnTo>
                <a:cubicBezTo>
                  <a:pt x="746148" y="4202052"/>
                  <a:pt x="757194" y="4190700"/>
                  <a:pt x="775604" y="4190700"/>
                </a:cubicBezTo>
                <a:close/>
                <a:moveTo>
                  <a:pt x="398206" y="4176586"/>
                </a:moveTo>
                <a:lnTo>
                  <a:pt x="425514" y="4176586"/>
                </a:lnTo>
                <a:lnTo>
                  <a:pt x="425514" y="4285509"/>
                </a:lnTo>
                <a:lnTo>
                  <a:pt x="398206" y="4285509"/>
                </a:lnTo>
                <a:close/>
                <a:moveTo>
                  <a:pt x="288976" y="4176279"/>
                </a:moveTo>
                <a:lnTo>
                  <a:pt x="307078" y="4176279"/>
                </a:lnTo>
                <a:lnTo>
                  <a:pt x="307078" y="4248997"/>
                </a:lnTo>
                <a:lnTo>
                  <a:pt x="288976" y="4248997"/>
                </a:lnTo>
                <a:close/>
                <a:moveTo>
                  <a:pt x="903550" y="4170142"/>
                </a:moveTo>
                <a:cubicBezTo>
                  <a:pt x="867958" y="4170142"/>
                  <a:pt x="846787" y="4200518"/>
                  <a:pt x="846787" y="4237644"/>
                </a:cubicBezTo>
                <a:cubicBezTo>
                  <a:pt x="846787" y="4274770"/>
                  <a:pt x="866424" y="4303611"/>
                  <a:pt x="904777" y="4303611"/>
                </a:cubicBezTo>
                <a:cubicBezTo>
                  <a:pt x="922267" y="4303611"/>
                  <a:pt x="935460" y="4295941"/>
                  <a:pt x="944358" y="4282747"/>
                </a:cubicBezTo>
                <a:lnTo>
                  <a:pt x="944358" y="4297782"/>
                </a:lnTo>
                <a:cubicBezTo>
                  <a:pt x="944358" y="4322635"/>
                  <a:pt x="931165" y="4333374"/>
                  <a:pt x="912141" y="4333374"/>
                </a:cubicBezTo>
                <a:cubicBezTo>
                  <a:pt x="896493" y="4333374"/>
                  <a:pt x="885754" y="4327544"/>
                  <a:pt x="882686" y="4315884"/>
                </a:cubicBezTo>
                <a:cubicBezTo>
                  <a:pt x="882379" y="4314657"/>
                  <a:pt x="881459" y="4313737"/>
                  <a:pt x="880231" y="4313737"/>
                </a:cubicBezTo>
                <a:lnTo>
                  <a:pt x="853537" y="4313737"/>
                </a:lnTo>
                <a:cubicBezTo>
                  <a:pt x="852617" y="4313737"/>
                  <a:pt x="851389" y="4314657"/>
                  <a:pt x="851389" y="4315884"/>
                </a:cubicBezTo>
                <a:cubicBezTo>
                  <a:pt x="855071" y="4342578"/>
                  <a:pt x="879311" y="4355465"/>
                  <a:pt x="910914" y="4354851"/>
                </a:cubicBezTo>
                <a:cubicBezTo>
                  <a:pt x="951415" y="4354851"/>
                  <a:pt x="972893" y="4333680"/>
                  <a:pt x="972586" y="4298089"/>
                </a:cubicBezTo>
                <a:lnTo>
                  <a:pt x="972280" y="4233348"/>
                </a:lnTo>
                <a:lnTo>
                  <a:pt x="973814" y="4174438"/>
                </a:lnTo>
                <a:cubicBezTo>
                  <a:pt x="973814" y="4173517"/>
                  <a:pt x="972893" y="4172290"/>
                  <a:pt x="971666" y="4172290"/>
                </a:cubicBezTo>
                <a:lnTo>
                  <a:pt x="944665" y="4172290"/>
                </a:lnTo>
                <a:cubicBezTo>
                  <a:pt x="943745" y="4172290"/>
                  <a:pt x="942517" y="4173210"/>
                  <a:pt x="942517" y="4174438"/>
                </a:cubicBezTo>
                <a:lnTo>
                  <a:pt x="943131" y="4189165"/>
                </a:lnTo>
                <a:cubicBezTo>
                  <a:pt x="934540" y="4176892"/>
                  <a:pt x="921039" y="4170142"/>
                  <a:pt x="903550" y="4170142"/>
                </a:cubicBezTo>
                <a:close/>
                <a:moveTo>
                  <a:pt x="629861" y="4169529"/>
                </a:moveTo>
                <a:cubicBezTo>
                  <a:pt x="594576" y="4169529"/>
                  <a:pt x="573405" y="4200212"/>
                  <a:pt x="573405" y="4238565"/>
                </a:cubicBezTo>
                <a:cubicBezTo>
                  <a:pt x="573405" y="4276918"/>
                  <a:pt x="592735" y="4306680"/>
                  <a:pt x="629248" y="4306680"/>
                </a:cubicBezTo>
                <a:cubicBezTo>
                  <a:pt x="647044" y="4306680"/>
                  <a:pt x="660851" y="4299010"/>
                  <a:pt x="669749" y="4285816"/>
                </a:cubicBezTo>
                <a:lnTo>
                  <a:pt x="669135" y="4302078"/>
                </a:lnTo>
                <a:cubicBezTo>
                  <a:pt x="669135" y="4303305"/>
                  <a:pt x="670363" y="4304226"/>
                  <a:pt x="671283" y="4304226"/>
                </a:cubicBezTo>
                <a:lnTo>
                  <a:pt x="698591" y="4304226"/>
                </a:lnTo>
                <a:cubicBezTo>
                  <a:pt x="699818" y="4304226"/>
                  <a:pt x="700739" y="4302998"/>
                  <a:pt x="700739" y="4302078"/>
                </a:cubicBezTo>
                <a:lnTo>
                  <a:pt x="700125" y="4237644"/>
                </a:lnTo>
                <a:lnTo>
                  <a:pt x="700739" y="4174131"/>
                </a:lnTo>
                <a:cubicBezTo>
                  <a:pt x="700739" y="4172904"/>
                  <a:pt x="699511" y="4171984"/>
                  <a:pt x="698591" y="4171984"/>
                </a:cubicBezTo>
                <a:lnTo>
                  <a:pt x="671283" y="4171984"/>
                </a:lnTo>
                <a:cubicBezTo>
                  <a:pt x="670056" y="4171984"/>
                  <a:pt x="669135" y="4173211"/>
                  <a:pt x="669135" y="4174131"/>
                </a:cubicBezTo>
                <a:lnTo>
                  <a:pt x="669749" y="4188859"/>
                </a:lnTo>
                <a:cubicBezTo>
                  <a:pt x="660851" y="4176279"/>
                  <a:pt x="647351" y="4169529"/>
                  <a:pt x="629861" y="4169529"/>
                </a:cubicBezTo>
                <a:close/>
                <a:moveTo>
                  <a:pt x="1049601" y="4169222"/>
                </a:moveTo>
                <a:cubicBezTo>
                  <a:pt x="1007873" y="4169222"/>
                  <a:pt x="984247" y="4197143"/>
                  <a:pt x="984247" y="4238872"/>
                </a:cubicBezTo>
                <a:cubicBezTo>
                  <a:pt x="984247" y="4280600"/>
                  <a:pt x="1007873" y="4307601"/>
                  <a:pt x="1049601" y="4307601"/>
                </a:cubicBezTo>
                <a:cubicBezTo>
                  <a:pt x="1091023" y="4307601"/>
                  <a:pt x="1114342" y="4279679"/>
                  <a:pt x="1114342" y="4237951"/>
                </a:cubicBezTo>
                <a:cubicBezTo>
                  <a:pt x="1114342" y="4196223"/>
                  <a:pt x="1091330" y="4169222"/>
                  <a:pt x="1049601" y="4169222"/>
                </a:cubicBezTo>
                <a:close/>
                <a:moveTo>
                  <a:pt x="774990" y="4168915"/>
                </a:moveTo>
                <a:cubicBezTo>
                  <a:pt x="734795" y="4168915"/>
                  <a:pt x="710556" y="4198370"/>
                  <a:pt x="710556" y="4238565"/>
                </a:cubicBezTo>
                <a:cubicBezTo>
                  <a:pt x="710556" y="4278759"/>
                  <a:pt x="733261" y="4307294"/>
                  <a:pt x="775910" y="4307294"/>
                </a:cubicBezTo>
                <a:cubicBezTo>
                  <a:pt x="809661" y="4307294"/>
                  <a:pt x="831139" y="4288270"/>
                  <a:pt x="836049" y="4264338"/>
                </a:cubicBezTo>
                <a:cubicBezTo>
                  <a:pt x="836355" y="4263111"/>
                  <a:pt x="835128" y="4262190"/>
                  <a:pt x="834208" y="4262190"/>
                </a:cubicBezTo>
                <a:lnTo>
                  <a:pt x="808434" y="4262190"/>
                </a:lnTo>
                <a:cubicBezTo>
                  <a:pt x="807514" y="4262190"/>
                  <a:pt x="806286" y="4263111"/>
                  <a:pt x="805980" y="4264338"/>
                </a:cubicBezTo>
                <a:cubicBezTo>
                  <a:pt x="801684" y="4278452"/>
                  <a:pt x="791559" y="4285509"/>
                  <a:pt x="776524" y="4285509"/>
                </a:cubicBezTo>
                <a:cubicBezTo>
                  <a:pt x="754432" y="4285509"/>
                  <a:pt x="742773" y="4272315"/>
                  <a:pt x="741546" y="4244087"/>
                </a:cubicBezTo>
                <a:lnTo>
                  <a:pt x="837890" y="4244087"/>
                </a:lnTo>
                <a:cubicBezTo>
                  <a:pt x="839117" y="4244087"/>
                  <a:pt x="840037" y="4242860"/>
                  <a:pt x="840037" y="4241940"/>
                </a:cubicBezTo>
                <a:cubicBezTo>
                  <a:pt x="839424" y="4196836"/>
                  <a:pt x="815184" y="4169222"/>
                  <a:pt x="774990" y="4168915"/>
                </a:cubicBezTo>
                <a:close/>
                <a:moveTo>
                  <a:pt x="1199334" y="4168608"/>
                </a:moveTo>
                <a:cubicBezTo>
                  <a:pt x="1179696" y="4168608"/>
                  <a:pt x="1164662" y="4178733"/>
                  <a:pt x="1156071" y="4191006"/>
                </a:cubicBezTo>
                <a:lnTo>
                  <a:pt x="1156685" y="4173824"/>
                </a:lnTo>
                <a:cubicBezTo>
                  <a:pt x="1156685" y="4172597"/>
                  <a:pt x="1155458" y="4171676"/>
                  <a:pt x="1154537" y="4171676"/>
                </a:cubicBezTo>
                <a:lnTo>
                  <a:pt x="1128764" y="4171676"/>
                </a:lnTo>
                <a:cubicBezTo>
                  <a:pt x="1127536" y="4171676"/>
                  <a:pt x="1126616" y="4172904"/>
                  <a:pt x="1126616" y="4173824"/>
                </a:cubicBezTo>
                <a:lnTo>
                  <a:pt x="1126923" y="4241939"/>
                </a:lnTo>
                <a:lnTo>
                  <a:pt x="1126309" y="4302077"/>
                </a:lnTo>
                <a:cubicBezTo>
                  <a:pt x="1126309" y="4303305"/>
                  <a:pt x="1127536" y="4304225"/>
                  <a:pt x="1128457" y="4304225"/>
                </a:cubicBezTo>
                <a:lnTo>
                  <a:pt x="1155765" y="4303918"/>
                </a:lnTo>
                <a:cubicBezTo>
                  <a:pt x="1156992" y="4303918"/>
                  <a:pt x="1157912" y="4302691"/>
                  <a:pt x="1157912" y="4301771"/>
                </a:cubicBezTo>
                <a:lnTo>
                  <a:pt x="1157298" y="4247769"/>
                </a:lnTo>
                <a:lnTo>
                  <a:pt x="1157298" y="4233348"/>
                </a:lnTo>
                <a:cubicBezTo>
                  <a:pt x="1159753" y="4206041"/>
                  <a:pt x="1174481" y="4192847"/>
                  <a:pt x="1189821" y="4192847"/>
                </a:cubicBezTo>
                <a:cubicBezTo>
                  <a:pt x="1203936" y="4192847"/>
                  <a:pt x="1214061" y="4202666"/>
                  <a:pt x="1214061" y="4221382"/>
                </a:cubicBezTo>
                <a:lnTo>
                  <a:pt x="1214061" y="4247769"/>
                </a:lnTo>
                <a:lnTo>
                  <a:pt x="1213448" y="4301771"/>
                </a:lnTo>
                <a:cubicBezTo>
                  <a:pt x="1213448" y="4302998"/>
                  <a:pt x="1214675" y="4303918"/>
                  <a:pt x="1215596" y="4303918"/>
                </a:cubicBezTo>
                <a:lnTo>
                  <a:pt x="1242904" y="4303918"/>
                </a:lnTo>
                <a:cubicBezTo>
                  <a:pt x="1244131" y="4303918"/>
                  <a:pt x="1245051" y="4302691"/>
                  <a:pt x="1245051" y="4301771"/>
                </a:cubicBezTo>
                <a:lnTo>
                  <a:pt x="1244438" y="4247769"/>
                </a:lnTo>
                <a:lnTo>
                  <a:pt x="1244438" y="4220462"/>
                </a:lnTo>
                <a:cubicBezTo>
                  <a:pt x="1244438" y="4187018"/>
                  <a:pt x="1226642" y="4168608"/>
                  <a:pt x="1199334" y="4168608"/>
                </a:cubicBezTo>
                <a:close/>
                <a:moveTo>
                  <a:pt x="352796" y="4153574"/>
                </a:moveTo>
                <a:lnTo>
                  <a:pt x="389308" y="4153574"/>
                </a:lnTo>
                <a:lnTo>
                  <a:pt x="389308" y="4326317"/>
                </a:lnTo>
                <a:lnTo>
                  <a:pt x="352796" y="4326317"/>
                </a:lnTo>
                <a:close/>
                <a:moveTo>
                  <a:pt x="434412" y="4103561"/>
                </a:moveTo>
                <a:lnTo>
                  <a:pt x="234667" y="4176279"/>
                </a:lnTo>
                <a:lnTo>
                  <a:pt x="307385" y="4376023"/>
                </a:lnTo>
                <a:lnTo>
                  <a:pt x="507130" y="4303305"/>
                </a:lnTo>
                <a:close/>
                <a:moveTo>
                  <a:pt x="6096601" y="0"/>
                </a:moveTo>
                <a:lnTo>
                  <a:pt x="9864295" y="881563"/>
                </a:lnTo>
                <a:lnTo>
                  <a:pt x="12193197" y="3189318"/>
                </a:lnTo>
                <a:lnTo>
                  <a:pt x="12193197" y="4533900"/>
                </a:lnTo>
                <a:lnTo>
                  <a:pt x="0" y="4533900"/>
                </a:lnTo>
                <a:lnTo>
                  <a:pt x="0" y="3189318"/>
                </a:lnTo>
                <a:lnTo>
                  <a:pt x="2328904" y="881563"/>
                </a:lnTo>
                <a:close/>
              </a:path>
            </a:pathLst>
          </a:custGeom>
          <a:noFill/>
        </p:spPr>
        <p:txBody>
          <a:bodyPr vert="horz" wrap="square" lIns="203200" tIns="201600" rIns="201600" bIns="201600" rtlCol="0" anchor="ctr" anchorCtr="0">
            <a:noAutofit/>
          </a:bodyPr>
          <a:lstStyle>
            <a:lvl1pPr algn="ctr">
              <a:defRPr lang="en-US" dirty="0">
                <a:solidFill>
                  <a:schemeClr val="tx1"/>
                </a:solidFill>
              </a:defRPr>
            </a:lvl1pPr>
          </a:lstStyle>
          <a:p>
            <a:pPr lvl="0" algn="ctr"/>
            <a:r>
              <a:rPr lang="en-US"/>
              <a:t>Click icon to insert an image</a:t>
            </a:r>
          </a:p>
        </p:txBody>
      </p:sp>
    </p:spTree>
    <p:extLst>
      <p:ext uri="{BB962C8B-B14F-4D97-AF65-F5344CB8AC3E}">
        <p14:creationId xmlns:p14="http://schemas.microsoft.com/office/powerpoint/2010/main" val="3927552202"/>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slide bright 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91CE8-3C1E-9DCC-E04F-442068DEC6D9}"/>
              </a:ext>
            </a:extLst>
          </p:cNvPr>
          <p:cNvGraphicFramePr>
            <a:graphicFrameLocks noChangeAspect="1"/>
          </p:cNvGraphicFramePr>
          <p:nvPr userDrawn="1">
            <p:custDataLst>
              <p:tags r:id="rId1"/>
            </p:custDataLst>
            <p:extLst>
              <p:ext uri="{D42A27DB-BD31-4B8C-83A1-F6EECF244321}">
                <p14:modId xmlns:p14="http://schemas.microsoft.com/office/powerpoint/2010/main" val="175869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59391CE8-3C1E-9DCC-E04F-442068DEC6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Freeform: Shape 6">
            <a:extLst>
              <a:ext uri="{FF2B5EF4-FFF2-40B4-BE49-F238E27FC236}">
                <a16:creationId xmlns:a16="http://schemas.microsoft.com/office/drawing/2014/main" id="{4F6667D9-F9C2-FDD3-F8FC-325B2740724A}"/>
              </a:ext>
              <a:ext uri="{C183D7F6-B498-43B3-948B-1728B52AA6E4}">
                <adec:decorative xmlns:adec="http://schemas.microsoft.com/office/drawing/2017/decorative" val="1"/>
              </a:ext>
            </a:extLst>
          </p:cNvPr>
          <p:cNvSpPr>
            <a:spLocks noChangeAspect="1"/>
          </p:cNvSpPr>
          <p:nvPr userDrawn="1"/>
        </p:nvSpPr>
        <p:spPr>
          <a:xfrm>
            <a:off x="0" y="1"/>
            <a:ext cx="6096002" cy="6857999"/>
          </a:xfrm>
          <a:custGeom>
            <a:avLst/>
            <a:gdLst>
              <a:gd name="connsiteX0" fmla="*/ 0 w 6096002"/>
              <a:gd name="connsiteY0" fmla="*/ 0 h 6857999"/>
              <a:gd name="connsiteX1" fmla="*/ 3070471 w 6096002"/>
              <a:gd name="connsiteY1" fmla="*/ 0 h 6857999"/>
              <a:gd name="connsiteX2" fmla="*/ 6096002 w 6096002"/>
              <a:gd name="connsiteY2" fmla="*/ 1700863 h 6857999"/>
              <a:gd name="connsiteX3" fmla="*/ 6096002 w 6096002"/>
              <a:gd name="connsiteY3" fmla="*/ 5157137 h 6857999"/>
              <a:gd name="connsiteX4" fmla="*/ 3070473 w 6096002"/>
              <a:gd name="connsiteY4" fmla="*/ 6857999 h 6857999"/>
              <a:gd name="connsiteX5" fmla="*/ 0 w 609600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2" h="6857999">
                <a:moveTo>
                  <a:pt x="0" y="0"/>
                </a:moveTo>
                <a:lnTo>
                  <a:pt x="3070471" y="0"/>
                </a:lnTo>
                <a:lnTo>
                  <a:pt x="6096002" y="1700863"/>
                </a:lnTo>
                <a:lnTo>
                  <a:pt x="6096002" y="5157137"/>
                </a:lnTo>
                <a:lnTo>
                  <a:pt x="3070473" y="6857999"/>
                </a:lnTo>
                <a:lnTo>
                  <a:pt x="0" y="6857999"/>
                </a:lnTo>
                <a:close/>
              </a:path>
            </a:pathLst>
          </a:custGeom>
          <a:solidFill>
            <a:srgbClr val="E7FF00"/>
          </a:solidFill>
          <a:ln w="10004"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9026"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7719"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3CF652B-2343-9840-41D8-3CC0A7909D5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72B3666B-46BF-E612-B3FF-9EA7865212AC}"/>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3032497162"/>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hapter slide bright B">
    <p:bg>
      <p:bgPr>
        <a:solidFill>
          <a:srgbClr val="63B6FF"/>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910C4DE-F4FD-D2BD-CE6B-597493B90368}"/>
              </a:ext>
            </a:extLst>
          </p:cNvPr>
          <p:cNvGraphicFramePr>
            <a:graphicFrameLocks noChangeAspect="1"/>
          </p:cNvGraphicFramePr>
          <p:nvPr userDrawn="1">
            <p:custDataLst>
              <p:tags r:id="rId1"/>
            </p:custDataLst>
            <p:extLst>
              <p:ext uri="{D42A27DB-BD31-4B8C-83A1-F6EECF244321}">
                <p14:modId xmlns:p14="http://schemas.microsoft.com/office/powerpoint/2010/main" val="4249390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5" name="think-cell data - do not delete" hidden="1">
                        <a:extLst>
                          <a:ext uri="{FF2B5EF4-FFF2-40B4-BE49-F238E27FC236}">
                            <a16:creationId xmlns:a16="http://schemas.microsoft.com/office/drawing/2014/main" id="{E910C4DE-F4FD-D2BD-CE6B-597493B903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Freeform: Shape 11">
            <a:extLst>
              <a:ext uri="{FF2B5EF4-FFF2-40B4-BE49-F238E27FC236}">
                <a16:creationId xmlns:a16="http://schemas.microsoft.com/office/drawing/2014/main" id="{344630B8-C98D-D3B9-67A1-E0937CD3CD02}"/>
              </a:ext>
              <a:ext uri="{C183D7F6-B498-43B3-948B-1728B52AA6E4}">
                <adec:decorative xmlns:adec="http://schemas.microsoft.com/office/drawing/2017/decorative" val="1"/>
              </a:ext>
            </a:extLst>
          </p:cNvPr>
          <p:cNvSpPr/>
          <p:nvPr userDrawn="1"/>
        </p:nvSpPr>
        <p:spPr>
          <a:xfrm>
            <a:off x="2928001" y="0"/>
            <a:ext cx="9264000" cy="6858000"/>
          </a:xfrm>
          <a:custGeom>
            <a:avLst/>
            <a:gdLst>
              <a:gd name="connsiteX0" fmla="*/ 0 w 10502900"/>
              <a:gd name="connsiteY0" fmla="*/ 0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10502900"/>
              <a:gd name="connsiteY0" fmla="*/ 1 h 6858000"/>
              <a:gd name="connsiteX1" fmla="*/ 10502900 w 10502900"/>
              <a:gd name="connsiteY1" fmla="*/ 0 h 6858000"/>
              <a:gd name="connsiteX2" fmla="*/ 10502900 w 10502900"/>
              <a:gd name="connsiteY2" fmla="*/ 6858000 h 6858000"/>
              <a:gd name="connsiteX3" fmla="*/ 1406333 w 10502900"/>
              <a:gd name="connsiteY3" fmla="*/ 6858000 h 6858000"/>
              <a:gd name="connsiteX4" fmla="*/ 3820073 w 10502900"/>
              <a:gd name="connsiteY4" fmla="*/ 5548121 h 6858000"/>
              <a:gd name="connsiteX5" fmla="*/ 4742125 w 10502900"/>
              <a:gd name="connsiteY5" fmla="*/ 3428998 h 6858000"/>
              <a:gd name="connsiteX6" fmla="*/ 3820073 w 10502900"/>
              <a:gd name="connsiteY6" fmla="*/ 1309879 h 6858000"/>
              <a:gd name="connsiteX7" fmla="*/ 1406333 w 10502900"/>
              <a:gd name="connsiteY7" fmla="*/ 1 h 6858000"/>
              <a:gd name="connsiteX8" fmla="*/ 0 w 10502900"/>
              <a:gd name="connsiteY8" fmla="*/ 1 h 6858000"/>
              <a:gd name="connsiteX0" fmla="*/ 0 w 9096567"/>
              <a:gd name="connsiteY0" fmla="*/ 1 h 6858000"/>
              <a:gd name="connsiteX1" fmla="*/ 9096567 w 9096567"/>
              <a:gd name="connsiteY1" fmla="*/ 0 h 6858000"/>
              <a:gd name="connsiteX2" fmla="*/ 9096567 w 9096567"/>
              <a:gd name="connsiteY2" fmla="*/ 6858000 h 6858000"/>
              <a:gd name="connsiteX3" fmla="*/ 0 w 9096567"/>
              <a:gd name="connsiteY3" fmla="*/ 6858000 h 6858000"/>
              <a:gd name="connsiteX4" fmla="*/ 2413740 w 9096567"/>
              <a:gd name="connsiteY4" fmla="*/ 5548121 h 6858000"/>
              <a:gd name="connsiteX5" fmla="*/ 3335792 w 9096567"/>
              <a:gd name="connsiteY5" fmla="*/ 3428998 h 6858000"/>
              <a:gd name="connsiteX6" fmla="*/ 2413740 w 9096567"/>
              <a:gd name="connsiteY6" fmla="*/ 1309879 h 6858000"/>
              <a:gd name="connsiteX7" fmla="*/ 0 w 9096567"/>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96567" h="6858000">
                <a:moveTo>
                  <a:pt x="0" y="1"/>
                </a:moveTo>
                <a:lnTo>
                  <a:pt x="9096567" y="0"/>
                </a:lnTo>
                <a:lnTo>
                  <a:pt x="9096567" y="6858000"/>
                </a:lnTo>
                <a:lnTo>
                  <a:pt x="0" y="6858000"/>
                </a:lnTo>
                <a:lnTo>
                  <a:pt x="2413740" y="5548121"/>
                </a:lnTo>
                <a:lnTo>
                  <a:pt x="3335792" y="3428998"/>
                </a:lnTo>
                <a:lnTo>
                  <a:pt x="2413740" y="1309879"/>
                </a:lnTo>
                <a:lnTo>
                  <a:pt x="0" y="1"/>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552000" y="1575000"/>
            <a:ext cx="5148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9F40096-D548-3E3A-1132-E6A716C6E5EB}"/>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6" name="Logo">
            <a:extLst>
              <a:ext uri="{FF2B5EF4-FFF2-40B4-BE49-F238E27FC236}">
                <a16:creationId xmlns:a16="http://schemas.microsoft.com/office/drawing/2014/main" id="{4D2D902B-285F-45D0-2D11-E4C076342424}"/>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11" r="11"/>
          <a:stretch/>
        </p:blipFill>
        <p:spPr>
          <a:xfrm>
            <a:off x="-39632" y="6154303"/>
            <a:ext cx="2376000" cy="820874"/>
          </a:xfrm>
          <a:prstGeom prst="rect">
            <a:avLst/>
          </a:prstGeom>
        </p:spPr>
      </p:pic>
    </p:spTree>
    <p:extLst>
      <p:ext uri="{BB962C8B-B14F-4D97-AF65-F5344CB8AC3E}">
        <p14:creationId xmlns:p14="http://schemas.microsoft.com/office/powerpoint/2010/main" val="1262288144"/>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hapter slide dark A">
    <p:bg>
      <p:bgPr>
        <a:solidFill>
          <a:srgbClr val="CF000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34AC5DB-AF99-EAEE-E186-5AD89F87DE38}"/>
              </a:ext>
            </a:extLst>
          </p:cNvPr>
          <p:cNvGraphicFramePr>
            <a:graphicFrameLocks noChangeAspect="1"/>
          </p:cNvGraphicFramePr>
          <p:nvPr userDrawn="1">
            <p:custDataLst>
              <p:tags r:id="rId1"/>
            </p:custDataLst>
            <p:extLst>
              <p:ext uri="{D42A27DB-BD31-4B8C-83A1-F6EECF244321}">
                <p14:modId xmlns:p14="http://schemas.microsoft.com/office/powerpoint/2010/main" val="698543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7" name="think-cell data - do not delete" hidden="1">
                        <a:extLst>
                          <a:ext uri="{FF2B5EF4-FFF2-40B4-BE49-F238E27FC236}">
                            <a16:creationId xmlns:a16="http://schemas.microsoft.com/office/drawing/2014/main" id="{F34AC5DB-AF99-EAEE-E186-5AD89F87DE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Freeform: Shape 17">
            <a:extLst>
              <a:ext uri="{FF2B5EF4-FFF2-40B4-BE49-F238E27FC236}">
                <a16:creationId xmlns:a16="http://schemas.microsoft.com/office/drawing/2014/main" id="{2A3239AF-8363-538C-904E-A10FCB384291}"/>
              </a:ext>
              <a:ext uri="{C183D7F6-B498-43B3-948B-1728B52AA6E4}">
                <adec:decorative xmlns:adec="http://schemas.microsoft.com/office/drawing/2017/decorative" val="1"/>
              </a:ext>
            </a:extLst>
          </p:cNvPr>
          <p:cNvSpPr/>
          <p:nvPr userDrawn="1"/>
        </p:nvSpPr>
        <p:spPr>
          <a:xfrm>
            <a:off x="4557645" y="0"/>
            <a:ext cx="7634356" cy="6858000"/>
          </a:xfrm>
          <a:custGeom>
            <a:avLst/>
            <a:gdLst>
              <a:gd name="connsiteX0" fmla="*/ 0 w 7634356"/>
              <a:gd name="connsiteY0" fmla="*/ 0 h 6858000"/>
              <a:gd name="connsiteX1" fmla="*/ 7634356 w 7634356"/>
              <a:gd name="connsiteY1" fmla="*/ 0 h 6858000"/>
              <a:gd name="connsiteX2" fmla="*/ 7634356 w 7634356"/>
              <a:gd name="connsiteY2" fmla="*/ 6858000 h 6858000"/>
              <a:gd name="connsiteX3" fmla="*/ 11887 w 7634356"/>
              <a:gd name="connsiteY3" fmla="*/ 6858000 h 6858000"/>
              <a:gd name="connsiteX4" fmla="*/ 2006354 w 7634356"/>
              <a:gd name="connsiteY4" fmla="*/ 343918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4356" h="6858000">
                <a:moveTo>
                  <a:pt x="0" y="0"/>
                </a:moveTo>
                <a:lnTo>
                  <a:pt x="7634356" y="0"/>
                </a:lnTo>
                <a:lnTo>
                  <a:pt x="7634356" y="6858000"/>
                </a:lnTo>
                <a:lnTo>
                  <a:pt x="11887" y="6858000"/>
                </a:lnTo>
                <a:lnTo>
                  <a:pt x="2006354" y="3439189"/>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bg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AFF604DC-F67A-B57E-9408-4B1F7516AEF5}"/>
              </a:ext>
            </a:extLst>
          </p:cNvPr>
          <p:cNvSpPr>
            <a:spLocks noGrp="1"/>
          </p:cNvSpPr>
          <p:nvPr>
            <p:ph type="sldNum" sz="quarter" idx="14"/>
          </p:nvPr>
        </p:nvSpPr>
        <p:spPr/>
        <p:txBody>
          <a:bodyPr/>
          <a:lstStyle/>
          <a:p>
            <a:fld id="{1C1606C5-D483-4832-A0E9-CF578A9B5883}" type="slidenum">
              <a:rPr lang="en-US" smtClean="0"/>
              <a:pPr/>
              <a:t>‹#›</a:t>
            </a:fld>
            <a:endParaRPr lang="en-US"/>
          </a:p>
        </p:txBody>
      </p:sp>
      <p:pic>
        <p:nvPicPr>
          <p:cNvPr id="4" name="Logo">
            <a:extLst>
              <a:ext uri="{FF2B5EF4-FFF2-40B4-BE49-F238E27FC236}">
                <a16:creationId xmlns:a16="http://schemas.microsoft.com/office/drawing/2014/main" id="{EA2414A7-72E4-194C-10A1-30F768ED25B2}"/>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4071517275"/>
      </p:ext>
    </p:extLst>
  </p:cSld>
  <p:clrMapOvr>
    <a:masterClrMapping/>
  </p:clrMapOvr>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hapter slide dark B">
    <p:bg>
      <p:bgPr>
        <a:solidFill>
          <a:srgbClr val="1D255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D64FD6E-C821-EE4D-4CE7-59EB844EA447}"/>
              </a:ext>
            </a:extLst>
          </p:cNvPr>
          <p:cNvGraphicFramePr>
            <a:graphicFrameLocks noChangeAspect="1"/>
          </p:cNvGraphicFramePr>
          <p:nvPr userDrawn="1">
            <p:custDataLst>
              <p:tags r:id="rId1"/>
            </p:custDataLst>
            <p:extLst>
              <p:ext uri="{D42A27DB-BD31-4B8C-83A1-F6EECF244321}">
                <p14:modId xmlns:p14="http://schemas.microsoft.com/office/powerpoint/2010/main" val="91686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5D64FD6E-C821-EE4D-4CE7-59EB844EA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Freeform: Shape 14">
            <a:extLst>
              <a:ext uri="{FF2B5EF4-FFF2-40B4-BE49-F238E27FC236}">
                <a16:creationId xmlns:a16="http://schemas.microsoft.com/office/drawing/2014/main" id="{EAC5222C-C927-BE6F-1E16-3D8585E8F66F}"/>
              </a:ext>
              <a:ext uri="{C183D7F6-B498-43B3-948B-1728B52AA6E4}">
                <adec:decorative xmlns:adec="http://schemas.microsoft.com/office/drawing/2017/decorative" val="1"/>
              </a:ext>
            </a:extLst>
          </p:cNvPr>
          <p:cNvSpPr/>
          <p:nvPr userDrawn="1"/>
        </p:nvSpPr>
        <p:spPr>
          <a:xfrm flipH="1">
            <a:off x="-3" y="0"/>
            <a:ext cx="6564002" cy="6858000"/>
          </a:xfrm>
          <a:custGeom>
            <a:avLst/>
            <a:gdLst>
              <a:gd name="connsiteX0" fmla="*/ 6769100 w 6769100"/>
              <a:gd name="connsiteY0" fmla="*/ 0 h 6858000"/>
              <a:gd name="connsiteX1" fmla="*/ 6635749 w 6769100"/>
              <a:gd name="connsiteY1" fmla="*/ 0 h 6858000"/>
              <a:gd name="connsiteX2" fmla="*/ 3619500 w 6769100"/>
              <a:gd name="connsiteY2" fmla="*/ 0 h 6858000"/>
              <a:gd name="connsiteX3" fmla="*/ 2069045 w 6769100"/>
              <a:gd name="connsiteY3" fmla="*/ 0 h 6858000"/>
              <a:gd name="connsiteX4" fmla="*/ 0 w 6769100"/>
              <a:gd name="connsiteY4" fmla="*/ 3439189 h 6858000"/>
              <a:gd name="connsiteX5" fmla="*/ 2056786 w 6769100"/>
              <a:gd name="connsiteY5" fmla="*/ 6858000 h 6858000"/>
              <a:gd name="connsiteX6" fmla="*/ 3619500 w 6769100"/>
              <a:gd name="connsiteY6" fmla="*/ 6858000 h 6858000"/>
              <a:gd name="connsiteX7" fmla="*/ 6635749 w 6769100"/>
              <a:gd name="connsiteY7" fmla="*/ 6858000 h 6858000"/>
              <a:gd name="connsiteX8" fmla="*/ 6769100 w 67691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69100" h="6858000">
                <a:moveTo>
                  <a:pt x="6769100" y="0"/>
                </a:moveTo>
                <a:lnTo>
                  <a:pt x="6635749" y="0"/>
                </a:lnTo>
                <a:lnTo>
                  <a:pt x="3619500" y="0"/>
                </a:lnTo>
                <a:lnTo>
                  <a:pt x="2069045" y="0"/>
                </a:lnTo>
                <a:lnTo>
                  <a:pt x="0" y="3439189"/>
                </a:lnTo>
                <a:lnTo>
                  <a:pt x="2056786" y="6858000"/>
                </a:lnTo>
                <a:lnTo>
                  <a:pt x="3619500" y="6858000"/>
                </a:lnTo>
                <a:lnTo>
                  <a:pt x="6635749" y="6858000"/>
                </a:lnTo>
                <a:lnTo>
                  <a:pt x="6769100" y="6858000"/>
                </a:lnTo>
                <a:close/>
              </a:path>
            </a:pathLst>
          </a:cu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2831A1-EEC4-3B4D-CB37-DEB46BB796BE}"/>
              </a:ext>
            </a:extLst>
          </p:cNvPr>
          <p:cNvSpPr>
            <a:spLocks noGrp="1"/>
          </p:cNvSpPr>
          <p:nvPr>
            <p:ph type="title" hasCustomPrompt="1"/>
          </p:nvPr>
        </p:nvSpPr>
        <p:spPr>
          <a:xfrm>
            <a:off x="478972" y="1539000"/>
            <a:ext cx="5148000" cy="3780000"/>
          </a:xfrm>
        </p:spPr>
        <p:txBody>
          <a:bodyPr vert="horz" anchor="ctr" anchorCtr="0">
            <a:noAutofit/>
          </a:bodyPr>
          <a:lstStyle>
            <a:lvl1pPr>
              <a:lnSpc>
                <a:spcPct val="90000"/>
              </a:lnSpc>
              <a:defRPr sz="4800" kern="100" spc="-120" baseline="0">
                <a:solidFill>
                  <a:schemeClr val="tx1"/>
                </a:solidFill>
              </a:defRPr>
            </a:lvl1pPr>
          </a:lstStyle>
          <a:p>
            <a:r>
              <a:rPr lang="en-US"/>
              <a:t>Click to edit title</a:t>
            </a:r>
          </a:p>
        </p:txBody>
      </p:sp>
      <p:sp>
        <p:nvSpPr>
          <p:cNvPr id="13" name="Text Placeholder 12">
            <a:extLst>
              <a:ext uri="{FF2B5EF4-FFF2-40B4-BE49-F238E27FC236}">
                <a16:creationId xmlns:a16="http://schemas.microsoft.com/office/drawing/2014/main" id="{98BA2B9A-D146-D79C-2973-FBA71B289A78}"/>
              </a:ext>
            </a:extLst>
          </p:cNvPr>
          <p:cNvSpPr>
            <a:spLocks noGrp="1"/>
          </p:cNvSpPr>
          <p:nvPr>
            <p:ph type="body" sz="quarter" idx="13"/>
          </p:nvPr>
        </p:nvSpPr>
        <p:spPr>
          <a:xfrm>
            <a:off x="6796971" y="1575000"/>
            <a:ext cx="4896000" cy="3708000"/>
          </a:xfrm>
        </p:spPr>
        <p:txBody>
          <a:bodyPr anchor="ctr" anchorCtr="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01FA8D-C042-AF97-2FAC-9395B7768CD3}"/>
              </a:ext>
            </a:extLst>
          </p:cNvPr>
          <p:cNvSpPr>
            <a:spLocks noGrp="1"/>
          </p:cNvSpPr>
          <p:nvPr>
            <p:ph type="sldNum" sz="quarter" idx="14"/>
          </p:nvPr>
        </p:nvSpPr>
        <p:spPr/>
        <p:txBody>
          <a:bodyPr/>
          <a:lstStyle>
            <a:lvl1pPr>
              <a:defRPr>
                <a:solidFill>
                  <a:schemeClr val="bg1"/>
                </a:solidFill>
              </a:defRPr>
            </a:lvl1pPr>
          </a:lstStyle>
          <a:p>
            <a:fld id="{1C1606C5-D483-4832-A0E9-CF578A9B5883}" type="slidenum">
              <a:rPr lang="en-US" smtClean="0"/>
              <a:pPr/>
              <a:t>‹#›</a:t>
            </a:fld>
            <a:endParaRPr lang="en-US"/>
          </a:p>
        </p:txBody>
      </p:sp>
      <p:pic>
        <p:nvPicPr>
          <p:cNvPr id="5" name="Logo">
            <a:extLst>
              <a:ext uri="{FF2B5EF4-FFF2-40B4-BE49-F238E27FC236}">
                <a16:creationId xmlns:a16="http://schemas.microsoft.com/office/drawing/2014/main" id="{D2DCB6F0-B61B-93DE-621C-5420959D8993}"/>
              </a:ext>
              <a:ext uri="{C183D7F6-B498-43B3-948B-1728B52AA6E4}">
                <adec:decorative xmlns:adec="http://schemas.microsoft.com/office/drawing/2017/decorative" val="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2790858502"/>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47D7EB4-7059-9F86-302A-A0A1E0582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414800"/>
            <a:ext cx="55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020BD283-A71D-083C-07CA-D1160A37E49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639FC5A9-B0A2-A729-A108-87F84341470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75393070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Two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3FC5BC2-96AE-8D74-F8B4-E565DD3A7034}"/>
              </a:ext>
            </a:extLst>
          </p:cNvPr>
          <p:cNvSpPr>
            <a:spLocks noGrp="1"/>
          </p:cNvSpPr>
          <p:nvPr>
            <p:ph type="title"/>
          </p:nvPr>
        </p:nvSpPr>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DF60D86F-95F6-5622-A5A8-3B70F2D48C7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CBBB5236-25E0-CA99-CC75-9488BBADFCE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426078970"/>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4C2899-A934-081F-BC75-86BAF44CF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notes">
            <a:extLst>
              <a:ext uri="{FF2B5EF4-FFF2-40B4-BE49-F238E27FC236}">
                <a16:creationId xmlns:a16="http://schemas.microsoft.com/office/drawing/2014/main" id="{EF765057-AEE5-960E-8D05-A51B43D17A68}"/>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128960BD-F0C7-CB79-37EA-DECF1205A71A}"/>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06974163"/>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E4060-4D83-76DD-1415-C18A2D22DED8}"/>
              </a:ext>
            </a:extLst>
          </p:cNvPr>
          <p:cNvSpPr>
            <a:spLocks noGrp="1"/>
          </p:cNvSpPr>
          <p:nvPr>
            <p:ph type="title"/>
          </p:nvPr>
        </p:nvSpPr>
        <p:spPr/>
        <p:txBody>
          <a:bodyPr/>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5A280A0D-8E89-CDEC-A55E-E5854F4C660D}"/>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1677A015-CE51-197E-1602-0EA2F6226478}"/>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22218895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90" name="think-cell data - do not delete" hidden="1">
            <a:extLst>
              <a:ext uri="{FF2B5EF4-FFF2-40B4-BE49-F238E27FC236}">
                <a16:creationId xmlns:a16="http://schemas.microsoft.com/office/drawing/2014/main" id="{E8818429-C388-B7D5-0265-DF9D9C1030A5}"/>
              </a:ext>
            </a:extLst>
          </p:cNvPr>
          <p:cNvGraphicFramePr>
            <a:graphicFrameLocks noChangeAspect="1"/>
          </p:cNvGraphicFramePr>
          <p:nvPr userDrawn="1">
            <p:custDataLst>
              <p:tags r:id="rId1"/>
            </p:custDataLst>
            <p:extLst>
              <p:ext uri="{D42A27DB-BD31-4B8C-83A1-F6EECF244321}">
                <p14:modId xmlns:p14="http://schemas.microsoft.com/office/powerpoint/2010/main" val="18500425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90" name="think-cell data - do not delete" hidden="1">
                        <a:extLst>
                          <a:ext uri="{FF2B5EF4-FFF2-40B4-BE49-F238E27FC236}">
                            <a16:creationId xmlns:a16="http://schemas.microsoft.com/office/drawing/2014/main" id="{E8818429-C388-B7D5-0265-DF9D9C1030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FEFC0643-D659-E1D3-411A-95293270FA94}"/>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91B02355-7378-0F0C-8543-00D8A317FC31}"/>
              </a:ext>
            </a:extLst>
          </p:cNvPr>
          <p:cNvSpPr>
            <a:spLocks noGrp="1"/>
          </p:cNvSpPr>
          <p:nvPr>
            <p:ph sz="half" idx="17"/>
          </p:nvPr>
        </p:nvSpPr>
        <p:spPr>
          <a:xfrm>
            <a:off x="9264000" y="1414800"/>
            <a:ext cx="244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notes">
            <a:extLst>
              <a:ext uri="{FF2B5EF4-FFF2-40B4-BE49-F238E27FC236}">
                <a16:creationId xmlns:a16="http://schemas.microsoft.com/office/drawing/2014/main" id="{687F9EB1-A21E-5C2F-7480-6EB0277298F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4CC0A89E-E2C9-833D-7637-2B5BF99642B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32548559"/>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title Four Content">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1E6F775-1596-5E4A-C305-9630A2C28693}"/>
              </a:ext>
            </a:extLst>
          </p:cNvPr>
          <p:cNvGraphicFramePr>
            <a:graphicFrameLocks noChangeAspect="1"/>
          </p:cNvGraphicFramePr>
          <p:nvPr userDrawn="1">
            <p:custDataLst>
              <p:tags r:id="rId1"/>
            </p:custDataLst>
            <p:extLst>
              <p:ext uri="{D42A27DB-BD31-4B8C-83A1-F6EECF244321}">
                <p14:modId xmlns:p14="http://schemas.microsoft.com/office/powerpoint/2010/main" val="2846415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11E6F775-1596-5E4A-C305-9630A2C286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53DA46C-CCEE-2BBE-25F8-72ED2010AE4D}"/>
              </a:ext>
            </a:extLst>
          </p:cNvPr>
          <p:cNvSpPr>
            <a:spLocks noGrp="1"/>
          </p:cNvSpPr>
          <p:nvPr>
            <p:ph type="title"/>
          </p:nvPr>
        </p:nvSpPr>
        <p:spPr>
          <a:xfrm>
            <a:off x="480000" y="252000"/>
            <a:ext cx="11232000" cy="1005867"/>
          </a:xfrm>
        </p:spPr>
        <p:txBody>
          <a:bodyPr vert="horz"/>
          <a:lstStyle/>
          <a:p>
            <a:r>
              <a:rPr lang="en-US"/>
              <a:t>Click to edit Master title style</a:t>
            </a:r>
          </a:p>
        </p:txBody>
      </p:sp>
      <p:sp>
        <p:nvSpPr>
          <p:cNvPr id="5" name="Subtitle 2">
            <a:extLst>
              <a:ext uri="{FF2B5EF4-FFF2-40B4-BE49-F238E27FC236}">
                <a16:creationId xmlns:a16="http://schemas.microsoft.com/office/drawing/2014/main" id="{8B0B60B6-D395-4EF1-4297-0B77BCD92F8A}"/>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970725-E095-1266-38E5-68F19D3A7559}"/>
              </a:ext>
            </a:extLst>
          </p:cNvPr>
          <p:cNvSpPr>
            <a:spLocks noGrp="1"/>
          </p:cNvSpPr>
          <p:nvPr>
            <p:ph sz="half" idx="2"/>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EBB2D415-F289-7C5C-4281-0729398A3964}"/>
              </a:ext>
            </a:extLst>
          </p:cNvPr>
          <p:cNvSpPr>
            <a:spLocks noGrp="1"/>
          </p:cNvSpPr>
          <p:nvPr>
            <p:ph sz="half" idx="13"/>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A33928D5-31BA-0E47-25B9-233CBC9061A4}"/>
              </a:ext>
            </a:extLst>
          </p:cNvPr>
          <p:cNvSpPr>
            <a:spLocks noGrp="1"/>
          </p:cNvSpPr>
          <p:nvPr>
            <p:ph sz="half" idx="17"/>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notes">
            <a:extLst>
              <a:ext uri="{FF2B5EF4-FFF2-40B4-BE49-F238E27FC236}">
                <a16:creationId xmlns:a16="http://schemas.microsoft.com/office/drawing/2014/main" id="{AF6857AF-B3D7-D201-E7AA-9BB3D8257BC4}"/>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9" name="Slide Number Placeholder 8">
            <a:extLst>
              <a:ext uri="{FF2B5EF4-FFF2-40B4-BE49-F238E27FC236}">
                <a16:creationId xmlns:a16="http://schemas.microsoft.com/office/drawing/2014/main" id="{2EBA96EF-9513-2878-46AE-5A9AC62EE7BD}"/>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36295608"/>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360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414800"/>
            <a:ext cx="7308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56893618"/>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and Graph 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0613D0-1E0E-702F-477E-E261662BB46B}"/>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414800"/>
            <a:ext cx="7308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2" name="footnotes">
            <a:extLst>
              <a:ext uri="{FF2B5EF4-FFF2-40B4-BE49-F238E27FC236}">
                <a16:creationId xmlns:a16="http://schemas.microsoft.com/office/drawing/2014/main" id="{C3CCE998-C69F-B067-E942-40E28616F92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78E32CC6-04C6-A1DF-EF98-BE4B1B7C525B}"/>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94066963"/>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4404000" y="1772266"/>
            <a:ext cx="7308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4404000" y="2134800"/>
            <a:ext cx="7308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834704348"/>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ubtitle Content and Graph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1EE9E1-21B6-0478-5B36-CDCA90B7AEB1}"/>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2" name="Subtitle 2">
            <a:extLst>
              <a:ext uri="{FF2B5EF4-FFF2-40B4-BE49-F238E27FC236}">
                <a16:creationId xmlns:a16="http://schemas.microsoft.com/office/drawing/2014/main" id="{F6797AFE-A6AB-52DD-3661-32357105956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8" name="Content Placeholder 2">
            <a:extLst>
              <a:ext uri="{FF2B5EF4-FFF2-40B4-BE49-F238E27FC236}">
                <a16:creationId xmlns:a16="http://schemas.microsoft.com/office/drawing/2014/main" id="{43D2CC6A-3B0B-B5CF-9B23-ED6BB3DB97D2}"/>
              </a:ext>
            </a:extLst>
          </p:cNvPr>
          <p:cNvSpPr>
            <a:spLocks noGrp="1"/>
          </p:cNvSpPr>
          <p:nvPr>
            <p:ph sz="half" idx="1"/>
          </p:nvPr>
        </p:nvSpPr>
        <p:spPr>
          <a:xfrm>
            <a:off x="480000" y="1774800"/>
            <a:ext cx="73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title">
            <a:extLst>
              <a:ext uri="{FF2B5EF4-FFF2-40B4-BE49-F238E27FC236}">
                <a16:creationId xmlns:a16="http://schemas.microsoft.com/office/drawing/2014/main" id="{535513A0-29A9-7D3B-9CDD-6733A2B1A2B1}"/>
              </a:ext>
            </a:extLst>
          </p:cNvPr>
          <p:cNvSpPr>
            <a:spLocks noGrp="1"/>
          </p:cNvSpPr>
          <p:nvPr>
            <p:ph type="body" sz="quarter" idx="13" hasCustomPrompt="1"/>
          </p:nvPr>
        </p:nvSpPr>
        <p:spPr>
          <a:xfrm>
            <a:off x="8112000" y="1772266"/>
            <a:ext cx="3600000" cy="324000"/>
          </a:xfrm>
        </p:spPr>
        <p:txBody>
          <a:bodyPr>
            <a:noAutofit/>
          </a:bodyPr>
          <a:lstStyle>
            <a:lvl1pPr>
              <a:defRPr sz="1800" b="1">
                <a:latin typeface="+mj-lt"/>
              </a:defRPr>
            </a:lvl1pPr>
          </a:lstStyle>
          <a:p>
            <a:pPr lvl="0"/>
            <a:r>
              <a:rPr lang="en-US"/>
              <a:t>Click to edit subheading</a:t>
            </a:r>
          </a:p>
        </p:txBody>
      </p:sp>
      <p:sp>
        <p:nvSpPr>
          <p:cNvPr id="10" name="Content Placeholder 3">
            <a:extLst>
              <a:ext uri="{FF2B5EF4-FFF2-40B4-BE49-F238E27FC236}">
                <a16:creationId xmlns:a16="http://schemas.microsoft.com/office/drawing/2014/main" id="{B0D2CA8A-2E63-60D9-815D-424F0324BB6B}"/>
              </a:ext>
            </a:extLst>
          </p:cNvPr>
          <p:cNvSpPr>
            <a:spLocks noGrp="1"/>
          </p:cNvSpPr>
          <p:nvPr>
            <p:ph sz="half" idx="2"/>
          </p:nvPr>
        </p:nvSpPr>
        <p:spPr>
          <a:xfrm>
            <a:off x="8112000" y="2134800"/>
            <a:ext cx="3600000" cy="39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83AD14C-A566-E683-2E76-7DCA5D94FA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8696B04B-F07D-B536-A5CE-3204B355DCE9}"/>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18596248"/>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bg>
      <p:bgPr>
        <a:solidFill>
          <a:srgbClr val="5E3930"/>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1838768-6AF6-EBB4-F7C2-E2BFBD10FBAD}"/>
              </a:ext>
              <a:ext uri="{C183D7F6-B498-43B3-948B-1728B52AA6E4}">
                <adec:decorative xmlns:adec="http://schemas.microsoft.com/office/drawing/2017/decorative" val="1"/>
              </a:ext>
            </a:extLst>
          </p:cNvPr>
          <p:cNvSpPr>
            <a:spLocks noGrp="1"/>
          </p:cNvSpPr>
          <p:nvPr>
            <p:ph type="pic" sz="quarter" idx="17" hasCustomPrompt="1"/>
          </p:nvPr>
        </p:nvSpPr>
        <p:spPr>
          <a:xfrm>
            <a:off x="5151859" y="203200"/>
            <a:ext cx="6836942" cy="6451600"/>
          </a:xfrm>
          <a:custGeom>
            <a:avLst/>
            <a:gdLst>
              <a:gd name="connsiteX0" fmla="*/ 0 w 5994400"/>
              <a:gd name="connsiteY0" fmla="*/ 0 h 6451600"/>
              <a:gd name="connsiteX1" fmla="*/ 2909284 w 5994400"/>
              <a:gd name="connsiteY1" fmla="*/ 0 h 6451600"/>
              <a:gd name="connsiteX2" fmla="*/ 2991870 w 5994400"/>
              <a:gd name="connsiteY2" fmla="*/ 0 h 6451600"/>
              <a:gd name="connsiteX3" fmla="*/ 3002195 w 5994400"/>
              <a:gd name="connsiteY3" fmla="*/ 0 h 6451600"/>
              <a:gd name="connsiteX4" fmla="*/ 3085116 w 5994400"/>
              <a:gd name="connsiteY4" fmla="*/ 0 h 6451600"/>
              <a:gd name="connsiteX5" fmla="*/ 5994400 w 5994400"/>
              <a:gd name="connsiteY5" fmla="*/ 0 h 6451600"/>
              <a:gd name="connsiteX6" fmla="*/ 4298317 w 5994400"/>
              <a:gd name="connsiteY6" fmla="*/ 3225800 h 6451600"/>
              <a:gd name="connsiteX7" fmla="*/ 5994400 w 5994400"/>
              <a:gd name="connsiteY7" fmla="*/ 6451600 h 6451600"/>
              <a:gd name="connsiteX8" fmla="*/ 3085116 w 5994400"/>
              <a:gd name="connsiteY8" fmla="*/ 6451600 h 6451600"/>
              <a:gd name="connsiteX9" fmla="*/ 3002195 w 5994400"/>
              <a:gd name="connsiteY9" fmla="*/ 6451600 h 6451600"/>
              <a:gd name="connsiteX10" fmla="*/ 2991870 w 5994400"/>
              <a:gd name="connsiteY10" fmla="*/ 6451600 h 6451600"/>
              <a:gd name="connsiteX11" fmla="*/ 2909284 w 5994400"/>
              <a:gd name="connsiteY11" fmla="*/ 6451600 h 6451600"/>
              <a:gd name="connsiteX12" fmla="*/ 0 w 5994400"/>
              <a:gd name="connsiteY12" fmla="*/ 6451600 h 6451600"/>
              <a:gd name="connsiteX13" fmla="*/ 1695749 w 5994400"/>
              <a:gd name="connsiteY13" fmla="*/ 3225800 h 64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94400" h="6451600">
                <a:moveTo>
                  <a:pt x="0" y="0"/>
                </a:moveTo>
                <a:lnTo>
                  <a:pt x="2909284" y="0"/>
                </a:lnTo>
                <a:lnTo>
                  <a:pt x="2991870" y="0"/>
                </a:lnTo>
                <a:lnTo>
                  <a:pt x="3002195" y="0"/>
                </a:lnTo>
                <a:lnTo>
                  <a:pt x="3085116" y="0"/>
                </a:lnTo>
                <a:lnTo>
                  <a:pt x="5994400" y="0"/>
                </a:lnTo>
                <a:lnTo>
                  <a:pt x="4298317" y="3225800"/>
                </a:lnTo>
                <a:lnTo>
                  <a:pt x="5994400" y="6451600"/>
                </a:lnTo>
                <a:lnTo>
                  <a:pt x="3085116" y="6451600"/>
                </a:lnTo>
                <a:lnTo>
                  <a:pt x="3002195" y="6451600"/>
                </a:lnTo>
                <a:lnTo>
                  <a:pt x="2991870" y="6451600"/>
                </a:lnTo>
                <a:lnTo>
                  <a:pt x="2909284" y="6451600"/>
                </a:lnTo>
                <a:lnTo>
                  <a:pt x="0" y="6451600"/>
                </a:lnTo>
                <a:lnTo>
                  <a:pt x="1695749" y="3225800"/>
                </a:lnTo>
                <a:close/>
              </a:path>
            </a:pathLst>
          </a:custGeom>
          <a:solidFill>
            <a:schemeClr val="bg1">
              <a:lumMod val="95000"/>
            </a:schemeClr>
          </a:solidFill>
        </p:spPr>
        <p:txBody>
          <a:bodyPr wrap="square" lIns="201600" tIns="201600" rIns="201600" bIns="201600">
            <a:noAutofit/>
          </a:bodyPr>
          <a:lstStyle>
            <a:lvl1pPr algn="ctr">
              <a:defRPr>
                <a:solidFill>
                  <a:schemeClr val="tx1"/>
                </a:solidFill>
              </a:defRPr>
            </a:lvl1pPr>
          </a:lstStyle>
          <a:p>
            <a:r>
              <a:rPr lang="en-US"/>
              <a:t>Click icon to insert an image</a:t>
            </a:r>
          </a:p>
        </p:txBody>
      </p:sp>
      <p:sp>
        <p:nvSpPr>
          <p:cNvPr id="4" name="Title 4">
            <a:extLst>
              <a:ext uri="{FF2B5EF4-FFF2-40B4-BE49-F238E27FC236}">
                <a16:creationId xmlns:a16="http://schemas.microsoft.com/office/drawing/2014/main" id="{ACB9F91B-EC72-61EF-D204-114A2BB6F1A6}"/>
              </a:ext>
            </a:extLst>
          </p:cNvPr>
          <p:cNvSpPr>
            <a:spLocks noGrp="1"/>
          </p:cNvSpPr>
          <p:nvPr>
            <p:ph type="title"/>
          </p:nvPr>
        </p:nvSpPr>
        <p:spPr>
          <a:xfrm>
            <a:off x="480000" y="396000"/>
            <a:ext cx="4428000" cy="1006935"/>
          </a:xfrm>
        </p:spPr>
        <p:txBody>
          <a:bodyPr/>
          <a:lstStyle>
            <a:lvl1pPr>
              <a:defRPr>
                <a:solidFill>
                  <a:srgbClr val="E7FF00"/>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C77C46BC-E8F2-AAA2-6B32-3A7A4F80DC31}"/>
              </a:ext>
            </a:extLst>
          </p:cNvPr>
          <p:cNvSpPr>
            <a:spLocks noGrp="1"/>
          </p:cNvSpPr>
          <p:nvPr>
            <p:ph sz="half" idx="1"/>
          </p:nvPr>
        </p:nvSpPr>
        <p:spPr>
          <a:xfrm>
            <a:off x="480000" y="1558800"/>
            <a:ext cx="4428000" cy="4536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Logo">
            <a:extLst>
              <a:ext uri="{FF2B5EF4-FFF2-40B4-BE49-F238E27FC236}">
                <a16:creationId xmlns:a16="http://schemas.microsoft.com/office/drawing/2014/main" id="{0764519F-DA11-6ED2-18B2-4488C7DC454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9" r="9"/>
          <a:stretch/>
        </p:blipFill>
        <p:spPr>
          <a:xfrm>
            <a:off x="-37499" y="6157011"/>
            <a:ext cx="2367418" cy="817868"/>
          </a:xfrm>
          <a:prstGeom prst="rect">
            <a:avLst/>
          </a:prstGeom>
        </p:spPr>
      </p:pic>
    </p:spTree>
    <p:extLst>
      <p:ext uri="{BB962C8B-B14F-4D97-AF65-F5344CB8AC3E}">
        <p14:creationId xmlns:p14="http://schemas.microsoft.com/office/powerpoint/2010/main" val="168067025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3E853C-BC12-3739-D063-CE3A4DD313FF}"/>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6" name="Content Placeholder 2">
            <a:extLst>
              <a:ext uri="{FF2B5EF4-FFF2-40B4-BE49-F238E27FC236}">
                <a16:creationId xmlns:a16="http://schemas.microsoft.com/office/drawing/2014/main" id="{18ADEE50-7ADE-DBBE-EB92-25137BE11398}"/>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hape">
            <a:extLst>
              <a:ext uri="{FF2B5EF4-FFF2-40B4-BE49-F238E27FC236}">
                <a16:creationId xmlns:a16="http://schemas.microsoft.com/office/drawing/2014/main" id="{73369A8A-E772-1164-87D4-C6CE42634726}"/>
              </a:ext>
              <a:ext uri="{C183D7F6-B498-43B3-948B-1728B52AA6E4}">
                <adec:decorative xmlns:adec="http://schemas.microsoft.com/office/drawing/2017/decorative" val="1"/>
              </a:ext>
            </a:extLst>
          </p:cNvPr>
          <p:cNvSpPr txBox="1">
            <a:spLocks/>
          </p:cNvSpPr>
          <p:nvPr userDrawn="1"/>
        </p:nvSpPr>
        <p:spPr>
          <a:xfrm>
            <a:off x="0" y="0"/>
            <a:ext cx="5616000"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281805"/>
          </a:solidFill>
        </p:spPr>
        <p:txBody>
          <a:bodyPr vert="horz" wrap="square" lIns="203200" tIns="201600" rIns="201600" bIns="201600" rtlCol="0" anchor="ctr" anchorCtr="0">
            <a:noAutofit/>
          </a:bodyPr>
          <a:lstStyle/>
          <a:p>
            <a:endParaRPr lang="en-US"/>
          </a:p>
        </p:txBody>
      </p:sp>
      <p:sp>
        <p:nvSpPr>
          <p:cNvPr id="2" name="Slide Number Placeholder 1">
            <a:extLst>
              <a:ext uri="{FF2B5EF4-FFF2-40B4-BE49-F238E27FC236}">
                <a16:creationId xmlns:a16="http://schemas.microsoft.com/office/drawing/2014/main" id="{677C1299-C171-52C4-8E9D-1C37F5B46EAB}"/>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32" name="Picture Placeholder 31">
            <a:extLst>
              <a:ext uri="{FF2B5EF4-FFF2-40B4-BE49-F238E27FC236}">
                <a16:creationId xmlns:a16="http://schemas.microsoft.com/office/drawing/2014/main" id="{A59FBDDB-3580-7C9D-E10B-31C606EDC207}"/>
              </a:ext>
            </a:extLst>
          </p:cNvPr>
          <p:cNvSpPr>
            <a:spLocks noGrp="1"/>
          </p:cNvSpPr>
          <p:nvPr>
            <p:ph type="pic" sz="quarter" idx="19" hasCustomPrompt="1"/>
          </p:nvPr>
        </p:nvSpPr>
        <p:spPr>
          <a:xfrm>
            <a:off x="0"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1938914170"/>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Image and content 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E5A80-90EE-B79D-70D4-516082597936}"/>
              </a:ext>
            </a:extLst>
          </p:cNvPr>
          <p:cNvSpPr>
            <a:spLocks noGrp="1"/>
          </p:cNvSpPr>
          <p:nvPr>
            <p:ph type="title"/>
          </p:nvPr>
        </p:nvSpPr>
        <p:spPr>
          <a:xfrm>
            <a:off x="6096000" y="252000"/>
            <a:ext cx="5616000" cy="100693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6096001" y="1556960"/>
            <a:ext cx="5616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hape">
            <a:extLst>
              <a:ext uri="{FF2B5EF4-FFF2-40B4-BE49-F238E27FC236}">
                <a16:creationId xmlns:a16="http://schemas.microsoft.com/office/drawing/2014/main" id="{658DAAAC-E4FA-06C2-B474-28EE89F9437B}"/>
              </a:ext>
              <a:ext uri="{C183D7F6-B498-43B3-948B-1728B52AA6E4}">
                <adec:decorative xmlns:adec="http://schemas.microsoft.com/office/drawing/2017/decorative" val="1"/>
              </a:ext>
            </a:extLst>
          </p:cNvPr>
          <p:cNvSpPr txBox="1">
            <a:spLocks/>
          </p:cNvSpPr>
          <p:nvPr userDrawn="1"/>
        </p:nvSpPr>
        <p:spPr>
          <a:xfrm>
            <a:off x="0" y="0"/>
            <a:ext cx="5627997" cy="6858000"/>
          </a:xfrm>
          <a:custGeom>
            <a:avLst/>
            <a:gdLst>
              <a:gd name="connsiteX0" fmla="*/ 0 w 5706327"/>
              <a:gd name="connsiteY0" fmla="*/ 0 h 6858000"/>
              <a:gd name="connsiteX1" fmla="*/ 3765893 w 5706327"/>
              <a:gd name="connsiteY1" fmla="*/ 0 h 6858000"/>
              <a:gd name="connsiteX2" fmla="*/ 5706327 w 5706327"/>
              <a:gd name="connsiteY2" fmla="*/ 3429000 h 6858000"/>
              <a:gd name="connsiteX3" fmla="*/ 3765893 w 5706327"/>
              <a:gd name="connsiteY3" fmla="*/ 6858000 h 6858000"/>
              <a:gd name="connsiteX4" fmla="*/ 0 w 570632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327" h="6858000">
                <a:moveTo>
                  <a:pt x="0" y="0"/>
                </a:moveTo>
                <a:lnTo>
                  <a:pt x="3765893" y="0"/>
                </a:lnTo>
                <a:lnTo>
                  <a:pt x="5706327" y="3429000"/>
                </a:lnTo>
                <a:lnTo>
                  <a:pt x="3765893" y="6858000"/>
                </a:lnTo>
                <a:lnTo>
                  <a:pt x="0" y="6858000"/>
                </a:lnTo>
                <a:close/>
              </a:path>
            </a:pathLst>
          </a:custGeom>
          <a:solidFill>
            <a:srgbClr val="FFFFFF"/>
          </a:solidFill>
        </p:spPr>
        <p:txBody>
          <a:bodyPr vert="horz" wrap="square" lIns="203200" tIns="201600" rIns="201600" bIns="201600" rtlCol="0" anchor="ctr" anchorCtr="0">
            <a:noAutofit/>
          </a:bodyPr>
          <a:lstStyle/>
          <a:p>
            <a:endParaRPr lang="en-US"/>
          </a:p>
        </p:txBody>
      </p:sp>
      <p:sp>
        <p:nvSpPr>
          <p:cNvPr id="6" name="Slide Number Placeholder 5">
            <a:extLst>
              <a:ext uri="{FF2B5EF4-FFF2-40B4-BE49-F238E27FC236}">
                <a16:creationId xmlns:a16="http://schemas.microsoft.com/office/drawing/2014/main" id="{2A60036F-0EFD-9372-6E0A-038761FCF5E7}"/>
              </a:ext>
            </a:extLst>
          </p:cNvPr>
          <p:cNvSpPr>
            <a:spLocks noGrp="1"/>
          </p:cNvSpPr>
          <p:nvPr>
            <p:ph type="sldNum" sz="quarter" idx="18"/>
          </p:nvPr>
        </p:nvSpPr>
        <p:spPr/>
        <p:txBody>
          <a:bodyPr/>
          <a:lstStyle/>
          <a:p>
            <a:fld id="{1C1606C5-D483-4832-A0E9-CF578A9B5883}" type="slidenum">
              <a:rPr lang="en-US" smtClean="0"/>
              <a:pPr/>
              <a:t>‹#›</a:t>
            </a:fld>
            <a:endParaRPr lang="en-US"/>
          </a:p>
        </p:txBody>
      </p:sp>
      <p:sp>
        <p:nvSpPr>
          <p:cNvPr id="2" name="Picture Placeholder 1">
            <a:extLst>
              <a:ext uri="{FF2B5EF4-FFF2-40B4-BE49-F238E27FC236}">
                <a16:creationId xmlns:a16="http://schemas.microsoft.com/office/drawing/2014/main" id="{63D2A451-F44F-C25D-9C7F-F4BA39721B89}"/>
              </a:ext>
            </a:extLst>
          </p:cNvPr>
          <p:cNvSpPr>
            <a:spLocks noGrp="1"/>
          </p:cNvSpPr>
          <p:nvPr>
            <p:ph type="pic" sz="quarter" idx="19" hasCustomPrompt="1"/>
          </p:nvPr>
        </p:nvSpPr>
        <p:spPr>
          <a:xfrm>
            <a:off x="6" y="8"/>
            <a:ext cx="5627995" cy="6857995"/>
          </a:xfrm>
          <a:custGeom>
            <a:avLst/>
            <a:gdLst>
              <a:gd name="connsiteX0" fmla="*/ 434228 w 5627995"/>
              <a:gd name="connsiteY0" fmla="*/ 6556136 h 6857995"/>
              <a:gd name="connsiteX1" fmla="*/ 452299 w 5627995"/>
              <a:gd name="connsiteY1" fmla="*/ 6556136 h 6857995"/>
              <a:gd name="connsiteX2" fmla="*/ 452299 w 5627995"/>
              <a:gd name="connsiteY2" fmla="*/ 6628733 h 6857995"/>
              <a:gd name="connsiteX3" fmla="*/ 434228 w 5627995"/>
              <a:gd name="connsiteY3" fmla="*/ 6628733 h 6857995"/>
              <a:gd name="connsiteX4" fmla="*/ 316294 w 5627995"/>
              <a:gd name="connsiteY4" fmla="*/ 6519990 h 6857995"/>
              <a:gd name="connsiteX5" fmla="*/ 343556 w 5627995"/>
              <a:gd name="connsiteY5" fmla="*/ 6519990 h 6857995"/>
              <a:gd name="connsiteX6" fmla="*/ 343556 w 5627995"/>
              <a:gd name="connsiteY6" fmla="*/ 6628733 h 6857995"/>
              <a:gd name="connsiteX7" fmla="*/ 316294 w 5627995"/>
              <a:gd name="connsiteY7" fmla="*/ 6628733 h 6857995"/>
              <a:gd name="connsiteX8" fmla="*/ 910552 w 5627995"/>
              <a:gd name="connsiteY8" fmla="*/ 6516926 h 6857995"/>
              <a:gd name="connsiteX9" fmla="*/ 942716 w 5627995"/>
              <a:gd name="connsiteY9" fmla="*/ 6563793 h 6857995"/>
              <a:gd name="connsiteX10" fmla="*/ 910552 w 5627995"/>
              <a:gd name="connsiteY10" fmla="*/ 6607596 h 6857995"/>
              <a:gd name="connsiteX11" fmla="*/ 877164 w 5627995"/>
              <a:gd name="connsiteY11" fmla="*/ 6561649 h 6857995"/>
              <a:gd name="connsiteX12" fmla="*/ 910552 w 5627995"/>
              <a:gd name="connsiteY12" fmla="*/ 6516926 h 6857995"/>
              <a:gd name="connsiteX13" fmla="*/ 637929 w 5627995"/>
              <a:gd name="connsiteY13" fmla="*/ 6516621 h 6857995"/>
              <a:gd name="connsiteX14" fmla="*/ 670092 w 5627995"/>
              <a:gd name="connsiteY14" fmla="*/ 6564406 h 6857995"/>
              <a:gd name="connsiteX15" fmla="*/ 637010 w 5627995"/>
              <a:gd name="connsiteY15" fmla="*/ 6610354 h 6857995"/>
              <a:gd name="connsiteX16" fmla="*/ 604540 w 5627995"/>
              <a:gd name="connsiteY16" fmla="*/ 6561649 h 6857995"/>
              <a:gd name="connsiteX17" fmla="*/ 637929 w 5627995"/>
              <a:gd name="connsiteY17" fmla="*/ 6516621 h 6857995"/>
              <a:gd name="connsiteX18" fmla="*/ 774853 w 5627995"/>
              <a:gd name="connsiteY18" fmla="*/ 6516008 h 6857995"/>
              <a:gd name="connsiteX19" fmla="*/ 806097 w 5627995"/>
              <a:gd name="connsiteY19" fmla="*/ 6548477 h 6857995"/>
              <a:gd name="connsiteX20" fmla="*/ 742076 w 5627995"/>
              <a:gd name="connsiteY20" fmla="*/ 6548477 h 6857995"/>
              <a:gd name="connsiteX21" fmla="*/ 774853 w 5627995"/>
              <a:gd name="connsiteY21" fmla="*/ 6516008 h 6857995"/>
              <a:gd name="connsiteX22" fmla="*/ 1048090 w 5627995"/>
              <a:gd name="connsiteY22" fmla="*/ 6516007 h 6857995"/>
              <a:gd name="connsiteX23" fmla="*/ 1081478 w 5627995"/>
              <a:gd name="connsiteY23" fmla="*/ 6563793 h 6857995"/>
              <a:gd name="connsiteX24" fmla="*/ 1048396 w 5627995"/>
              <a:gd name="connsiteY24" fmla="*/ 6610659 h 6857995"/>
              <a:gd name="connsiteX25" fmla="*/ 1014394 w 5627995"/>
              <a:gd name="connsiteY25" fmla="*/ 6563793 h 6857995"/>
              <a:gd name="connsiteX26" fmla="*/ 1048090 w 5627995"/>
              <a:gd name="connsiteY26" fmla="*/ 6516007 h 6857995"/>
              <a:gd name="connsiteX27" fmla="*/ 398082 w 5627995"/>
              <a:gd name="connsiteY27" fmla="*/ 6501918 h 6857995"/>
              <a:gd name="connsiteX28" fmla="*/ 425343 w 5627995"/>
              <a:gd name="connsiteY28" fmla="*/ 6501918 h 6857995"/>
              <a:gd name="connsiteX29" fmla="*/ 425343 w 5627995"/>
              <a:gd name="connsiteY29" fmla="*/ 6610660 h 6857995"/>
              <a:gd name="connsiteX30" fmla="*/ 398082 w 5627995"/>
              <a:gd name="connsiteY30" fmla="*/ 6610660 h 6857995"/>
              <a:gd name="connsiteX31" fmla="*/ 289031 w 5627995"/>
              <a:gd name="connsiteY31" fmla="*/ 6501611 h 6857995"/>
              <a:gd name="connsiteX32" fmla="*/ 307105 w 5627995"/>
              <a:gd name="connsiteY32" fmla="*/ 6501611 h 6857995"/>
              <a:gd name="connsiteX33" fmla="*/ 307105 w 5627995"/>
              <a:gd name="connsiteY33" fmla="*/ 6574209 h 6857995"/>
              <a:gd name="connsiteX34" fmla="*/ 289031 w 5627995"/>
              <a:gd name="connsiteY34" fmla="*/ 6574209 h 6857995"/>
              <a:gd name="connsiteX35" fmla="*/ 902588 w 5627995"/>
              <a:gd name="connsiteY35" fmla="*/ 6495484 h 6857995"/>
              <a:gd name="connsiteX36" fmla="*/ 845919 w 5627995"/>
              <a:gd name="connsiteY36" fmla="*/ 6562874 h 6857995"/>
              <a:gd name="connsiteX37" fmla="*/ 903813 w 5627995"/>
              <a:gd name="connsiteY37" fmla="*/ 6628732 h 6857995"/>
              <a:gd name="connsiteX38" fmla="*/ 943328 w 5627995"/>
              <a:gd name="connsiteY38" fmla="*/ 6607903 h 6857995"/>
              <a:gd name="connsiteX39" fmla="*/ 943328 w 5627995"/>
              <a:gd name="connsiteY39" fmla="*/ 6622912 h 6857995"/>
              <a:gd name="connsiteX40" fmla="*/ 911165 w 5627995"/>
              <a:gd name="connsiteY40" fmla="*/ 6658445 h 6857995"/>
              <a:gd name="connsiteX41" fmla="*/ 881758 w 5627995"/>
              <a:gd name="connsiteY41" fmla="*/ 6640985 h 6857995"/>
              <a:gd name="connsiteX42" fmla="*/ 879308 w 5627995"/>
              <a:gd name="connsiteY42" fmla="*/ 6638841 h 6857995"/>
              <a:gd name="connsiteX43" fmla="*/ 852658 w 5627995"/>
              <a:gd name="connsiteY43" fmla="*/ 6638841 h 6857995"/>
              <a:gd name="connsiteX44" fmla="*/ 850514 w 5627995"/>
              <a:gd name="connsiteY44" fmla="*/ 6640985 h 6857995"/>
              <a:gd name="connsiteX45" fmla="*/ 909940 w 5627995"/>
              <a:gd name="connsiteY45" fmla="*/ 6679887 h 6857995"/>
              <a:gd name="connsiteX46" fmla="*/ 971510 w 5627995"/>
              <a:gd name="connsiteY46" fmla="*/ 6623218 h 6857995"/>
              <a:gd name="connsiteX47" fmla="*/ 971203 w 5627995"/>
              <a:gd name="connsiteY47" fmla="*/ 6558585 h 6857995"/>
              <a:gd name="connsiteX48" fmla="*/ 972735 w 5627995"/>
              <a:gd name="connsiteY48" fmla="*/ 6499772 h 6857995"/>
              <a:gd name="connsiteX49" fmla="*/ 970591 w 5627995"/>
              <a:gd name="connsiteY49" fmla="*/ 6497628 h 6857995"/>
              <a:gd name="connsiteX50" fmla="*/ 943635 w 5627995"/>
              <a:gd name="connsiteY50" fmla="*/ 6497628 h 6857995"/>
              <a:gd name="connsiteX51" fmla="*/ 941491 w 5627995"/>
              <a:gd name="connsiteY51" fmla="*/ 6499772 h 6857995"/>
              <a:gd name="connsiteX52" fmla="*/ 942103 w 5627995"/>
              <a:gd name="connsiteY52" fmla="*/ 6514476 h 6857995"/>
              <a:gd name="connsiteX53" fmla="*/ 902588 w 5627995"/>
              <a:gd name="connsiteY53" fmla="*/ 6495484 h 6857995"/>
              <a:gd name="connsiteX54" fmla="*/ 629352 w 5627995"/>
              <a:gd name="connsiteY54" fmla="*/ 6494872 h 6857995"/>
              <a:gd name="connsiteX55" fmla="*/ 572989 w 5627995"/>
              <a:gd name="connsiteY55" fmla="*/ 6563793 h 6857995"/>
              <a:gd name="connsiteX56" fmla="*/ 628739 w 5627995"/>
              <a:gd name="connsiteY56" fmla="*/ 6631796 h 6857995"/>
              <a:gd name="connsiteX57" fmla="*/ 669173 w 5627995"/>
              <a:gd name="connsiteY57" fmla="*/ 6610966 h 6857995"/>
              <a:gd name="connsiteX58" fmla="*/ 668560 w 5627995"/>
              <a:gd name="connsiteY58" fmla="*/ 6627201 h 6857995"/>
              <a:gd name="connsiteX59" fmla="*/ 670705 w 5627995"/>
              <a:gd name="connsiteY59" fmla="*/ 6629345 h 6857995"/>
              <a:gd name="connsiteX60" fmla="*/ 697967 w 5627995"/>
              <a:gd name="connsiteY60" fmla="*/ 6629345 h 6857995"/>
              <a:gd name="connsiteX61" fmla="*/ 700111 w 5627995"/>
              <a:gd name="connsiteY61" fmla="*/ 6627201 h 6857995"/>
              <a:gd name="connsiteX62" fmla="*/ 699499 w 5627995"/>
              <a:gd name="connsiteY62" fmla="*/ 6562875 h 6857995"/>
              <a:gd name="connsiteX63" fmla="*/ 700111 w 5627995"/>
              <a:gd name="connsiteY63" fmla="*/ 6499467 h 6857995"/>
              <a:gd name="connsiteX64" fmla="*/ 697967 w 5627995"/>
              <a:gd name="connsiteY64" fmla="*/ 6497323 h 6857995"/>
              <a:gd name="connsiteX65" fmla="*/ 670705 w 5627995"/>
              <a:gd name="connsiteY65" fmla="*/ 6497323 h 6857995"/>
              <a:gd name="connsiteX66" fmla="*/ 668560 w 5627995"/>
              <a:gd name="connsiteY66" fmla="*/ 6499467 h 6857995"/>
              <a:gd name="connsiteX67" fmla="*/ 669173 w 5627995"/>
              <a:gd name="connsiteY67" fmla="*/ 6514170 h 6857995"/>
              <a:gd name="connsiteX68" fmla="*/ 629352 w 5627995"/>
              <a:gd name="connsiteY68" fmla="*/ 6494872 h 6857995"/>
              <a:gd name="connsiteX69" fmla="*/ 1048396 w 5627995"/>
              <a:gd name="connsiteY69" fmla="*/ 6494565 h 6857995"/>
              <a:gd name="connsiteX70" fmla="*/ 983150 w 5627995"/>
              <a:gd name="connsiteY70" fmla="*/ 6564099 h 6857995"/>
              <a:gd name="connsiteX71" fmla="*/ 1048396 w 5627995"/>
              <a:gd name="connsiteY71" fmla="*/ 6632714 h 6857995"/>
              <a:gd name="connsiteX72" fmla="*/ 1113029 w 5627995"/>
              <a:gd name="connsiteY72" fmla="*/ 6563180 h 6857995"/>
              <a:gd name="connsiteX73" fmla="*/ 1048396 w 5627995"/>
              <a:gd name="connsiteY73" fmla="*/ 6494565 h 6857995"/>
              <a:gd name="connsiteX74" fmla="*/ 774240 w 5627995"/>
              <a:gd name="connsiteY74" fmla="*/ 6494259 h 6857995"/>
              <a:gd name="connsiteX75" fmla="*/ 709913 w 5627995"/>
              <a:gd name="connsiteY75" fmla="*/ 6563793 h 6857995"/>
              <a:gd name="connsiteX76" fmla="*/ 775159 w 5627995"/>
              <a:gd name="connsiteY76" fmla="*/ 6632408 h 6857995"/>
              <a:gd name="connsiteX77" fmla="*/ 835197 w 5627995"/>
              <a:gd name="connsiteY77" fmla="*/ 6589524 h 6857995"/>
              <a:gd name="connsiteX78" fmla="*/ 833359 w 5627995"/>
              <a:gd name="connsiteY78" fmla="*/ 6587380 h 6857995"/>
              <a:gd name="connsiteX79" fmla="*/ 807629 w 5627995"/>
              <a:gd name="connsiteY79" fmla="*/ 6587380 h 6857995"/>
              <a:gd name="connsiteX80" fmla="*/ 805178 w 5627995"/>
              <a:gd name="connsiteY80" fmla="*/ 6589524 h 6857995"/>
              <a:gd name="connsiteX81" fmla="*/ 775772 w 5627995"/>
              <a:gd name="connsiteY81" fmla="*/ 6610660 h 6857995"/>
              <a:gd name="connsiteX82" fmla="*/ 740851 w 5627995"/>
              <a:gd name="connsiteY82" fmla="*/ 6569307 h 6857995"/>
              <a:gd name="connsiteX83" fmla="*/ 837035 w 5627995"/>
              <a:gd name="connsiteY83" fmla="*/ 6569307 h 6857995"/>
              <a:gd name="connsiteX84" fmla="*/ 839180 w 5627995"/>
              <a:gd name="connsiteY84" fmla="*/ 6567163 h 6857995"/>
              <a:gd name="connsiteX85" fmla="*/ 774240 w 5627995"/>
              <a:gd name="connsiteY85" fmla="*/ 6494259 h 6857995"/>
              <a:gd name="connsiteX86" fmla="*/ 1197879 w 5627995"/>
              <a:gd name="connsiteY86" fmla="*/ 6493953 h 6857995"/>
              <a:gd name="connsiteX87" fmla="*/ 1154688 w 5627995"/>
              <a:gd name="connsiteY87" fmla="*/ 6516314 h 6857995"/>
              <a:gd name="connsiteX88" fmla="*/ 1155301 w 5627995"/>
              <a:gd name="connsiteY88" fmla="*/ 6499160 h 6857995"/>
              <a:gd name="connsiteX89" fmla="*/ 1153156 w 5627995"/>
              <a:gd name="connsiteY89" fmla="*/ 6497016 h 6857995"/>
              <a:gd name="connsiteX90" fmla="*/ 1127426 w 5627995"/>
              <a:gd name="connsiteY90" fmla="*/ 6497016 h 6857995"/>
              <a:gd name="connsiteX91" fmla="*/ 1125281 w 5627995"/>
              <a:gd name="connsiteY91" fmla="*/ 6499160 h 6857995"/>
              <a:gd name="connsiteX92" fmla="*/ 1125588 w 5627995"/>
              <a:gd name="connsiteY92" fmla="*/ 6567163 h 6857995"/>
              <a:gd name="connsiteX93" fmla="*/ 1124975 w 5627995"/>
              <a:gd name="connsiteY93" fmla="*/ 6627201 h 6857995"/>
              <a:gd name="connsiteX94" fmla="*/ 1127119 w 5627995"/>
              <a:gd name="connsiteY94" fmla="*/ 6629345 h 6857995"/>
              <a:gd name="connsiteX95" fmla="*/ 1154382 w 5627995"/>
              <a:gd name="connsiteY95" fmla="*/ 6629039 h 6857995"/>
              <a:gd name="connsiteX96" fmla="*/ 1156526 w 5627995"/>
              <a:gd name="connsiteY96" fmla="*/ 6626895 h 6857995"/>
              <a:gd name="connsiteX97" fmla="*/ 1155913 w 5627995"/>
              <a:gd name="connsiteY97" fmla="*/ 6572983 h 6857995"/>
              <a:gd name="connsiteX98" fmla="*/ 1155913 w 5627995"/>
              <a:gd name="connsiteY98" fmla="*/ 6558586 h 6857995"/>
              <a:gd name="connsiteX99" fmla="*/ 1188383 w 5627995"/>
              <a:gd name="connsiteY99" fmla="*/ 6518152 h 6857995"/>
              <a:gd name="connsiteX100" fmla="*/ 1212582 w 5627995"/>
              <a:gd name="connsiteY100" fmla="*/ 6546640 h 6857995"/>
              <a:gd name="connsiteX101" fmla="*/ 1212582 w 5627995"/>
              <a:gd name="connsiteY101" fmla="*/ 6572983 h 6857995"/>
              <a:gd name="connsiteX102" fmla="*/ 1211970 w 5627995"/>
              <a:gd name="connsiteY102" fmla="*/ 6626895 h 6857995"/>
              <a:gd name="connsiteX103" fmla="*/ 1214114 w 5627995"/>
              <a:gd name="connsiteY103" fmla="*/ 6629039 h 6857995"/>
              <a:gd name="connsiteX104" fmla="*/ 1241376 w 5627995"/>
              <a:gd name="connsiteY104" fmla="*/ 6629039 h 6857995"/>
              <a:gd name="connsiteX105" fmla="*/ 1243520 w 5627995"/>
              <a:gd name="connsiteY105" fmla="*/ 6626895 h 6857995"/>
              <a:gd name="connsiteX106" fmla="*/ 1242908 w 5627995"/>
              <a:gd name="connsiteY106" fmla="*/ 6572983 h 6857995"/>
              <a:gd name="connsiteX107" fmla="*/ 1242908 w 5627995"/>
              <a:gd name="connsiteY107" fmla="*/ 6545721 h 6857995"/>
              <a:gd name="connsiteX108" fmla="*/ 1197879 w 5627995"/>
              <a:gd name="connsiteY108" fmla="*/ 6493953 h 6857995"/>
              <a:gd name="connsiteX109" fmla="*/ 352746 w 5627995"/>
              <a:gd name="connsiteY109" fmla="*/ 6478944 h 6857995"/>
              <a:gd name="connsiteX110" fmla="*/ 389199 w 5627995"/>
              <a:gd name="connsiteY110" fmla="*/ 6478944 h 6857995"/>
              <a:gd name="connsiteX111" fmla="*/ 389199 w 5627995"/>
              <a:gd name="connsiteY111" fmla="*/ 6651401 h 6857995"/>
              <a:gd name="connsiteX112" fmla="*/ 352746 w 5627995"/>
              <a:gd name="connsiteY112" fmla="*/ 6651401 h 6857995"/>
              <a:gd name="connsiteX113" fmla="*/ 434228 w 5627995"/>
              <a:gd name="connsiteY113" fmla="*/ 6429014 h 6857995"/>
              <a:gd name="connsiteX114" fmla="*/ 234814 w 5627995"/>
              <a:gd name="connsiteY114" fmla="*/ 6501611 h 6857995"/>
              <a:gd name="connsiteX115" fmla="*/ 307411 w 5627995"/>
              <a:gd name="connsiteY115" fmla="*/ 6701024 h 6857995"/>
              <a:gd name="connsiteX116" fmla="*/ 506825 w 5627995"/>
              <a:gd name="connsiteY116" fmla="*/ 6628427 h 6857995"/>
              <a:gd name="connsiteX117" fmla="*/ 0 w 5627995"/>
              <a:gd name="connsiteY117" fmla="*/ 0 h 6857995"/>
              <a:gd name="connsiteX118" fmla="*/ 3714196 w 5627995"/>
              <a:gd name="connsiteY118" fmla="*/ 0 h 6857995"/>
              <a:gd name="connsiteX119" fmla="*/ 5627995 w 5627995"/>
              <a:gd name="connsiteY119" fmla="*/ 3428995 h 6857995"/>
              <a:gd name="connsiteX120" fmla="*/ 3714196 w 5627995"/>
              <a:gd name="connsiteY120" fmla="*/ 6857995 h 6857995"/>
              <a:gd name="connsiteX121" fmla="*/ 0 w 5627995"/>
              <a:gd name="connsiteY121" fmla="*/ 6857995 h 6857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5627995" h="6857995">
                <a:moveTo>
                  <a:pt x="434228" y="6556136"/>
                </a:moveTo>
                <a:lnTo>
                  <a:pt x="452299" y="6556136"/>
                </a:lnTo>
                <a:lnTo>
                  <a:pt x="452299" y="6628733"/>
                </a:lnTo>
                <a:lnTo>
                  <a:pt x="434228" y="6628733"/>
                </a:lnTo>
                <a:close/>
                <a:moveTo>
                  <a:pt x="316294" y="6519990"/>
                </a:moveTo>
                <a:lnTo>
                  <a:pt x="343556" y="6519990"/>
                </a:lnTo>
                <a:lnTo>
                  <a:pt x="343556" y="6628733"/>
                </a:lnTo>
                <a:lnTo>
                  <a:pt x="316294" y="6628733"/>
                </a:lnTo>
                <a:close/>
                <a:moveTo>
                  <a:pt x="910552" y="6516926"/>
                </a:moveTo>
                <a:cubicBezTo>
                  <a:pt x="931688" y="6517233"/>
                  <a:pt x="943022" y="6533774"/>
                  <a:pt x="942716" y="6563793"/>
                </a:cubicBezTo>
                <a:cubicBezTo>
                  <a:pt x="942716" y="6593199"/>
                  <a:pt x="930769" y="6607596"/>
                  <a:pt x="910552" y="6607596"/>
                </a:cubicBezTo>
                <a:cubicBezTo>
                  <a:pt x="888804" y="6607903"/>
                  <a:pt x="877164" y="6591668"/>
                  <a:pt x="877164" y="6561649"/>
                </a:cubicBezTo>
                <a:cubicBezTo>
                  <a:pt x="877164" y="6533467"/>
                  <a:pt x="888497" y="6516620"/>
                  <a:pt x="910552" y="6516926"/>
                </a:cubicBezTo>
                <a:close/>
                <a:moveTo>
                  <a:pt x="637929" y="6516621"/>
                </a:moveTo>
                <a:cubicBezTo>
                  <a:pt x="658452" y="6516927"/>
                  <a:pt x="670398" y="6533774"/>
                  <a:pt x="670092" y="6564406"/>
                </a:cubicBezTo>
                <a:cubicBezTo>
                  <a:pt x="669786" y="6595038"/>
                  <a:pt x="657839" y="6610354"/>
                  <a:pt x="637010" y="6610354"/>
                </a:cubicBezTo>
                <a:cubicBezTo>
                  <a:pt x="615567" y="6610354"/>
                  <a:pt x="604234" y="6592587"/>
                  <a:pt x="604540" y="6561649"/>
                </a:cubicBezTo>
                <a:cubicBezTo>
                  <a:pt x="604540" y="6533468"/>
                  <a:pt x="615261" y="6516314"/>
                  <a:pt x="637929" y="6516621"/>
                </a:cubicBezTo>
                <a:close/>
                <a:moveTo>
                  <a:pt x="774853" y="6516008"/>
                </a:moveTo>
                <a:cubicBezTo>
                  <a:pt x="795070" y="6516008"/>
                  <a:pt x="804872" y="6531323"/>
                  <a:pt x="806097" y="6548477"/>
                </a:cubicBezTo>
                <a:lnTo>
                  <a:pt x="742076" y="6548477"/>
                </a:lnTo>
                <a:cubicBezTo>
                  <a:pt x="745446" y="6527341"/>
                  <a:pt x="756473" y="6516008"/>
                  <a:pt x="774853" y="6516008"/>
                </a:cubicBezTo>
                <a:close/>
                <a:moveTo>
                  <a:pt x="1048090" y="6516007"/>
                </a:moveTo>
                <a:cubicBezTo>
                  <a:pt x="1070451" y="6516007"/>
                  <a:pt x="1081478" y="6532242"/>
                  <a:pt x="1081478" y="6563793"/>
                </a:cubicBezTo>
                <a:cubicBezTo>
                  <a:pt x="1081478" y="6595344"/>
                  <a:pt x="1070757" y="6610659"/>
                  <a:pt x="1048396" y="6610659"/>
                </a:cubicBezTo>
                <a:cubicBezTo>
                  <a:pt x="1025728" y="6610659"/>
                  <a:pt x="1014701" y="6595344"/>
                  <a:pt x="1014394" y="6563793"/>
                </a:cubicBezTo>
                <a:cubicBezTo>
                  <a:pt x="1014394" y="6532548"/>
                  <a:pt x="1025422" y="6516314"/>
                  <a:pt x="1048090" y="6516007"/>
                </a:cubicBezTo>
                <a:close/>
                <a:moveTo>
                  <a:pt x="398082" y="6501918"/>
                </a:moveTo>
                <a:lnTo>
                  <a:pt x="425343" y="6501918"/>
                </a:lnTo>
                <a:lnTo>
                  <a:pt x="425343" y="6610660"/>
                </a:lnTo>
                <a:lnTo>
                  <a:pt x="398082" y="6610660"/>
                </a:lnTo>
                <a:close/>
                <a:moveTo>
                  <a:pt x="289031" y="6501611"/>
                </a:moveTo>
                <a:lnTo>
                  <a:pt x="307105" y="6501611"/>
                </a:lnTo>
                <a:lnTo>
                  <a:pt x="307105" y="6574209"/>
                </a:lnTo>
                <a:lnTo>
                  <a:pt x="289031" y="6574209"/>
                </a:lnTo>
                <a:close/>
                <a:moveTo>
                  <a:pt x="902588" y="6495484"/>
                </a:moveTo>
                <a:cubicBezTo>
                  <a:pt x="867055" y="6495484"/>
                  <a:pt x="845919" y="6525809"/>
                  <a:pt x="845919" y="6562874"/>
                </a:cubicBezTo>
                <a:cubicBezTo>
                  <a:pt x="845919" y="6599938"/>
                  <a:pt x="865523" y="6628732"/>
                  <a:pt x="903813" y="6628732"/>
                </a:cubicBezTo>
                <a:cubicBezTo>
                  <a:pt x="921273" y="6628732"/>
                  <a:pt x="934445" y="6621074"/>
                  <a:pt x="943328" y="6607903"/>
                </a:cubicBezTo>
                <a:lnTo>
                  <a:pt x="943328" y="6622912"/>
                </a:lnTo>
                <a:cubicBezTo>
                  <a:pt x="943328" y="6647724"/>
                  <a:pt x="930157" y="6658445"/>
                  <a:pt x="911165" y="6658445"/>
                </a:cubicBezTo>
                <a:cubicBezTo>
                  <a:pt x="895543" y="6658445"/>
                  <a:pt x="884822" y="6652625"/>
                  <a:pt x="881758" y="6640985"/>
                </a:cubicBezTo>
                <a:cubicBezTo>
                  <a:pt x="881452" y="6639760"/>
                  <a:pt x="880533" y="6638841"/>
                  <a:pt x="879308" y="6638841"/>
                </a:cubicBezTo>
                <a:lnTo>
                  <a:pt x="852658" y="6638841"/>
                </a:lnTo>
                <a:cubicBezTo>
                  <a:pt x="851739" y="6638841"/>
                  <a:pt x="850514" y="6639760"/>
                  <a:pt x="850514" y="6640985"/>
                </a:cubicBezTo>
                <a:cubicBezTo>
                  <a:pt x="854190" y="6667634"/>
                  <a:pt x="878389" y="6680500"/>
                  <a:pt x="909940" y="6679887"/>
                </a:cubicBezTo>
                <a:cubicBezTo>
                  <a:pt x="950374" y="6679887"/>
                  <a:pt x="971816" y="6658751"/>
                  <a:pt x="971510" y="6623218"/>
                </a:cubicBezTo>
                <a:lnTo>
                  <a:pt x="971203" y="6558585"/>
                </a:lnTo>
                <a:lnTo>
                  <a:pt x="972735" y="6499772"/>
                </a:lnTo>
                <a:cubicBezTo>
                  <a:pt x="972735" y="6498853"/>
                  <a:pt x="971816" y="6497628"/>
                  <a:pt x="970591" y="6497628"/>
                </a:cubicBezTo>
                <a:lnTo>
                  <a:pt x="943635" y="6497628"/>
                </a:lnTo>
                <a:cubicBezTo>
                  <a:pt x="942716" y="6497628"/>
                  <a:pt x="941491" y="6498547"/>
                  <a:pt x="941491" y="6499772"/>
                </a:cubicBezTo>
                <a:lnTo>
                  <a:pt x="942103" y="6514476"/>
                </a:lnTo>
                <a:cubicBezTo>
                  <a:pt x="933526" y="6502223"/>
                  <a:pt x="920048" y="6495484"/>
                  <a:pt x="902588" y="6495484"/>
                </a:cubicBezTo>
                <a:close/>
                <a:moveTo>
                  <a:pt x="629352" y="6494872"/>
                </a:moveTo>
                <a:cubicBezTo>
                  <a:pt x="594125" y="6494872"/>
                  <a:pt x="572989" y="6525504"/>
                  <a:pt x="572989" y="6563793"/>
                </a:cubicBezTo>
                <a:cubicBezTo>
                  <a:pt x="572989" y="6602083"/>
                  <a:pt x="592287" y="6631796"/>
                  <a:pt x="628739" y="6631796"/>
                </a:cubicBezTo>
                <a:cubicBezTo>
                  <a:pt x="646506" y="6631796"/>
                  <a:pt x="660290" y="6624138"/>
                  <a:pt x="669173" y="6610966"/>
                </a:cubicBezTo>
                <a:lnTo>
                  <a:pt x="668560" y="6627201"/>
                </a:lnTo>
                <a:cubicBezTo>
                  <a:pt x="668560" y="6628426"/>
                  <a:pt x="669786" y="6629345"/>
                  <a:pt x="670705" y="6629345"/>
                </a:cubicBezTo>
                <a:lnTo>
                  <a:pt x="697967" y="6629345"/>
                </a:lnTo>
                <a:cubicBezTo>
                  <a:pt x="699192" y="6629345"/>
                  <a:pt x="700111" y="6628120"/>
                  <a:pt x="700111" y="6627201"/>
                </a:cubicBezTo>
                <a:lnTo>
                  <a:pt x="699499" y="6562875"/>
                </a:lnTo>
                <a:lnTo>
                  <a:pt x="700111" y="6499467"/>
                </a:lnTo>
                <a:cubicBezTo>
                  <a:pt x="700111" y="6498241"/>
                  <a:pt x="698886" y="6497323"/>
                  <a:pt x="697967" y="6497323"/>
                </a:cubicBezTo>
                <a:lnTo>
                  <a:pt x="670705" y="6497323"/>
                </a:lnTo>
                <a:cubicBezTo>
                  <a:pt x="669479" y="6497323"/>
                  <a:pt x="668560" y="6498548"/>
                  <a:pt x="668560" y="6499467"/>
                </a:cubicBezTo>
                <a:lnTo>
                  <a:pt x="669173" y="6514170"/>
                </a:lnTo>
                <a:cubicBezTo>
                  <a:pt x="660290" y="6501611"/>
                  <a:pt x="646812" y="6494872"/>
                  <a:pt x="629352" y="6494872"/>
                </a:cubicBezTo>
                <a:close/>
                <a:moveTo>
                  <a:pt x="1048396" y="6494565"/>
                </a:moveTo>
                <a:cubicBezTo>
                  <a:pt x="1006736" y="6494565"/>
                  <a:pt x="983150" y="6522440"/>
                  <a:pt x="983150" y="6564099"/>
                </a:cubicBezTo>
                <a:cubicBezTo>
                  <a:pt x="983150" y="6605758"/>
                  <a:pt x="1006736" y="6632714"/>
                  <a:pt x="1048396" y="6632714"/>
                </a:cubicBezTo>
                <a:cubicBezTo>
                  <a:pt x="1089749" y="6632714"/>
                  <a:pt x="1113029" y="6604839"/>
                  <a:pt x="1113029" y="6563180"/>
                </a:cubicBezTo>
                <a:cubicBezTo>
                  <a:pt x="1113029" y="6521521"/>
                  <a:pt x="1090055" y="6494565"/>
                  <a:pt x="1048396" y="6494565"/>
                </a:cubicBezTo>
                <a:close/>
                <a:moveTo>
                  <a:pt x="774240" y="6494259"/>
                </a:moveTo>
                <a:cubicBezTo>
                  <a:pt x="734112" y="6494259"/>
                  <a:pt x="709913" y="6523665"/>
                  <a:pt x="709913" y="6563793"/>
                </a:cubicBezTo>
                <a:cubicBezTo>
                  <a:pt x="709913" y="6603921"/>
                  <a:pt x="732581" y="6632408"/>
                  <a:pt x="775159" y="6632408"/>
                </a:cubicBezTo>
                <a:cubicBezTo>
                  <a:pt x="808854" y="6632408"/>
                  <a:pt x="830296" y="6613417"/>
                  <a:pt x="835197" y="6589524"/>
                </a:cubicBezTo>
                <a:cubicBezTo>
                  <a:pt x="835504" y="6588299"/>
                  <a:pt x="834278" y="6587380"/>
                  <a:pt x="833359" y="6587380"/>
                </a:cubicBezTo>
                <a:lnTo>
                  <a:pt x="807629" y="6587380"/>
                </a:lnTo>
                <a:cubicBezTo>
                  <a:pt x="806710" y="6587380"/>
                  <a:pt x="805485" y="6588299"/>
                  <a:pt x="805178" y="6589524"/>
                </a:cubicBezTo>
                <a:cubicBezTo>
                  <a:pt x="800890" y="6603614"/>
                  <a:pt x="790781" y="6610660"/>
                  <a:pt x="775772" y="6610660"/>
                </a:cubicBezTo>
                <a:cubicBezTo>
                  <a:pt x="753717" y="6610660"/>
                  <a:pt x="742076" y="6597488"/>
                  <a:pt x="740851" y="6569307"/>
                </a:cubicBezTo>
                <a:lnTo>
                  <a:pt x="837035" y="6569307"/>
                </a:lnTo>
                <a:cubicBezTo>
                  <a:pt x="838261" y="6569307"/>
                  <a:pt x="839180" y="6568082"/>
                  <a:pt x="839180" y="6567163"/>
                </a:cubicBezTo>
                <a:cubicBezTo>
                  <a:pt x="838567" y="6522134"/>
                  <a:pt x="814368" y="6494565"/>
                  <a:pt x="774240" y="6494259"/>
                </a:cubicBezTo>
                <a:close/>
                <a:moveTo>
                  <a:pt x="1197879" y="6493953"/>
                </a:moveTo>
                <a:cubicBezTo>
                  <a:pt x="1178274" y="6493953"/>
                  <a:pt x="1163265" y="6504061"/>
                  <a:pt x="1154688" y="6516314"/>
                </a:cubicBezTo>
                <a:lnTo>
                  <a:pt x="1155301" y="6499160"/>
                </a:lnTo>
                <a:cubicBezTo>
                  <a:pt x="1155301" y="6497935"/>
                  <a:pt x="1154075" y="6497016"/>
                  <a:pt x="1153156" y="6497016"/>
                </a:cubicBezTo>
                <a:lnTo>
                  <a:pt x="1127426" y="6497016"/>
                </a:lnTo>
                <a:cubicBezTo>
                  <a:pt x="1126200" y="6497016"/>
                  <a:pt x="1125281" y="6498241"/>
                  <a:pt x="1125281" y="6499160"/>
                </a:cubicBezTo>
                <a:lnTo>
                  <a:pt x="1125588" y="6567163"/>
                </a:lnTo>
                <a:lnTo>
                  <a:pt x="1124975" y="6627201"/>
                </a:lnTo>
                <a:cubicBezTo>
                  <a:pt x="1124975" y="6628426"/>
                  <a:pt x="1126200" y="6629345"/>
                  <a:pt x="1127119" y="6629345"/>
                </a:cubicBezTo>
                <a:lnTo>
                  <a:pt x="1154382" y="6629039"/>
                </a:lnTo>
                <a:cubicBezTo>
                  <a:pt x="1155607" y="6629039"/>
                  <a:pt x="1156526" y="6627814"/>
                  <a:pt x="1156526" y="6626895"/>
                </a:cubicBezTo>
                <a:lnTo>
                  <a:pt x="1155913" y="6572983"/>
                </a:lnTo>
                <a:lnTo>
                  <a:pt x="1155913" y="6558586"/>
                </a:lnTo>
                <a:cubicBezTo>
                  <a:pt x="1158364" y="6531324"/>
                  <a:pt x="1173067" y="6518152"/>
                  <a:pt x="1188383" y="6518152"/>
                </a:cubicBezTo>
                <a:cubicBezTo>
                  <a:pt x="1202474" y="6518152"/>
                  <a:pt x="1212582" y="6527954"/>
                  <a:pt x="1212582" y="6546640"/>
                </a:cubicBezTo>
                <a:lnTo>
                  <a:pt x="1212582" y="6572983"/>
                </a:lnTo>
                <a:lnTo>
                  <a:pt x="1211970" y="6626895"/>
                </a:lnTo>
                <a:cubicBezTo>
                  <a:pt x="1211970" y="6628120"/>
                  <a:pt x="1213195" y="6629039"/>
                  <a:pt x="1214114" y="6629039"/>
                </a:cubicBezTo>
                <a:lnTo>
                  <a:pt x="1241376" y="6629039"/>
                </a:lnTo>
                <a:cubicBezTo>
                  <a:pt x="1242601" y="6629039"/>
                  <a:pt x="1243520" y="6627814"/>
                  <a:pt x="1243520" y="6626895"/>
                </a:cubicBezTo>
                <a:lnTo>
                  <a:pt x="1242908" y="6572983"/>
                </a:lnTo>
                <a:lnTo>
                  <a:pt x="1242908" y="6545721"/>
                </a:lnTo>
                <a:cubicBezTo>
                  <a:pt x="1242908" y="6512332"/>
                  <a:pt x="1225141" y="6493953"/>
                  <a:pt x="1197879" y="6493953"/>
                </a:cubicBezTo>
                <a:close/>
                <a:moveTo>
                  <a:pt x="352746" y="6478944"/>
                </a:moveTo>
                <a:lnTo>
                  <a:pt x="389199" y="6478944"/>
                </a:lnTo>
                <a:lnTo>
                  <a:pt x="389199" y="6651401"/>
                </a:lnTo>
                <a:lnTo>
                  <a:pt x="352746" y="6651401"/>
                </a:lnTo>
                <a:close/>
                <a:moveTo>
                  <a:pt x="434228" y="6429014"/>
                </a:moveTo>
                <a:lnTo>
                  <a:pt x="234814" y="6501611"/>
                </a:lnTo>
                <a:lnTo>
                  <a:pt x="307411" y="6701024"/>
                </a:lnTo>
                <a:lnTo>
                  <a:pt x="506825" y="6628427"/>
                </a:lnTo>
                <a:close/>
                <a:moveTo>
                  <a:pt x="0" y="0"/>
                </a:moveTo>
                <a:lnTo>
                  <a:pt x="3714196" y="0"/>
                </a:lnTo>
                <a:lnTo>
                  <a:pt x="5627995" y="3428995"/>
                </a:lnTo>
                <a:lnTo>
                  <a:pt x="3714196" y="6857995"/>
                </a:lnTo>
                <a:lnTo>
                  <a:pt x="0" y="6857995"/>
                </a:lnTo>
                <a:close/>
              </a:path>
            </a:pathLst>
          </a:custGeom>
          <a:solidFill>
            <a:schemeClr val="bg1">
              <a:lumMod val="95000"/>
            </a:schemeClr>
          </a:solidFill>
        </p:spPr>
        <p:txBody>
          <a:bodyPr vert="horz" wrap="square" lIns="201600" tIns="201600" rIns="201600" bIns="201600" rtlCol="0">
            <a:noAutofit/>
          </a:bodyPr>
          <a:lstStyle>
            <a:lvl1pPr>
              <a:defRPr lang="nl-NL"/>
            </a:lvl1pPr>
          </a:lstStyle>
          <a:p>
            <a:r>
              <a:rPr lang="en-US"/>
              <a:t>Click icon to insert an image</a:t>
            </a:r>
          </a:p>
        </p:txBody>
      </p:sp>
    </p:spTree>
    <p:extLst>
      <p:ext uri="{BB962C8B-B14F-4D97-AF65-F5344CB8AC3E}">
        <p14:creationId xmlns:p14="http://schemas.microsoft.com/office/powerpoint/2010/main" val="3277010178"/>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2844800" cy="2016000"/>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9479998" y="2966401"/>
            <a:ext cx="2232001" cy="3128399"/>
          </a:xfrm>
          <a:solidFill>
            <a:schemeClr val="bg1">
              <a:lumMod val="95000"/>
            </a:schemeClr>
          </a:solidFill>
        </p:spPr>
        <p:txBody>
          <a:bodyPr lIns="180000" tIns="108000" rIns="180000"/>
          <a:lstStyle/>
          <a:p>
            <a:r>
              <a:rPr lang="en-US"/>
              <a:t>Click icon to add picture</a:t>
            </a:r>
          </a:p>
        </p:txBody>
      </p:sp>
      <p:sp>
        <p:nvSpPr>
          <p:cNvPr id="4" name="footnotes">
            <a:extLst>
              <a:ext uri="{FF2B5EF4-FFF2-40B4-BE49-F238E27FC236}">
                <a16:creationId xmlns:a16="http://schemas.microsoft.com/office/drawing/2014/main" id="{9BA79E8C-15B9-E5A1-259F-CA68D3535AF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7" name="Slide Number Placeholder 6">
            <a:extLst>
              <a:ext uri="{FF2B5EF4-FFF2-40B4-BE49-F238E27FC236}">
                <a16:creationId xmlns:a16="http://schemas.microsoft.com/office/drawing/2014/main" id="{FF41C549-4120-B479-BC25-78C98A4494F3}"/>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190474949"/>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Content Two Images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CE4B48-53A7-1514-C1B4-EA033F02467B}"/>
              </a:ext>
            </a:extLst>
          </p:cNvPr>
          <p:cNvSpPr>
            <a:spLocks noGrp="1"/>
          </p:cNvSpPr>
          <p:nvPr>
            <p:ph type="title"/>
          </p:nvPr>
        </p:nvSpPr>
        <p:spPr>
          <a:xfrm>
            <a:off x="480000" y="252000"/>
            <a:ext cx="11232000" cy="1006935"/>
          </a:xfrm>
        </p:spPr>
        <p:txBody>
          <a:bodyPr/>
          <a:lstStyle/>
          <a:p>
            <a:r>
              <a:rPr lang="en-US"/>
              <a:t>Click to edit Master title style</a:t>
            </a:r>
          </a:p>
        </p:txBody>
      </p:sp>
      <p:sp>
        <p:nvSpPr>
          <p:cNvPr id="6" name="Subtitle 2">
            <a:extLst>
              <a:ext uri="{FF2B5EF4-FFF2-40B4-BE49-F238E27FC236}">
                <a16:creationId xmlns:a16="http://schemas.microsoft.com/office/drawing/2014/main" id="{D1608DE5-8B90-3D37-9371-2174E71A4248}"/>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3" name="Content Placeholder 2">
            <a:extLst>
              <a:ext uri="{FF2B5EF4-FFF2-40B4-BE49-F238E27FC236}">
                <a16:creationId xmlns:a16="http://schemas.microsoft.com/office/drawing/2014/main" id="{7B97EE82-108F-E33E-FCA1-952163EFB126}"/>
              </a:ext>
            </a:extLst>
          </p:cNvPr>
          <p:cNvSpPr>
            <a:spLocks noGrp="1"/>
          </p:cNvSpPr>
          <p:nvPr>
            <p:ph sz="half" idx="1"/>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A">
            <a:extLst>
              <a:ext uri="{FF2B5EF4-FFF2-40B4-BE49-F238E27FC236}">
                <a16:creationId xmlns:a16="http://schemas.microsoft.com/office/drawing/2014/main" id="{AD921D5D-E817-6079-7040-6794B6DB33C4}"/>
              </a:ext>
            </a:extLst>
          </p:cNvPr>
          <p:cNvSpPr>
            <a:spLocks noGrp="1"/>
          </p:cNvSpPr>
          <p:nvPr>
            <p:ph type="pic" sz="quarter" idx="10"/>
          </p:nvPr>
        </p:nvSpPr>
        <p:spPr>
          <a:xfrm>
            <a:off x="6635199" y="1778400"/>
            <a:ext cx="3148500" cy="2158202"/>
          </a:xfrm>
          <a:solidFill>
            <a:schemeClr val="bg1">
              <a:lumMod val="95000"/>
            </a:schemeClr>
          </a:solidFill>
        </p:spPr>
        <p:txBody>
          <a:bodyPr lIns="180000" tIns="108000" rIns="180000"/>
          <a:lstStyle/>
          <a:p>
            <a:r>
              <a:rPr lang="en-US"/>
              <a:t>Click icon to add picture</a:t>
            </a:r>
          </a:p>
        </p:txBody>
      </p:sp>
      <p:sp>
        <p:nvSpPr>
          <p:cNvPr id="13" name="Picture Placeholder B">
            <a:extLst>
              <a:ext uri="{FF2B5EF4-FFF2-40B4-BE49-F238E27FC236}">
                <a16:creationId xmlns:a16="http://schemas.microsoft.com/office/drawing/2014/main" id="{DDD8AD69-FD08-1243-60F9-29D5CAF696F5}"/>
              </a:ext>
            </a:extLst>
          </p:cNvPr>
          <p:cNvSpPr>
            <a:spLocks noGrp="1"/>
          </p:cNvSpPr>
          <p:nvPr>
            <p:ph type="pic" sz="quarter" idx="11"/>
          </p:nvPr>
        </p:nvSpPr>
        <p:spPr>
          <a:xfrm>
            <a:off x="8524300" y="3936598"/>
            <a:ext cx="3187700" cy="2158202"/>
          </a:xfrm>
          <a:solidFill>
            <a:schemeClr val="bg1">
              <a:lumMod val="95000"/>
            </a:schemeClr>
          </a:solidFill>
        </p:spPr>
        <p:txBody>
          <a:bodyPr lIns="180000" tIns="108000" rIns="180000"/>
          <a:lstStyle>
            <a:lvl1pPr algn="ctr">
              <a:defRPr/>
            </a:lvl1pPr>
          </a:lstStyle>
          <a:p>
            <a:r>
              <a:rPr lang="en-US"/>
              <a:t>Click icon to add picture</a:t>
            </a:r>
          </a:p>
        </p:txBody>
      </p:sp>
      <p:sp>
        <p:nvSpPr>
          <p:cNvPr id="4" name="footnotes">
            <a:extLst>
              <a:ext uri="{FF2B5EF4-FFF2-40B4-BE49-F238E27FC236}">
                <a16:creationId xmlns:a16="http://schemas.microsoft.com/office/drawing/2014/main" id="{7958ED6A-DCA5-9AA8-2EED-62676309A892}"/>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F1A34F13-10A7-0269-9403-E3B856E19DD1}"/>
              </a:ext>
            </a:extLst>
          </p:cNvPr>
          <p:cNvSpPr>
            <a:spLocks noGrp="1"/>
          </p:cNvSpPr>
          <p:nvPr>
            <p:ph type="sldNum" sz="quarter" idx="17"/>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478626394"/>
      </p:ext>
    </p:extLst>
  </p:cSld>
  <p:clrMapOvr>
    <a:masterClrMapping/>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B48C-2466-076C-80B3-A6DE83135308}"/>
              </a:ext>
            </a:extLst>
          </p:cNvPr>
          <p:cNvSpPr>
            <a:spLocks noGrp="1"/>
          </p:cNvSpPr>
          <p:nvPr>
            <p:ph type="title"/>
          </p:nvPr>
        </p:nvSpPr>
        <p:spPr>
          <a:xfrm>
            <a:off x="1460499" y="-467833"/>
            <a:ext cx="10223499" cy="432000"/>
          </a:xfrm>
        </p:spPr>
        <p:txBody>
          <a:bodyPr/>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0FEC182F-8D48-3026-24D1-81577AE0215B}"/>
              </a:ext>
              <a:ext uri="{C183D7F6-B498-43B3-948B-1728B52AA6E4}">
                <adec:decorative xmlns:adec="http://schemas.microsoft.com/office/drawing/2017/decorative" val="1"/>
              </a:ext>
            </a:extLst>
          </p:cNvPr>
          <p:cNvSpPr txBox="1"/>
          <p:nvPr userDrawn="1"/>
        </p:nvSpPr>
        <p:spPr>
          <a:xfrm>
            <a:off x="0" y="-457400"/>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
        <p:nvSpPr>
          <p:cNvPr id="5" name="footnotes">
            <a:extLst>
              <a:ext uri="{FF2B5EF4-FFF2-40B4-BE49-F238E27FC236}">
                <a16:creationId xmlns:a16="http://schemas.microsoft.com/office/drawing/2014/main" id="{85FBA289-3BDF-DF26-CF9E-DBACC3E8B0F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6" name="Slide Number Placeholder 5">
            <a:extLst>
              <a:ext uri="{FF2B5EF4-FFF2-40B4-BE49-F238E27FC236}">
                <a16:creationId xmlns:a16="http://schemas.microsoft.com/office/drawing/2014/main" id="{0DCB6134-1B10-2649-C015-2FC1F5370A08}"/>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220698096"/>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128686465"/>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wo Contents with subtitel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4DCA0-DD63-84D1-CAD4-CCAA9A5CBE61}"/>
              </a:ext>
            </a:extLst>
          </p:cNvPr>
          <p:cNvSpPr>
            <a:spLocks noGrp="1"/>
          </p:cNvSpPr>
          <p:nvPr>
            <p:ph type="title"/>
          </p:nvPr>
        </p:nvSpPr>
        <p:spPr/>
        <p:txBody>
          <a:bodyPr/>
          <a:lstStyle/>
          <a:p>
            <a:r>
              <a:rPr lang="en-US"/>
              <a:t>Click to edit Master title style</a:t>
            </a:r>
          </a:p>
        </p:txBody>
      </p:sp>
      <p:sp>
        <p:nvSpPr>
          <p:cNvPr id="13" name="Subtitle">
            <a:extLst>
              <a:ext uri="{FF2B5EF4-FFF2-40B4-BE49-F238E27FC236}">
                <a16:creationId xmlns:a16="http://schemas.microsoft.com/office/drawing/2014/main" id="{331B8B0D-8C19-56D6-3474-9A68EF24E63C}"/>
              </a:ext>
            </a:extLst>
          </p:cNvPr>
          <p:cNvSpPr>
            <a:spLocks noGrp="1"/>
          </p:cNvSpPr>
          <p:nvPr>
            <p:ph type="body" sz="quarter" idx="13" hasCustomPrompt="1"/>
          </p:nvPr>
        </p:nvSpPr>
        <p:spPr>
          <a:xfrm>
            <a:off x="480000" y="1414800"/>
            <a:ext cx="5508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639C1932-E720-A335-BA08-4187F3CA3D33}"/>
              </a:ext>
            </a:extLst>
          </p:cNvPr>
          <p:cNvSpPr>
            <a:spLocks noGrp="1"/>
          </p:cNvSpPr>
          <p:nvPr>
            <p:ph sz="half" idx="2"/>
          </p:nvPr>
        </p:nvSpPr>
        <p:spPr>
          <a:xfrm>
            <a:off x="480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2">
            <a:extLst>
              <a:ext uri="{FF2B5EF4-FFF2-40B4-BE49-F238E27FC236}">
                <a16:creationId xmlns:a16="http://schemas.microsoft.com/office/drawing/2014/main" id="{6B8DF1BA-8C93-F66E-B919-D37909FD2284}"/>
              </a:ext>
            </a:extLst>
          </p:cNvPr>
          <p:cNvSpPr>
            <a:spLocks noGrp="1"/>
          </p:cNvSpPr>
          <p:nvPr>
            <p:ph type="body" sz="quarter" idx="17" hasCustomPrompt="1"/>
          </p:nvPr>
        </p:nvSpPr>
        <p:spPr>
          <a:xfrm>
            <a:off x="6204000" y="1414800"/>
            <a:ext cx="5508000" cy="324000"/>
          </a:xfrm>
        </p:spPr>
        <p:txBody>
          <a:bodyPr>
            <a:noAutofit/>
          </a:bodyPr>
          <a:lstStyle>
            <a:lvl1pPr>
              <a:defRPr sz="1800" b="1">
                <a:latin typeface="+mj-lt"/>
              </a:defRPr>
            </a:lvl1pPr>
          </a:lstStyle>
          <a:p>
            <a:pPr lvl="0"/>
            <a:r>
              <a:rPr lang="en-US"/>
              <a:t>Click to edit subheading</a:t>
            </a:r>
          </a:p>
        </p:txBody>
      </p:sp>
      <p:sp>
        <p:nvSpPr>
          <p:cNvPr id="14" name="Content Placeholder 2">
            <a:extLst>
              <a:ext uri="{FF2B5EF4-FFF2-40B4-BE49-F238E27FC236}">
                <a16:creationId xmlns:a16="http://schemas.microsoft.com/office/drawing/2014/main" id="{E44EBD94-8D8F-DCF9-EB34-1C1E92BD4FA2}"/>
              </a:ext>
            </a:extLst>
          </p:cNvPr>
          <p:cNvSpPr>
            <a:spLocks noGrp="1"/>
          </p:cNvSpPr>
          <p:nvPr>
            <p:ph sz="half" idx="16"/>
          </p:nvPr>
        </p:nvSpPr>
        <p:spPr>
          <a:xfrm>
            <a:off x="6204000" y="1774800"/>
            <a:ext cx="550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BC587B27-2155-7E1D-9B7C-B61B7CCDFE9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DDFFF08-DC8A-A699-D304-5A119DF6CF1C}"/>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15041919"/>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hree Contents with subtitle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71B424-BDB2-2268-094F-B0AE1BB4A800}"/>
              </a:ext>
            </a:extLst>
          </p:cNvPr>
          <p:cNvSpPr>
            <a:spLocks noGrp="1"/>
          </p:cNvSpPr>
          <p:nvPr>
            <p:ph type="title"/>
          </p:nvPr>
        </p:nvSpPr>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3600000" cy="324000"/>
          </a:xfrm>
        </p:spPr>
        <p:txBody>
          <a:bodyPr>
            <a:noAutofit/>
          </a:bodyPr>
          <a:lstStyle>
            <a:lvl1pPr>
              <a:defRPr sz="1800" b="1">
                <a:latin typeface="+mj-lt"/>
              </a:defRPr>
            </a:lvl1pPr>
          </a:lstStyle>
          <a:p>
            <a:pPr lvl="0"/>
            <a:r>
              <a:rPr lang="en-US"/>
              <a:t>Click to 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4296000" y="1414800"/>
            <a:ext cx="3600000" cy="324000"/>
          </a:xfrm>
        </p:spPr>
        <p:txBody>
          <a:bodyPr>
            <a:noAutofit/>
          </a:bodyPr>
          <a:lstStyle>
            <a:lvl1pPr>
              <a:defRPr sz="1800" b="1">
                <a:latin typeface="+mj-lt"/>
              </a:defRPr>
            </a:lvl1pPr>
          </a:lstStyle>
          <a:p>
            <a:pPr lvl="0"/>
            <a:r>
              <a:rPr lang="en-US"/>
              <a:t>Click to 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4296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8112000" y="1414800"/>
            <a:ext cx="3600000" cy="324000"/>
          </a:xfrm>
        </p:spPr>
        <p:txBody>
          <a:bodyPr>
            <a:noAutofit/>
          </a:bodyPr>
          <a:lstStyle>
            <a:lvl1pPr>
              <a:defRPr sz="1800" b="1">
                <a:latin typeface="+mj-lt"/>
              </a:defRPr>
            </a:lvl1pPr>
          </a:lstStyle>
          <a:p>
            <a:pPr lvl="0"/>
            <a:r>
              <a:rPr lang="en-US"/>
              <a:t>Click to 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8112000" y="1774800"/>
            <a:ext cx="3600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C4CC98FB-C0EC-3C52-D230-4100D3704075}"/>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1A9B4F56-3A67-F5E4-3A03-9374FF5C3EC7}"/>
              </a:ext>
            </a:extLst>
          </p:cNvPr>
          <p:cNvSpPr>
            <a:spLocks noGrp="1"/>
          </p:cNvSpPr>
          <p:nvPr>
            <p:ph type="sldNum" sz="quarter" idx="20"/>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31701985"/>
      </p:ext>
    </p:extLst>
  </p:cSld>
  <p:clrMapOvr>
    <a:masterClrMapping/>
  </p:clrMapOvr>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Four Contents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639ABFA-3679-DB52-EBA5-7AFC4558167A}"/>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5" name="Subtitle">
            <a:extLst>
              <a:ext uri="{FF2B5EF4-FFF2-40B4-BE49-F238E27FC236}">
                <a16:creationId xmlns:a16="http://schemas.microsoft.com/office/drawing/2014/main" id="{62823D89-483C-2ECD-F2D1-73981BD2E4EA}"/>
              </a:ext>
            </a:extLst>
          </p:cNvPr>
          <p:cNvSpPr>
            <a:spLocks noGrp="1"/>
          </p:cNvSpPr>
          <p:nvPr>
            <p:ph type="body" sz="quarter" idx="13" hasCustomPrompt="1"/>
          </p:nvPr>
        </p:nvSpPr>
        <p:spPr>
          <a:xfrm>
            <a:off x="480000" y="1414800"/>
            <a:ext cx="2448000" cy="324000"/>
          </a:xfrm>
        </p:spPr>
        <p:txBody>
          <a:bodyPr>
            <a:noAutofit/>
          </a:bodyPr>
          <a:lstStyle>
            <a:lvl1pPr>
              <a:defRPr sz="1800" b="1">
                <a:latin typeface="+mj-lt"/>
              </a:defRPr>
            </a:lvl1pPr>
          </a:lstStyle>
          <a:p>
            <a:pPr lvl="0"/>
            <a:r>
              <a:rPr lang="en-US"/>
              <a:t>Edit subheading</a:t>
            </a:r>
          </a:p>
        </p:txBody>
      </p:sp>
      <p:sp>
        <p:nvSpPr>
          <p:cNvPr id="6" name="Content Placeholder 1">
            <a:extLst>
              <a:ext uri="{FF2B5EF4-FFF2-40B4-BE49-F238E27FC236}">
                <a16:creationId xmlns:a16="http://schemas.microsoft.com/office/drawing/2014/main" id="{F75B33A8-FAA2-0133-6BCA-F44F83E6176F}"/>
              </a:ext>
            </a:extLst>
          </p:cNvPr>
          <p:cNvSpPr>
            <a:spLocks noGrp="1"/>
          </p:cNvSpPr>
          <p:nvPr>
            <p:ph sz="half" idx="2"/>
          </p:nvPr>
        </p:nvSpPr>
        <p:spPr>
          <a:xfrm>
            <a:off x="480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ubtitle 2">
            <a:extLst>
              <a:ext uri="{FF2B5EF4-FFF2-40B4-BE49-F238E27FC236}">
                <a16:creationId xmlns:a16="http://schemas.microsoft.com/office/drawing/2014/main" id="{D49CBAB6-7327-6F60-5F1E-AAD40967DD75}"/>
              </a:ext>
            </a:extLst>
          </p:cNvPr>
          <p:cNvSpPr>
            <a:spLocks noGrp="1"/>
          </p:cNvSpPr>
          <p:nvPr>
            <p:ph type="body" sz="quarter" idx="17" hasCustomPrompt="1"/>
          </p:nvPr>
        </p:nvSpPr>
        <p:spPr>
          <a:xfrm>
            <a:off x="3408000" y="1414800"/>
            <a:ext cx="2448000" cy="324000"/>
          </a:xfrm>
        </p:spPr>
        <p:txBody>
          <a:bodyPr>
            <a:noAutofit/>
          </a:bodyPr>
          <a:lstStyle>
            <a:lvl1pPr>
              <a:defRPr sz="1800" b="1">
                <a:latin typeface="+mj-lt"/>
              </a:defRPr>
            </a:lvl1pPr>
          </a:lstStyle>
          <a:p>
            <a:pPr lvl="0"/>
            <a:r>
              <a:rPr lang="en-US"/>
              <a:t>Edit subheading</a:t>
            </a:r>
          </a:p>
        </p:txBody>
      </p:sp>
      <p:sp>
        <p:nvSpPr>
          <p:cNvPr id="16" name="Content Placeholder 2">
            <a:extLst>
              <a:ext uri="{FF2B5EF4-FFF2-40B4-BE49-F238E27FC236}">
                <a16:creationId xmlns:a16="http://schemas.microsoft.com/office/drawing/2014/main" id="{7100B00A-FBD4-E696-0175-D8BEDCCDF03C}"/>
              </a:ext>
            </a:extLst>
          </p:cNvPr>
          <p:cNvSpPr>
            <a:spLocks noGrp="1"/>
          </p:cNvSpPr>
          <p:nvPr>
            <p:ph sz="half" idx="16"/>
          </p:nvPr>
        </p:nvSpPr>
        <p:spPr>
          <a:xfrm>
            <a:off x="3408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ubtitle 3">
            <a:extLst>
              <a:ext uri="{FF2B5EF4-FFF2-40B4-BE49-F238E27FC236}">
                <a16:creationId xmlns:a16="http://schemas.microsoft.com/office/drawing/2014/main" id="{A69FC165-B2C3-B2DC-96A0-A5120B0459F6}"/>
              </a:ext>
            </a:extLst>
          </p:cNvPr>
          <p:cNvSpPr>
            <a:spLocks noGrp="1"/>
          </p:cNvSpPr>
          <p:nvPr>
            <p:ph type="body" sz="quarter" idx="19" hasCustomPrompt="1"/>
          </p:nvPr>
        </p:nvSpPr>
        <p:spPr>
          <a:xfrm>
            <a:off x="6336000" y="1414800"/>
            <a:ext cx="2448000" cy="324000"/>
          </a:xfrm>
        </p:spPr>
        <p:txBody>
          <a:bodyPr>
            <a:noAutofit/>
          </a:bodyPr>
          <a:lstStyle>
            <a:lvl1pPr>
              <a:defRPr sz="1800" b="1">
                <a:latin typeface="+mj-lt"/>
              </a:defRPr>
            </a:lvl1pPr>
          </a:lstStyle>
          <a:p>
            <a:pPr lvl="0"/>
            <a:r>
              <a:rPr lang="en-US"/>
              <a:t>Edit subheading</a:t>
            </a:r>
          </a:p>
        </p:txBody>
      </p:sp>
      <p:sp>
        <p:nvSpPr>
          <p:cNvPr id="18" name="Content Placeholder 3">
            <a:extLst>
              <a:ext uri="{FF2B5EF4-FFF2-40B4-BE49-F238E27FC236}">
                <a16:creationId xmlns:a16="http://schemas.microsoft.com/office/drawing/2014/main" id="{11C4BD18-7B3B-2848-2565-0B55EC5215D7}"/>
              </a:ext>
            </a:extLst>
          </p:cNvPr>
          <p:cNvSpPr>
            <a:spLocks noGrp="1"/>
          </p:cNvSpPr>
          <p:nvPr>
            <p:ph sz="half" idx="18"/>
          </p:nvPr>
        </p:nvSpPr>
        <p:spPr>
          <a:xfrm>
            <a:off x="6336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4">
            <a:extLst>
              <a:ext uri="{FF2B5EF4-FFF2-40B4-BE49-F238E27FC236}">
                <a16:creationId xmlns:a16="http://schemas.microsoft.com/office/drawing/2014/main" id="{121FB801-4E2A-ABDF-3254-442CE3D890DA}"/>
              </a:ext>
            </a:extLst>
          </p:cNvPr>
          <p:cNvSpPr>
            <a:spLocks noGrp="1"/>
          </p:cNvSpPr>
          <p:nvPr>
            <p:ph type="body" sz="quarter" idx="21" hasCustomPrompt="1"/>
          </p:nvPr>
        </p:nvSpPr>
        <p:spPr>
          <a:xfrm>
            <a:off x="9264000" y="1414800"/>
            <a:ext cx="2448000" cy="324000"/>
          </a:xfrm>
        </p:spPr>
        <p:txBody>
          <a:bodyPr>
            <a:noAutofit/>
          </a:bodyPr>
          <a:lstStyle>
            <a:lvl1pPr>
              <a:defRPr sz="1800" b="1">
                <a:latin typeface="+mj-lt"/>
              </a:defRPr>
            </a:lvl1pPr>
          </a:lstStyle>
          <a:p>
            <a:pPr lvl="0"/>
            <a:r>
              <a:rPr lang="en-US"/>
              <a:t>Edit subheading</a:t>
            </a:r>
          </a:p>
        </p:txBody>
      </p:sp>
      <p:sp>
        <p:nvSpPr>
          <p:cNvPr id="2" name="Content Placeholder 4">
            <a:extLst>
              <a:ext uri="{FF2B5EF4-FFF2-40B4-BE49-F238E27FC236}">
                <a16:creationId xmlns:a16="http://schemas.microsoft.com/office/drawing/2014/main" id="{8C83ACE2-696A-96EC-83C6-5B1EC44A3C11}"/>
              </a:ext>
            </a:extLst>
          </p:cNvPr>
          <p:cNvSpPr>
            <a:spLocks noGrp="1"/>
          </p:cNvSpPr>
          <p:nvPr>
            <p:ph sz="half" idx="20"/>
          </p:nvPr>
        </p:nvSpPr>
        <p:spPr>
          <a:xfrm>
            <a:off x="9264000" y="1774800"/>
            <a:ext cx="2448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notes">
            <a:extLst>
              <a:ext uri="{FF2B5EF4-FFF2-40B4-BE49-F238E27FC236}">
                <a16:creationId xmlns:a16="http://schemas.microsoft.com/office/drawing/2014/main" id="{132B322B-237A-9DAC-C0D6-8E6E9F6CAA2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 name="Slide Number Placeholder 7">
            <a:extLst>
              <a:ext uri="{FF2B5EF4-FFF2-40B4-BE49-F238E27FC236}">
                <a16:creationId xmlns:a16="http://schemas.microsoft.com/office/drawing/2014/main" id="{18F17C0F-5720-1671-F62E-824A83BCC3F9}"/>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472633009"/>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8"/>
            <a:ext cx="11232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578772130"/>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 Contents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3">
            <a:extLst>
              <a:ext uri="{FF2B5EF4-FFF2-40B4-BE49-F238E27FC236}">
                <a16:creationId xmlns:a16="http://schemas.microsoft.com/office/drawing/2014/main" id="{550D88CC-CC34-37E3-A587-130F6A408F2E}"/>
              </a:ext>
            </a:extLst>
          </p:cNvPr>
          <p:cNvSpPr>
            <a:spLocks noGrp="1"/>
          </p:cNvSpPr>
          <p:nvPr>
            <p:ph sz="half" idx="19"/>
          </p:nvPr>
        </p:nvSpPr>
        <p:spPr>
          <a:xfrm>
            <a:off x="6204000" y="1414799"/>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4">
            <a:extLst>
              <a:ext uri="{FF2B5EF4-FFF2-40B4-BE49-F238E27FC236}">
                <a16:creationId xmlns:a16="http://schemas.microsoft.com/office/drawing/2014/main" id="{4C20299E-6DC0-6CED-089D-15C5E6FA4D23}"/>
              </a:ext>
            </a:extLst>
          </p:cNvPr>
          <p:cNvSpPr>
            <a:spLocks noGrp="1"/>
          </p:cNvSpPr>
          <p:nvPr>
            <p:ph sz="half" idx="21"/>
          </p:nvPr>
        </p:nvSpPr>
        <p:spPr>
          <a:xfrm>
            <a:off x="6204000" y="3852000"/>
            <a:ext cx="5508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696254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 Contents wide larg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DC4F81-4DC9-55B7-FCC3-14B238F1321A}"/>
              </a:ext>
            </a:extLst>
          </p:cNvPr>
          <p:cNvSpPr>
            <a:spLocks noGrp="1"/>
          </p:cNvSpPr>
          <p:nvPr>
            <p:ph type="title"/>
          </p:nvPr>
        </p:nvSpPr>
        <p:spPr>
          <a:xfrm>
            <a:off x="480000" y="252000"/>
            <a:ext cx="11232000" cy="647385"/>
          </a:xfrm>
        </p:spPr>
        <p:txBody>
          <a:bodyPr/>
          <a:lstStyle/>
          <a:p>
            <a:r>
              <a:rPr lang="en-US"/>
              <a:t>Click to edit Master title style</a:t>
            </a:r>
          </a:p>
        </p:txBody>
      </p:sp>
      <p:sp>
        <p:nvSpPr>
          <p:cNvPr id="5" name="Subtitle 2">
            <a:extLst>
              <a:ext uri="{FF2B5EF4-FFF2-40B4-BE49-F238E27FC236}">
                <a16:creationId xmlns:a16="http://schemas.microsoft.com/office/drawing/2014/main" id="{129B5E51-5DF2-94ED-F501-F4EEED800C83}"/>
              </a:ext>
            </a:extLst>
          </p:cNvPr>
          <p:cNvSpPr>
            <a:spLocks noGrp="1"/>
          </p:cNvSpPr>
          <p:nvPr>
            <p:ph type="body" sz="quarter" idx="23" hasCustomPrompt="1"/>
          </p:nvPr>
        </p:nvSpPr>
        <p:spPr>
          <a:xfrm>
            <a:off x="480000" y="899385"/>
            <a:ext cx="11232000" cy="358482"/>
          </a:xfrm>
        </p:spPr>
        <p:txBody>
          <a:bodyPr>
            <a:noAutofit/>
          </a:bodyPr>
          <a:lstStyle>
            <a:lvl1pPr>
              <a:lnSpc>
                <a:spcPct val="90000"/>
              </a:lnSpc>
              <a:defRPr sz="2200" b="0"/>
            </a:lvl1pPr>
          </a:lstStyle>
          <a:p>
            <a:pPr lvl="0"/>
            <a:r>
              <a:rPr lang="en-US"/>
              <a:t>Click to edit subtitle</a:t>
            </a:r>
          </a:p>
        </p:txBody>
      </p:sp>
      <p:sp>
        <p:nvSpPr>
          <p:cNvPr id="15" name="Content Placeholder 1">
            <a:extLst>
              <a:ext uri="{FF2B5EF4-FFF2-40B4-BE49-F238E27FC236}">
                <a16:creationId xmlns:a16="http://schemas.microsoft.com/office/drawing/2014/main" id="{E67190F4-2D25-2A8D-4535-D9C4BF84C9EE}"/>
              </a:ext>
            </a:extLst>
          </p:cNvPr>
          <p:cNvSpPr>
            <a:spLocks noGrp="1"/>
          </p:cNvSpPr>
          <p:nvPr>
            <p:ph sz="half" idx="2"/>
          </p:nvPr>
        </p:nvSpPr>
        <p:spPr>
          <a:xfrm>
            <a:off x="480000" y="1414799"/>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8D62D3D-E178-A2E5-1C7A-8A6083906493}"/>
              </a:ext>
            </a:extLst>
          </p:cNvPr>
          <p:cNvSpPr>
            <a:spLocks noGrp="1"/>
          </p:cNvSpPr>
          <p:nvPr>
            <p:ph sz="half" idx="16"/>
          </p:nvPr>
        </p:nvSpPr>
        <p:spPr>
          <a:xfrm>
            <a:off x="480000" y="3852000"/>
            <a:ext cx="11232000" cy="22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notes">
            <a:extLst>
              <a:ext uri="{FF2B5EF4-FFF2-40B4-BE49-F238E27FC236}">
                <a16:creationId xmlns:a16="http://schemas.microsoft.com/office/drawing/2014/main" id="{0155F3B8-DBC8-F6FF-80C7-5050E9C20427}"/>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88397ADF-4CFC-A6C6-36B1-BC822642B778}"/>
              </a:ext>
            </a:extLst>
          </p:cNvPr>
          <p:cNvSpPr>
            <a:spLocks noGrp="1"/>
          </p:cNvSpPr>
          <p:nvPr>
            <p:ph type="sldNum" sz="quarter" idx="22"/>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5256753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241217607"/>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4540-BD69-8598-9011-2ADF437DAC6E}"/>
              </a:ext>
            </a:extLst>
          </p:cNvPr>
          <p:cNvSpPr>
            <a:spLocks noGrp="1"/>
          </p:cNvSpPr>
          <p:nvPr>
            <p:ph type="title"/>
          </p:nvPr>
        </p:nvSpPr>
        <p:spPr/>
        <p:txBody>
          <a:bodyPr/>
          <a:lstStyle/>
          <a:p>
            <a:r>
              <a:rPr lang="en-US"/>
              <a:t>Click to edit Master title style</a:t>
            </a:r>
          </a:p>
        </p:txBody>
      </p:sp>
      <p:sp>
        <p:nvSpPr>
          <p:cNvPr id="3" name="Subtitle 2">
            <a:extLst>
              <a:ext uri="{FF2B5EF4-FFF2-40B4-BE49-F238E27FC236}">
                <a16:creationId xmlns:a16="http://schemas.microsoft.com/office/drawing/2014/main" id="{BAA0F187-73A7-1BDF-0558-084D178076E4}"/>
              </a:ext>
            </a:extLst>
          </p:cNvPr>
          <p:cNvSpPr>
            <a:spLocks noGrp="1"/>
          </p:cNvSpPr>
          <p:nvPr>
            <p:ph type="body" sz="quarter" idx="16" hasCustomPrompt="1"/>
          </p:nvPr>
        </p:nvSpPr>
        <p:spPr>
          <a:xfrm>
            <a:off x="480000" y="1270518"/>
            <a:ext cx="11232000" cy="358482"/>
          </a:xfrm>
        </p:spPr>
        <p:txBody>
          <a:bodyPr>
            <a:noAutofit/>
          </a:bodyPr>
          <a:lstStyle>
            <a:lvl1pPr>
              <a:lnSpc>
                <a:spcPct val="90000"/>
              </a:lnSpc>
              <a:defRPr sz="2200" b="0"/>
            </a:lvl1pPr>
          </a:lstStyle>
          <a:p>
            <a:pPr lvl="0"/>
            <a:r>
              <a:rPr lang="en-US"/>
              <a:t>Click to edit subtitle</a:t>
            </a:r>
          </a:p>
        </p:txBody>
      </p:sp>
      <p:sp>
        <p:nvSpPr>
          <p:cNvPr id="4" name="footnotes">
            <a:extLst>
              <a:ext uri="{FF2B5EF4-FFF2-40B4-BE49-F238E27FC236}">
                <a16:creationId xmlns:a16="http://schemas.microsoft.com/office/drawing/2014/main" id="{05C8EE77-5905-F76C-EB1F-83A30A33A48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A9C59A75-5D68-1E40-38BC-0B52954932CF}"/>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656136575"/>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iography C">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3287719"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6343894" y="2274109"/>
            <a:ext cx="2556000" cy="295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6343894" y="1554108"/>
            <a:ext cx="5363719" cy="684000"/>
          </a:xfrm>
        </p:spPr>
        <p:txBody>
          <a:bodyPr lIns="0" tIns="0" rIns="0" bIns="0"/>
          <a:lstStyle>
            <a:lvl1pPr>
              <a:lnSpc>
                <a:spcPct val="100000"/>
              </a:lnSpc>
              <a:spcBef>
                <a:spcPts val="300"/>
              </a:spcBef>
              <a:defRPr sz="1600" b="1"/>
            </a:lvl1pPr>
            <a:lvl2pPr marL="0" indent="0">
              <a:lnSpc>
                <a:spcPct val="100000"/>
              </a:lnSpc>
              <a:spcBef>
                <a:spcPts val="300"/>
              </a:spcBef>
              <a:buFont typeface="Arial" panose="020B0604020202020204" pitchFamily="34" charset="0"/>
              <a:buChar char="​"/>
              <a:defRPr sz="16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9151613" y="2268000"/>
            <a:ext cx="2556000" cy="3672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07012410"/>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iography 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435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435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435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8220000" y="2094108"/>
            <a:ext cx="349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8220000" y="1554108"/>
            <a:ext cx="3492000" cy="540000"/>
          </a:xfrm>
        </p:spPr>
        <p:txBody>
          <a:bodyPr lIns="0" tIns="0" rIns="0" bIns="0"/>
          <a:lstStyle>
            <a:lvl1pPr>
              <a:lnSpc>
                <a:spcPct val="100000"/>
              </a:lnSpc>
              <a:spcBef>
                <a:spcPts val="200"/>
              </a:spcBef>
              <a:defRPr sz="1400" b="1"/>
            </a:lvl1pPr>
            <a:lvl2pPr marL="0" indent="0">
              <a:lnSpc>
                <a:spcPct val="100000"/>
              </a:lnSpc>
              <a:spcBef>
                <a:spcPts val="2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8220000" y="4104000"/>
            <a:ext cx="3492000" cy="1836000"/>
          </a:xfrm>
        </p:spPr>
        <p:txBody>
          <a:bodyPr/>
          <a:lstStyle>
            <a:lvl1pPr>
              <a:defRPr sz="1400"/>
            </a:lvl1pPr>
            <a:lvl2pPr>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3568671662"/>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iography 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a:xfrm>
            <a:off x="480000" y="252000"/>
            <a:ext cx="11232000" cy="1005867"/>
          </a:xfrm>
        </p:spPr>
        <p:txBody>
          <a:bodyPr/>
          <a:lstStyle/>
          <a:p>
            <a:r>
              <a:rPr lang="en-US"/>
              <a:t>Click to edit Master title style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48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 name="Picture Placeholder 16">
            <a:extLst>
              <a:ext uri="{FF2B5EF4-FFF2-40B4-BE49-F238E27FC236}">
                <a16:creationId xmlns:a16="http://schemas.microsoft.com/office/drawing/2014/main" id="{C23838DB-C9C8-8D7E-C987-8EC962FBFF3A}"/>
              </a:ext>
              <a:ext uri="{C183D7F6-B498-43B3-948B-1728B52AA6E4}">
                <adec:decorative xmlns:adec="http://schemas.microsoft.com/office/drawing/2017/decorative" val="1"/>
              </a:ext>
            </a:extLst>
          </p:cNvPr>
          <p:cNvSpPr>
            <a:spLocks noGrp="1"/>
          </p:cNvSpPr>
          <p:nvPr>
            <p:ph type="pic" sz="quarter" idx="20" hasCustomPrompt="1"/>
          </p:nvPr>
        </p:nvSpPr>
        <p:spPr>
          <a:xfrm>
            <a:off x="342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57" name="Name">
            <a:extLst>
              <a:ext uri="{FF2B5EF4-FFF2-40B4-BE49-F238E27FC236}">
                <a16:creationId xmlns:a16="http://schemas.microsoft.com/office/drawing/2014/main" id="{87D54A67-96F9-8691-B724-52896F51B509}"/>
              </a:ext>
            </a:extLst>
          </p:cNvPr>
          <p:cNvSpPr>
            <a:spLocks noGrp="1"/>
          </p:cNvSpPr>
          <p:nvPr>
            <p:ph type="body" sz="quarter" idx="19" hasCustomPrompt="1"/>
          </p:nvPr>
        </p:nvSpPr>
        <p:spPr>
          <a:xfrm>
            <a:off x="342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59" name="Text Placeholder 15">
            <a:extLst>
              <a:ext uri="{FF2B5EF4-FFF2-40B4-BE49-F238E27FC236}">
                <a16:creationId xmlns:a16="http://schemas.microsoft.com/office/drawing/2014/main" id="{5B706369-B81D-4A5C-BEF1-A0BC15B64373}"/>
              </a:ext>
            </a:extLst>
          </p:cNvPr>
          <p:cNvSpPr>
            <a:spLocks noGrp="1"/>
          </p:cNvSpPr>
          <p:nvPr>
            <p:ph type="body" sz="quarter" idx="21"/>
          </p:nvPr>
        </p:nvSpPr>
        <p:spPr>
          <a:xfrm>
            <a:off x="342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6">
            <a:extLst>
              <a:ext uri="{FF2B5EF4-FFF2-40B4-BE49-F238E27FC236}">
                <a16:creationId xmlns:a16="http://schemas.microsoft.com/office/drawing/2014/main" id="{F3CF9A67-D10C-4D4B-5C00-7D932A04E812}"/>
              </a:ext>
              <a:ext uri="{C183D7F6-B498-43B3-948B-1728B52AA6E4}">
                <adec:decorative xmlns:adec="http://schemas.microsoft.com/office/drawing/2017/decorative" val="1"/>
              </a:ext>
            </a:extLst>
          </p:cNvPr>
          <p:cNvSpPr>
            <a:spLocks noGrp="1"/>
          </p:cNvSpPr>
          <p:nvPr>
            <p:ph type="pic" sz="quarter" idx="23" hasCustomPrompt="1"/>
          </p:nvPr>
        </p:nvSpPr>
        <p:spPr>
          <a:xfrm>
            <a:off x="636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22" name="Name">
            <a:extLst>
              <a:ext uri="{FF2B5EF4-FFF2-40B4-BE49-F238E27FC236}">
                <a16:creationId xmlns:a16="http://schemas.microsoft.com/office/drawing/2014/main" id="{5F2A3F5B-C07A-B1D0-5E4B-C6948BAD8CFE}"/>
              </a:ext>
            </a:extLst>
          </p:cNvPr>
          <p:cNvSpPr>
            <a:spLocks noGrp="1"/>
          </p:cNvSpPr>
          <p:nvPr>
            <p:ph type="body" sz="quarter" idx="25" hasCustomPrompt="1"/>
          </p:nvPr>
        </p:nvSpPr>
        <p:spPr>
          <a:xfrm>
            <a:off x="636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23" name="Text Placeholder 15">
            <a:extLst>
              <a:ext uri="{FF2B5EF4-FFF2-40B4-BE49-F238E27FC236}">
                <a16:creationId xmlns:a16="http://schemas.microsoft.com/office/drawing/2014/main" id="{E929FF09-CFC1-C80B-2197-2C857D9BC02B}"/>
              </a:ext>
            </a:extLst>
          </p:cNvPr>
          <p:cNvSpPr>
            <a:spLocks noGrp="1"/>
          </p:cNvSpPr>
          <p:nvPr>
            <p:ph type="body" sz="quarter" idx="26"/>
          </p:nvPr>
        </p:nvSpPr>
        <p:spPr>
          <a:xfrm>
            <a:off x="636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16">
            <a:extLst>
              <a:ext uri="{FF2B5EF4-FFF2-40B4-BE49-F238E27FC236}">
                <a16:creationId xmlns:a16="http://schemas.microsoft.com/office/drawing/2014/main" id="{2BFF0F51-1E18-4B8F-C7DE-8EC473064E07}"/>
              </a:ext>
              <a:ext uri="{C183D7F6-B498-43B3-948B-1728B52AA6E4}">
                <adec:decorative xmlns:adec="http://schemas.microsoft.com/office/drawing/2017/decorative" val="1"/>
              </a:ext>
            </a:extLst>
          </p:cNvPr>
          <p:cNvSpPr>
            <a:spLocks noGrp="1"/>
          </p:cNvSpPr>
          <p:nvPr>
            <p:ph type="pic" sz="quarter" idx="27" hasCustomPrompt="1"/>
          </p:nvPr>
        </p:nvSpPr>
        <p:spPr>
          <a:xfrm>
            <a:off x="9300000" y="1986108"/>
            <a:ext cx="2412000" cy="187200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38" name="Name">
            <a:extLst>
              <a:ext uri="{FF2B5EF4-FFF2-40B4-BE49-F238E27FC236}">
                <a16:creationId xmlns:a16="http://schemas.microsoft.com/office/drawing/2014/main" id="{9156FAE6-7FAF-8CD0-1115-28AE5D4844C1}"/>
              </a:ext>
            </a:extLst>
          </p:cNvPr>
          <p:cNvSpPr>
            <a:spLocks noGrp="1"/>
          </p:cNvSpPr>
          <p:nvPr>
            <p:ph type="body" sz="quarter" idx="29" hasCustomPrompt="1"/>
          </p:nvPr>
        </p:nvSpPr>
        <p:spPr>
          <a:xfrm>
            <a:off x="9300000" y="1554108"/>
            <a:ext cx="2412000" cy="432000"/>
          </a:xfrm>
        </p:spPr>
        <p:txBody>
          <a:bodyPr lIns="0" tIns="0" rIns="0" bIns="0"/>
          <a:lstStyle>
            <a:lvl1pPr>
              <a:lnSpc>
                <a:spcPct val="100000"/>
              </a:lnSpc>
              <a:spcBef>
                <a:spcPts val="200"/>
              </a:spcBef>
              <a:defRPr sz="1200" b="1"/>
            </a:lvl1pPr>
            <a:lvl2pPr marL="0" indent="0">
              <a:lnSpc>
                <a:spcPct val="100000"/>
              </a:lnSpc>
              <a:spcBef>
                <a:spcPts val="200"/>
              </a:spcBef>
              <a:buFont typeface="Arial" panose="020B0604020202020204" pitchFamily="34" charset="0"/>
              <a:buChar char="​"/>
              <a:defRPr sz="12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9" name="Text Placeholder 15">
            <a:extLst>
              <a:ext uri="{FF2B5EF4-FFF2-40B4-BE49-F238E27FC236}">
                <a16:creationId xmlns:a16="http://schemas.microsoft.com/office/drawing/2014/main" id="{A9561B99-449E-4769-2EAB-6972E0A58B71}"/>
              </a:ext>
            </a:extLst>
          </p:cNvPr>
          <p:cNvSpPr>
            <a:spLocks noGrp="1"/>
          </p:cNvSpPr>
          <p:nvPr>
            <p:ph type="body" sz="quarter" idx="30"/>
          </p:nvPr>
        </p:nvSpPr>
        <p:spPr>
          <a:xfrm>
            <a:off x="9300000" y="3996000"/>
            <a:ext cx="2412000" cy="1836000"/>
          </a:xfrm>
        </p:spPr>
        <p:txBody>
          <a:bodyPr/>
          <a:lstStyle>
            <a:lvl1pPr>
              <a:defRPr sz="12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785137912"/>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7FD7F7-C4A8-F068-F2AB-F03ECF080CEC}"/>
              </a:ext>
            </a:extLst>
          </p:cNvPr>
          <p:cNvSpPr>
            <a:spLocks noGrp="1"/>
          </p:cNvSpPr>
          <p:nvPr>
            <p:ph type="title"/>
          </p:nvPr>
        </p:nvSpPr>
        <p:spPr/>
        <p:txBody>
          <a:bodyPr/>
          <a:lstStyle/>
          <a:p>
            <a:r>
              <a:rPr lang="en-US"/>
              <a:t>Click to edit Master title style</a:t>
            </a:r>
          </a:p>
        </p:txBody>
      </p:sp>
      <p:sp>
        <p:nvSpPr>
          <p:cNvPr id="45" name="Media Placeholder 44">
            <a:extLst>
              <a:ext uri="{FF2B5EF4-FFF2-40B4-BE49-F238E27FC236}">
                <a16:creationId xmlns:a16="http://schemas.microsoft.com/office/drawing/2014/main" id="{FA45BFB3-67FB-D56E-F7EC-9EE4E9B366AA}"/>
              </a:ext>
            </a:extLst>
          </p:cNvPr>
          <p:cNvSpPr>
            <a:spLocks noGrp="1" noChangeAspect="1"/>
          </p:cNvSpPr>
          <p:nvPr>
            <p:ph type="media" sz="quarter" idx="11"/>
          </p:nvPr>
        </p:nvSpPr>
        <p:spPr>
          <a:xfrm>
            <a:off x="1776000" y="1260000"/>
            <a:ext cx="8640000" cy="4787924"/>
          </a:xfrm>
        </p:spPr>
        <p:txBody>
          <a:bodyPr/>
          <a:lstStyle/>
          <a:p>
            <a:r>
              <a:rPr lang="en-US"/>
              <a:t>Click icon to add media</a:t>
            </a:r>
          </a:p>
        </p:txBody>
      </p:sp>
      <p:sp>
        <p:nvSpPr>
          <p:cNvPr id="4" name="footnotes">
            <a:extLst>
              <a:ext uri="{FF2B5EF4-FFF2-40B4-BE49-F238E27FC236}">
                <a16:creationId xmlns:a16="http://schemas.microsoft.com/office/drawing/2014/main" id="{BB1A10A0-8775-C57E-D06A-5FAFDB65EBCF}"/>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5" name="Slide Number Placeholder 4">
            <a:extLst>
              <a:ext uri="{FF2B5EF4-FFF2-40B4-BE49-F238E27FC236}">
                <a16:creationId xmlns:a16="http://schemas.microsoft.com/office/drawing/2014/main" id="{87E3522D-3F13-D300-F157-0D51CB0A292C}"/>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69367133"/>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Boar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A83878-43B3-61C1-58EA-0E387344FFCF}"/>
              </a:ext>
            </a:extLst>
          </p:cNvPr>
          <p:cNvSpPr>
            <a:spLocks noGrp="1"/>
          </p:cNvSpPr>
          <p:nvPr>
            <p:ph type="title"/>
          </p:nvPr>
        </p:nvSpPr>
        <p:spPr/>
        <p:txBody>
          <a:bodyPr/>
          <a:lstStyle/>
          <a:p>
            <a:r>
              <a:rPr lang="en-US"/>
              <a:t>Click to edit Master title style</a:t>
            </a:r>
          </a:p>
        </p:txBody>
      </p:sp>
      <p:sp>
        <p:nvSpPr>
          <p:cNvPr id="39" name="Photo">
            <a:extLst>
              <a:ext uri="{FF2B5EF4-FFF2-40B4-BE49-F238E27FC236}">
                <a16:creationId xmlns:a16="http://schemas.microsoft.com/office/drawing/2014/main" id="{60619E85-C7BC-AC62-E0EF-E7A8868F6ACE}"/>
              </a:ext>
              <a:ext uri="{C183D7F6-B498-43B3-948B-1728B52AA6E4}">
                <adec:decorative xmlns:adec="http://schemas.microsoft.com/office/drawing/2017/decorative" val="1"/>
              </a:ext>
            </a:extLst>
          </p:cNvPr>
          <p:cNvSpPr>
            <a:spLocks noGrp="1"/>
          </p:cNvSpPr>
          <p:nvPr>
            <p:ph type="pic" sz="quarter" idx="13" hasCustomPrompt="1"/>
          </p:nvPr>
        </p:nvSpPr>
        <p:spPr>
          <a:xfrm>
            <a:off x="48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0" name="Name">
            <a:extLst>
              <a:ext uri="{FF2B5EF4-FFF2-40B4-BE49-F238E27FC236}">
                <a16:creationId xmlns:a16="http://schemas.microsoft.com/office/drawing/2014/main" id="{3B92114E-862E-E39F-89F3-255D469EE649}"/>
              </a:ext>
            </a:extLst>
          </p:cNvPr>
          <p:cNvSpPr>
            <a:spLocks noGrp="1"/>
          </p:cNvSpPr>
          <p:nvPr>
            <p:ph type="body" sz="quarter" idx="16" hasCustomPrompt="1"/>
          </p:nvPr>
        </p:nvSpPr>
        <p:spPr>
          <a:xfrm>
            <a:off x="141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1" name="Photo">
            <a:extLst>
              <a:ext uri="{FF2B5EF4-FFF2-40B4-BE49-F238E27FC236}">
                <a16:creationId xmlns:a16="http://schemas.microsoft.com/office/drawing/2014/main" id="{D3CAFE33-4D1F-096A-CB7A-B779F95277E8}"/>
              </a:ext>
              <a:ext uri="{C183D7F6-B498-43B3-948B-1728B52AA6E4}">
                <adec:decorative xmlns:adec="http://schemas.microsoft.com/office/drawing/2017/decorative" val="1"/>
              </a:ext>
            </a:extLst>
          </p:cNvPr>
          <p:cNvSpPr>
            <a:spLocks noGrp="1"/>
          </p:cNvSpPr>
          <p:nvPr>
            <p:ph type="pic" sz="quarter" idx="17" hasCustomPrompt="1"/>
          </p:nvPr>
        </p:nvSpPr>
        <p:spPr>
          <a:xfrm>
            <a:off x="48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2" name="Name">
            <a:extLst>
              <a:ext uri="{FF2B5EF4-FFF2-40B4-BE49-F238E27FC236}">
                <a16:creationId xmlns:a16="http://schemas.microsoft.com/office/drawing/2014/main" id="{B8FE25E8-1FB3-3ACD-23F2-CD9CECDA48AC}"/>
              </a:ext>
            </a:extLst>
          </p:cNvPr>
          <p:cNvSpPr>
            <a:spLocks noGrp="1"/>
          </p:cNvSpPr>
          <p:nvPr>
            <p:ph type="body" sz="quarter" idx="18" hasCustomPrompt="1"/>
          </p:nvPr>
        </p:nvSpPr>
        <p:spPr>
          <a:xfrm>
            <a:off x="141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43" name="Photo">
            <a:extLst>
              <a:ext uri="{FF2B5EF4-FFF2-40B4-BE49-F238E27FC236}">
                <a16:creationId xmlns:a16="http://schemas.microsoft.com/office/drawing/2014/main" id="{E7BB4A4A-4DF1-64AE-7214-7343CB80B6C7}"/>
              </a:ext>
              <a:ext uri="{C183D7F6-B498-43B3-948B-1728B52AA6E4}">
                <adec:decorative xmlns:adec="http://schemas.microsoft.com/office/drawing/2017/decorative" val="1"/>
              </a:ext>
            </a:extLst>
          </p:cNvPr>
          <p:cNvSpPr>
            <a:spLocks noGrp="1"/>
          </p:cNvSpPr>
          <p:nvPr>
            <p:ph type="pic" sz="quarter" idx="19" hasCustomPrompt="1"/>
          </p:nvPr>
        </p:nvSpPr>
        <p:spPr>
          <a:xfrm>
            <a:off x="48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44" name="Name">
            <a:extLst>
              <a:ext uri="{FF2B5EF4-FFF2-40B4-BE49-F238E27FC236}">
                <a16:creationId xmlns:a16="http://schemas.microsoft.com/office/drawing/2014/main" id="{2BFC45E1-45EC-E4A3-0416-9904F1B08ED6}"/>
              </a:ext>
            </a:extLst>
          </p:cNvPr>
          <p:cNvSpPr>
            <a:spLocks noGrp="1"/>
          </p:cNvSpPr>
          <p:nvPr>
            <p:ph type="body" sz="quarter" idx="20" hasCustomPrompt="1"/>
          </p:nvPr>
        </p:nvSpPr>
        <p:spPr>
          <a:xfrm>
            <a:off x="141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3" name="Photo">
            <a:extLst>
              <a:ext uri="{FF2B5EF4-FFF2-40B4-BE49-F238E27FC236}">
                <a16:creationId xmlns:a16="http://schemas.microsoft.com/office/drawing/2014/main" id="{8020B9D1-8DC0-6BA9-57B0-976C7FAA2636}"/>
              </a:ext>
              <a:ext uri="{C183D7F6-B498-43B3-948B-1728B52AA6E4}">
                <adec:decorative xmlns:adec="http://schemas.microsoft.com/office/drawing/2017/decorative" val="1"/>
              </a:ext>
            </a:extLst>
          </p:cNvPr>
          <p:cNvSpPr>
            <a:spLocks noGrp="1"/>
          </p:cNvSpPr>
          <p:nvPr>
            <p:ph type="pic" sz="quarter" idx="21" hasCustomPrompt="1"/>
          </p:nvPr>
        </p:nvSpPr>
        <p:spPr>
          <a:xfrm>
            <a:off x="336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4" name="Name">
            <a:extLst>
              <a:ext uri="{FF2B5EF4-FFF2-40B4-BE49-F238E27FC236}">
                <a16:creationId xmlns:a16="http://schemas.microsoft.com/office/drawing/2014/main" id="{D6364B21-7F37-DFD0-31F8-A13A5E836E76}"/>
              </a:ext>
            </a:extLst>
          </p:cNvPr>
          <p:cNvSpPr>
            <a:spLocks noGrp="1"/>
          </p:cNvSpPr>
          <p:nvPr>
            <p:ph type="body" sz="quarter" idx="22" hasCustomPrompt="1"/>
          </p:nvPr>
        </p:nvSpPr>
        <p:spPr>
          <a:xfrm>
            <a:off x="429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5" name="Photo">
            <a:extLst>
              <a:ext uri="{FF2B5EF4-FFF2-40B4-BE49-F238E27FC236}">
                <a16:creationId xmlns:a16="http://schemas.microsoft.com/office/drawing/2014/main" id="{D6C6D576-FA07-29CD-FB25-313525D576FB}"/>
              </a:ext>
              <a:ext uri="{C183D7F6-B498-43B3-948B-1728B52AA6E4}">
                <adec:decorative xmlns:adec="http://schemas.microsoft.com/office/drawing/2017/decorative" val="1"/>
              </a:ext>
            </a:extLst>
          </p:cNvPr>
          <p:cNvSpPr>
            <a:spLocks noGrp="1"/>
          </p:cNvSpPr>
          <p:nvPr>
            <p:ph type="pic" sz="quarter" idx="23" hasCustomPrompt="1"/>
          </p:nvPr>
        </p:nvSpPr>
        <p:spPr>
          <a:xfrm>
            <a:off x="336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6" name="Name">
            <a:extLst>
              <a:ext uri="{FF2B5EF4-FFF2-40B4-BE49-F238E27FC236}">
                <a16:creationId xmlns:a16="http://schemas.microsoft.com/office/drawing/2014/main" id="{7D8D0415-9FA9-4530-BF53-B813080D5383}"/>
              </a:ext>
            </a:extLst>
          </p:cNvPr>
          <p:cNvSpPr>
            <a:spLocks noGrp="1"/>
          </p:cNvSpPr>
          <p:nvPr>
            <p:ph type="body" sz="quarter" idx="24" hasCustomPrompt="1"/>
          </p:nvPr>
        </p:nvSpPr>
        <p:spPr>
          <a:xfrm>
            <a:off x="429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67" name="Photo">
            <a:extLst>
              <a:ext uri="{FF2B5EF4-FFF2-40B4-BE49-F238E27FC236}">
                <a16:creationId xmlns:a16="http://schemas.microsoft.com/office/drawing/2014/main" id="{CBEF6DF2-E381-1B93-395C-E8A21DF21FEB}"/>
              </a:ext>
              <a:ext uri="{C183D7F6-B498-43B3-948B-1728B52AA6E4}">
                <adec:decorative xmlns:adec="http://schemas.microsoft.com/office/drawing/2017/decorative" val="1"/>
              </a:ext>
            </a:extLst>
          </p:cNvPr>
          <p:cNvSpPr>
            <a:spLocks noGrp="1"/>
          </p:cNvSpPr>
          <p:nvPr>
            <p:ph type="pic" sz="quarter" idx="25" hasCustomPrompt="1"/>
          </p:nvPr>
        </p:nvSpPr>
        <p:spPr>
          <a:xfrm>
            <a:off x="336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68" name="Name">
            <a:extLst>
              <a:ext uri="{FF2B5EF4-FFF2-40B4-BE49-F238E27FC236}">
                <a16:creationId xmlns:a16="http://schemas.microsoft.com/office/drawing/2014/main" id="{BB566FEE-9025-9C56-0F7C-A7072E7123AC}"/>
              </a:ext>
            </a:extLst>
          </p:cNvPr>
          <p:cNvSpPr>
            <a:spLocks noGrp="1"/>
          </p:cNvSpPr>
          <p:nvPr>
            <p:ph type="body" sz="quarter" idx="26" hasCustomPrompt="1"/>
          </p:nvPr>
        </p:nvSpPr>
        <p:spPr>
          <a:xfrm>
            <a:off x="429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1" name="Photo">
            <a:extLst>
              <a:ext uri="{FF2B5EF4-FFF2-40B4-BE49-F238E27FC236}">
                <a16:creationId xmlns:a16="http://schemas.microsoft.com/office/drawing/2014/main" id="{4895E303-848D-0EFD-AE66-3EB793485A9B}"/>
              </a:ext>
              <a:ext uri="{C183D7F6-B498-43B3-948B-1728B52AA6E4}">
                <adec:decorative xmlns:adec="http://schemas.microsoft.com/office/drawing/2017/decorative" val="1"/>
              </a:ext>
            </a:extLst>
          </p:cNvPr>
          <p:cNvSpPr>
            <a:spLocks noGrp="1"/>
          </p:cNvSpPr>
          <p:nvPr>
            <p:ph type="pic" sz="quarter" idx="27" hasCustomPrompt="1"/>
          </p:nvPr>
        </p:nvSpPr>
        <p:spPr>
          <a:xfrm>
            <a:off x="6240000"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2" name="Name">
            <a:extLst>
              <a:ext uri="{FF2B5EF4-FFF2-40B4-BE49-F238E27FC236}">
                <a16:creationId xmlns:a16="http://schemas.microsoft.com/office/drawing/2014/main" id="{AAA9209C-96B7-0C22-7688-4CF1866D7F69}"/>
              </a:ext>
            </a:extLst>
          </p:cNvPr>
          <p:cNvSpPr>
            <a:spLocks noGrp="1"/>
          </p:cNvSpPr>
          <p:nvPr>
            <p:ph type="body" sz="quarter" idx="28" hasCustomPrompt="1"/>
          </p:nvPr>
        </p:nvSpPr>
        <p:spPr>
          <a:xfrm>
            <a:off x="7175718"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3" name="Photo">
            <a:extLst>
              <a:ext uri="{FF2B5EF4-FFF2-40B4-BE49-F238E27FC236}">
                <a16:creationId xmlns:a16="http://schemas.microsoft.com/office/drawing/2014/main" id="{93CCC382-3068-ACC3-D178-0A64A89A00E7}"/>
              </a:ext>
              <a:ext uri="{C183D7F6-B498-43B3-948B-1728B52AA6E4}">
                <adec:decorative xmlns:adec="http://schemas.microsoft.com/office/drawing/2017/decorative" val="1"/>
              </a:ext>
            </a:extLst>
          </p:cNvPr>
          <p:cNvSpPr>
            <a:spLocks noGrp="1"/>
          </p:cNvSpPr>
          <p:nvPr>
            <p:ph type="pic" sz="quarter" idx="29" hasCustomPrompt="1"/>
          </p:nvPr>
        </p:nvSpPr>
        <p:spPr>
          <a:xfrm>
            <a:off x="6240000"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4" name="Name">
            <a:extLst>
              <a:ext uri="{FF2B5EF4-FFF2-40B4-BE49-F238E27FC236}">
                <a16:creationId xmlns:a16="http://schemas.microsoft.com/office/drawing/2014/main" id="{5E6FC7B6-F606-19CF-ED89-2CAD22397475}"/>
              </a:ext>
            </a:extLst>
          </p:cNvPr>
          <p:cNvSpPr>
            <a:spLocks noGrp="1"/>
          </p:cNvSpPr>
          <p:nvPr>
            <p:ph type="body" sz="quarter" idx="30" hasCustomPrompt="1"/>
          </p:nvPr>
        </p:nvSpPr>
        <p:spPr>
          <a:xfrm>
            <a:off x="7175718"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85" name="Photo">
            <a:extLst>
              <a:ext uri="{FF2B5EF4-FFF2-40B4-BE49-F238E27FC236}">
                <a16:creationId xmlns:a16="http://schemas.microsoft.com/office/drawing/2014/main" id="{48AB0D71-1D05-BA60-5873-405718EFECA2}"/>
              </a:ext>
              <a:ext uri="{C183D7F6-B498-43B3-948B-1728B52AA6E4}">
                <adec:decorative xmlns:adec="http://schemas.microsoft.com/office/drawing/2017/decorative" val="1"/>
              </a:ext>
            </a:extLst>
          </p:cNvPr>
          <p:cNvSpPr>
            <a:spLocks noGrp="1"/>
          </p:cNvSpPr>
          <p:nvPr>
            <p:ph type="pic" sz="quarter" idx="31" hasCustomPrompt="1"/>
          </p:nvPr>
        </p:nvSpPr>
        <p:spPr>
          <a:xfrm>
            <a:off x="6240000"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86" name="Name">
            <a:extLst>
              <a:ext uri="{FF2B5EF4-FFF2-40B4-BE49-F238E27FC236}">
                <a16:creationId xmlns:a16="http://schemas.microsoft.com/office/drawing/2014/main" id="{B816C60D-C808-1B3F-7983-42BFFC7150AD}"/>
              </a:ext>
            </a:extLst>
          </p:cNvPr>
          <p:cNvSpPr>
            <a:spLocks noGrp="1"/>
          </p:cNvSpPr>
          <p:nvPr>
            <p:ph type="body" sz="quarter" idx="32" hasCustomPrompt="1"/>
          </p:nvPr>
        </p:nvSpPr>
        <p:spPr>
          <a:xfrm>
            <a:off x="7175718"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3" name="Photo">
            <a:extLst>
              <a:ext uri="{FF2B5EF4-FFF2-40B4-BE49-F238E27FC236}">
                <a16:creationId xmlns:a16="http://schemas.microsoft.com/office/drawing/2014/main" id="{6D9EC674-B396-4173-CF7A-55524DD00853}"/>
              </a:ext>
              <a:ext uri="{C183D7F6-B498-43B3-948B-1728B52AA6E4}">
                <adec:decorative xmlns:adec="http://schemas.microsoft.com/office/drawing/2017/decorative" val="1"/>
              </a:ext>
            </a:extLst>
          </p:cNvPr>
          <p:cNvSpPr>
            <a:spLocks noGrp="1"/>
          </p:cNvSpPr>
          <p:nvPr>
            <p:ph type="pic" sz="quarter" idx="33" hasCustomPrompt="1"/>
          </p:nvPr>
        </p:nvSpPr>
        <p:spPr>
          <a:xfrm>
            <a:off x="9120001" y="1584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4" name="Name">
            <a:extLst>
              <a:ext uri="{FF2B5EF4-FFF2-40B4-BE49-F238E27FC236}">
                <a16:creationId xmlns:a16="http://schemas.microsoft.com/office/drawing/2014/main" id="{C5E8DA5B-6324-6132-C720-8353CD76178C}"/>
              </a:ext>
            </a:extLst>
          </p:cNvPr>
          <p:cNvSpPr>
            <a:spLocks noGrp="1"/>
          </p:cNvSpPr>
          <p:nvPr>
            <p:ph type="body" sz="quarter" idx="34" hasCustomPrompt="1"/>
          </p:nvPr>
        </p:nvSpPr>
        <p:spPr>
          <a:xfrm>
            <a:off x="10055719" y="1584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5" name="Photo">
            <a:extLst>
              <a:ext uri="{FF2B5EF4-FFF2-40B4-BE49-F238E27FC236}">
                <a16:creationId xmlns:a16="http://schemas.microsoft.com/office/drawing/2014/main" id="{02B25DF6-8257-C003-76E8-5E7DF974FCF6}"/>
              </a:ext>
              <a:ext uri="{C183D7F6-B498-43B3-948B-1728B52AA6E4}">
                <adec:decorative xmlns:adec="http://schemas.microsoft.com/office/drawing/2017/decorative" val="1"/>
              </a:ext>
            </a:extLst>
          </p:cNvPr>
          <p:cNvSpPr>
            <a:spLocks noGrp="1"/>
          </p:cNvSpPr>
          <p:nvPr>
            <p:ph type="pic" sz="quarter" idx="35" hasCustomPrompt="1"/>
          </p:nvPr>
        </p:nvSpPr>
        <p:spPr>
          <a:xfrm>
            <a:off x="9120001" y="2952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6" name="Name">
            <a:extLst>
              <a:ext uri="{FF2B5EF4-FFF2-40B4-BE49-F238E27FC236}">
                <a16:creationId xmlns:a16="http://schemas.microsoft.com/office/drawing/2014/main" id="{BD6B222D-42D5-B431-BE62-0FAE6ED7B75E}"/>
              </a:ext>
            </a:extLst>
          </p:cNvPr>
          <p:cNvSpPr>
            <a:spLocks noGrp="1"/>
          </p:cNvSpPr>
          <p:nvPr>
            <p:ph type="body" sz="quarter" idx="36" hasCustomPrompt="1"/>
          </p:nvPr>
        </p:nvSpPr>
        <p:spPr>
          <a:xfrm>
            <a:off x="10055719" y="2952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97" name="Photo">
            <a:extLst>
              <a:ext uri="{FF2B5EF4-FFF2-40B4-BE49-F238E27FC236}">
                <a16:creationId xmlns:a16="http://schemas.microsoft.com/office/drawing/2014/main" id="{AFE6353F-E99A-4CF4-97A9-A358D47ADE99}"/>
              </a:ext>
              <a:ext uri="{C183D7F6-B498-43B3-948B-1728B52AA6E4}">
                <adec:decorative xmlns:adec="http://schemas.microsoft.com/office/drawing/2017/decorative" val="1"/>
              </a:ext>
            </a:extLst>
          </p:cNvPr>
          <p:cNvSpPr>
            <a:spLocks noGrp="1"/>
          </p:cNvSpPr>
          <p:nvPr>
            <p:ph type="pic" sz="quarter" idx="37" hasCustomPrompt="1"/>
          </p:nvPr>
        </p:nvSpPr>
        <p:spPr>
          <a:xfrm>
            <a:off x="9120001" y="4320000"/>
            <a:ext cx="936000" cy="1080000"/>
          </a:xfrm>
          <a:prstGeom prst="rect">
            <a:avLst/>
          </a:prstGeom>
          <a:solidFill>
            <a:schemeClr val="bg1">
              <a:lumMod val="95000"/>
            </a:schemeClr>
          </a:solidFill>
        </p:spPr>
        <p:txBody>
          <a:bodyPr wrap="square" lIns="63500" tIns="63500" rIns="63500" bIns="63500">
            <a:noAutofit/>
          </a:bodyPr>
          <a:lstStyle>
            <a:lvl1pPr algn="l">
              <a:defRPr sz="1200"/>
            </a:lvl1pPr>
          </a:lstStyle>
          <a:p>
            <a:r>
              <a:rPr lang="en-US"/>
              <a:t>Click icon to insert an image</a:t>
            </a:r>
          </a:p>
        </p:txBody>
      </p:sp>
      <p:sp>
        <p:nvSpPr>
          <p:cNvPr id="98" name="Name">
            <a:extLst>
              <a:ext uri="{FF2B5EF4-FFF2-40B4-BE49-F238E27FC236}">
                <a16:creationId xmlns:a16="http://schemas.microsoft.com/office/drawing/2014/main" id="{B8BBF4BC-382A-0E95-1E6B-441700793836}"/>
              </a:ext>
            </a:extLst>
          </p:cNvPr>
          <p:cNvSpPr>
            <a:spLocks noGrp="1"/>
          </p:cNvSpPr>
          <p:nvPr>
            <p:ph type="body" sz="quarter" idx="38" hasCustomPrompt="1"/>
          </p:nvPr>
        </p:nvSpPr>
        <p:spPr>
          <a:xfrm>
            <a:off x="10055719" y="4320000"/>
            <a:ext cx="1656000" cy="1080000"/>
          </a:xfrm>
        </p:spPr>
        <p:txBody>
          <a:bodyPr lIns="144000" tIns="50400" rIns="50400" bIns="50400"/>
          <a:lstStyle>
            <a:lvl1pPr>
              <a:lnSpc>
                <a:spcPct val="100000"/>
              </a:lnSpc>
              <a:spcBef>
                <a:spcPts val="600"/>
              </a:spcBef>
              <a:defRPr sz="1400" b="1"/>
            </a:lvl1pPr>
            <a:lvl2pPr marL="0" indent="0">
              <a:lnSpc>
                <a:spcPct val="100000"/>
              </a:lnSpc>
              <a:spcBef>
                <a:spcPts val="600"/>
              </a:spcBef>
              <a:buFont typeface="Arial" panose="020B0604020202020204" pitchFamily="34" charset="0"/>
              <a:buChar char="​"/>
              <a:defRPr sz="14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3" name="footnotes">
            <a:extLst>
              <a:ext uri="{FF2B5EF4-FFF2-40B4-BE49-F238E27FC236}">
                <a16:creationId xmlns:a16="http://schemas.microsoft.com/office/drawing/2014/main" id="{2EEB2A2D-D125-73D4-B226-E251A1EB21FA}"/>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470BA0CC-4324-5734-DA20-C6D8884A70B1}"/>
              </a:ext>
            </a:extLst>
          </p:cNvPr>
          <p:cNvSpPr>
            <a:spLocks noGrp="1"/>
          </p:cNvSpPr>
          <p:nvPr>
            <p:ph type="sldNum" sz="quarter" idx="3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362562024"/>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Biography A">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BC5A0F-5344-B0B5-9004-08B6B0356A95}"/>
              </a:ext>
            </a:extLst>
          </p:cNvPr>
          <p:cNvSpPr>
            <a:spLocks noGrp="1"/>
          </p:cNvSpPr>
          <p:nvPr>
            <p:ph type="title"/>
          </p:nvPr>
        </p:nvSpPr>
        <p:spPr/>
        <p:txBody>
          <a:bodyPr/>
          <a:lstStyle/>
          <a:p>
            <a:r>
              <a:rPr lang="en-US"/>
              <a:t>Click to edit Master title style</a:t>
            </a:r>
          </a:p>
        </p:txBody>
      </p:sp>
      <p:sp>
        <p:nvSpPr>
          <p:cNvPr id="12" name="Picture Placeholder 11">
            <a:extLst>
              <a:ext uri="{FF2B5EF4-FFF2-40B4-BE49-F238E27FC236}">
                <a16:creationId xmlns:a16="http://schemas.microsoft.com/office/drawing/2014/main" id="{94F4165A-6F6D-CF5F-E13A-FFEA57ABEB0B}"/>
              </a:ext>
              <a:ext uri="{C183D7F6-B498-43B3-948B-1728B52AA6E4}">
                <adec:decorative xmlns:adec="http://schemas.microsoft.com/office/drawing/2017/decorative" val="1"/>
              </a:ext>
            </a:extLst>
          </p:cNvPr>
          <p:cNvSpPr>
            <a:spLocks noGrp="1"/>
          </p:cNvSpPr>
          <p:nvPr userDrawn="1">
            <p:ph type="pic" sz="quarter" idx="13" hasCustomPrompt="1"/>
          </p:nvPr>
        </p:nvSpPr>
        <p:spPr>
          <a:xfrm>
            <a:off x="480000" y="1368000"/>
            <a:ext cx="4680000" cy="4716000"/>
          </a:xfrm>
          <a:custGeom>
            <a:avLst/>
            <a:gdLst>
              <a:gd name="connsiteX0" fmla="*/ 2265652 w 4532600"/>
              <a:gd name="connsiteY0" fmla="*/ 0 h 4533897"/>
              <a:gd name="connsiteX1" fmla="*/ 4532600 w 4532600"/>
              <a:gd name="connsiteY1" fmla="*/ 1121132 h 4533897"/>
              <a:gd name="connsiteX2" fmla="*/ 4532600 w 4532600"/>
              <a:gd name="connsiteY2" fmla="*/ 3412768 h 4533897"/>
              <a:gd name="connsiteX3" fmla="*/ 2265658 w 4532600"/>
              <a:gd name="connsiteY3" fmla="*/ 4533897 h 4533897"/>
              <a:gd name="connsiteX4" fmla="*/ 2265646 w 4532600"/>
              <a:gd name="connsiteY4" fmla="*/ 4533897 h 4533897"/>
              <a:gd name="connsiteX5" fmla="*/ 0 w 4532600"/>
              <a:gd name="connsiteY5" fmla="*/ 3413411 h 4533897"/>
              <a:gd name="connsiteX6" fmla="*/ 0 w 4532600"/>
              <a:gd name="connsiteY6" fmla="*/ 1120489 h 453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2600" h="4533897">
                <a:moveTo>
                  <a:pt x="2265652" y="0"/>
                </a:moveTo>
                <a:lnTo>
                  <a:pt x="4532600" y="1121132"/>
                </a:lnTo>
                <a:lnTo>
                  <a:pt x="4532600" y="3412768"/>
                </a:lnTo>
                <a:lnTo>
                  <a:pt x="2265658" y="4533897"/>
                </a:lnTo>
                <a:lnTo>
                  <a:pt x="2265646" y="4533897"/>
                </a:lnTo>
                <a:lnTo>
                  <a:pt x="0" y="3413411"/>
                </a:lnTo>
                <a:lnTo>
                  <a:pt x="0" y="1120489"/>
                </a:lnTo>
                <a:close/>
              </a:path>
            </a:pathLst>
          </a:cu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3" name="Name">
            <a:extLst>
              <a:ext uri="{FF2B5EF4-FFF2-40B4-BE49-F238E27FC236}">
                <a16:creationId xmlns:a16="http://schemas.microsoft.com/office/drawing/2014/main" id="{9353BCC9-7B86-C207-5986-7F9E07DE93E5}"/>
              </a:ext>
            </a:extLst>
          </p:cNvPr>
          <p:cNvSpPr>
            <a:spLocks noGrp="1"/>
          </p:cNvSpPr>
          <p:nvPr>
            <p:ph type="body" sz="quarter" idx="17" hasCustomPrompt="1"/>
          </p:nvPr>
        </p:nvSpPr>
        <p:spPr>
          <a:xfrm>
            <a:off x="5628000" y="2484000"/>
            <a:ext cx="6084000" cy="792000"/>
          </a:xfrm>
        </p:spPr>
        <p:txBody>
          <a:bodyPr lIns="5040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4" name="Text Placeholder 15">
            <a:extLst>
              <a:ext uri="{FF2B5EF4-FFF2-40B4-BE49-F238E27FC236}">
                <a16:creationId xmlns:a16="http://schemas.microsoft.com/office/drawing/2014/main" id="{D5E04951-CD18-66A4-AC2D-62D09BD21945}"/>
              </a:ext>
            </a:extLst>
          </p:cNvPr>
          <p:cNvSpPr>
            <a:spLocks noGrp="1"/>
          </p:cNvSpPr>
          <p:nvPr>
            <p:ph type="body" sz="quarter" idx="18"/>
          </p:nvPr>
        </p:nvSpPr>
        <p:spPr>
          <a:xfrm>
            <a:off x="5628000" y="3276000"/>
            <a:ext cx="6084000" cy="280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D4641AD1-BEC7-9894-ECF7-1E0565C7B8A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DCFFF390-317A-F2FD-B78C-D30ABC6EE40C}"/>
              </a:ext>
            </a:extLst>
          </p:cNvPr>
          <p:cNvSpPr>
            <a:spLocks noGrp="1"/>
          </p:cNvSpPr>
          <p:nvPr>
            <p:ph type="sldNum" sz="quarter" idx="19"/>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628538445"/>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iography B">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5F3D5E-C596-40A3-7C35-6C4C24C85A23}"/>
              </a:ext>
            </a:extLst>
          </p:cNvPr>
          <p:cNvSpPr>
            <a:spLocks noGrp="1"/>
          </p:cNvSpPr>
          <p:nvPr>
            <p:ph type="title"/>
          </p:nvPr>
        </p:nvSpPr>
        <p:spPr/>
        <p:txBody>
          <a:bodyPr/>
          <a:lstStyle/>
          <a:p>
            <a:r>
              <a:rPr lang="en-US"/>
              <a:t>Click to edit Master title style</a:t>
            </a:r>
          </a:p>
        </p:txBody>
      </p:sp>
      <p:sp>
        <p:nvSpPr>
          <p:cNvPr id="40" name="Name">
            <a:extLst>
              <a:ext uri="{FF2B5EF4-FFF2-40B4-BE49-F238E27FC236}">
                <a16:creationId xmlns:a16="http://schemas.microsoft.com/office/drawing/2014/main" id="{3B92114E-862E-E39F-89F3-255D469EE649}"/>
              </a:ext>
            </a:extLst>
          </p:cNvPr>
          <p:cNvSpPr>
            <a:spLocks noGrp="1"/>
          </p:cNvSpPr>
          <p:nvPr userDrawn="1">
            <p:ph type="body" sz="quarter" idx="16" hasCustomPrompt="1"/>
          </p:nvPr>
        </p:nvSpPr>
        <p:spPr>
          <a:xfrm>
            <a:off x="480000" y="1554108"/>
            <a:ext cx="4680001" cy="720000"/>
          </a:xfrm>
        </p:spPr>
        <p:txBody>
          <a:bodyPr lIns="0" tIns="0" rIns="0" bIns="0"/>
          <a:lstStyle>
            <a:lvl1pPr>
              <a:lnSpc>
                <a:spcPct val="100000"/>
              </a:lnSpc>
              <a:spcBef>
                <a:spcPts val="600"/>
              </a:spcBef>
              <a:defRPr sz="1800" b="1"/>
            </a:lvl1pPr>
            <a:lvl2pPr marL="0" indent="0">
              <a:lnSpc>
                <a:spcPct val="100000"/>
              </a:lnSpc>
              <a:spcBef>
                <a:spcPts val="600"/>
              </a:spcBef>
              <a:buFont typeface="Arial" panose="020B0604020202020204" pitchFamily="34" charset="0"/>
              <a:buChar char="​"/>
              <a:defRPr sz="1800"/>
            </a:lvl2pPr>
            <a:lvl3pPr>
              <a:spcBef>
                <a:spcPts val="600"/>
              </a:spcBef>
              <a:defRPr sz="1400"/>
            </a:lvl3pPr>
            <a:lvl4pPr>
              <a:spcBef>
                <a:spcPts val="600"/>
              </a:spcBef>
              <a:defRPr sz="1400"/>
            </a:lvl4pPr>
            <a:lvl5pPr>
              <a:spcBef>
                <a:spcPts val="600"/>
              </a:spcBef>
              <a:defRPr sz="1400"/>
            </a:lvl5pPr>
          </a:lstStyle>
          <a:p>
            <a:pPr lvl="0"/>
            <a:r>
              <a:rPr lang="en-US"/>
              <a:t>[Name]</a:t>
            </a:r>
          </a:p>
          <a:p>
            <a:pPr lvl="1"/>
            <a:r>
              <a:rPr lang="en-US"/>
              <a:t>[Job title]</a:t>
            </a:r>
          </a:p>
        </p:txBody>
      </p:sp>
      <p:sp>
        <p:nvSpPr>
          <p:cNvPr id="17" name="Picture Placeholder 16">
            <a:extLst>
              <a:ext uri="{FF2B5EF4-FFF2-40B4-BE49-F238E27FC236}">
                <a16:creationId xmlns:a16="http://schemas.microsoft.com/office/drawing/2014/main" id="{9A093464-3095-F78A-B2E2-863308B11ABC}"/>
              </a:ext>
              <a:ext uri="{C183D7F6-B498-43B3-948B-1728B52AA6E4}">
                <adec:decorative xmlns:adec="http://schemas.microsoft.com/office/drawing/2017/decorative" val="1"/>
              </a:ext>
            </a:extLst>
          </p:cNvPr>
          <p:cNvSpPr>
            <a:spLocks noGrp="1"/>
          </p:cNvSpPr>
          <p:nvPr>
            <p:ph type="pic" sz="quarter" idx="13" hasCustomPrompt="1"/>
          </p:nvPr>
        </p:nvSpPr>
        <p:spPr>
          <a:xfrm>
            <a:off x="480000" y="2274109"/>
            <a:ext cx="4680000" cy="3669490"/>
          </a:xfrm>
          <a:prstGeom prst="rect">
            <a:avLst/>
          </a:prstGeom>
          <a:solidFill>
            <a:schemeClr val="bg1">
              <a:lumMod val="95000"/>
            </a:schemeClr>
          </a:solidFill>
        </p:spPr>
        <p:txBody>
          <a:bodyPr wrap="square" lIns="63500" tIns="63500" rIns="63500" bIns="63500" anchor="ctr" anchorCtr="0">
            <a:noAutofit/>
          </a:bodyPr>
          <a:lstStyle>
            <a:lvl1pPr algn="ctr">
              <a:defRPr sz="1200"/>
            </a:lvl1pPr>
          </a:lstStyle>
          <a:p>
            <a:r>
              <a:rPr lang="en-US"/>
              <a:t>Click icon to insert an image</a:t>
            </a:r>
          </a:p>
        </p:txBody>
      </p:sp>
      <p:sp>
        <p:nvSpPr>
          <p:cNvPr id="16" name="Text Placeholder 15">
            <a:extLst>
              <a:ext uri="{FF2B5EF4-FFF2-40B4-BE49-F238E27FC236}">
                <a16:creationId xmlns:a16="http://schemas.microsoft.com/office/drawing/2014/main" id="{DBA55CB9-BA61-9A40-7BB0-B8BD345AD14B}"/>
              </a:ext>
            </a:extLst>
          </p:cNvPr>
          <p:cNvSpPr>
            <a:spLocks noGrp="1"/>
          </p:cNvSpPr>
          <p:nvPr>
            <p:ph type="body" sz="quarter" idx="17"/>
          </p:nvPr>
        </p:nvSpPr>
        <p:spPr>
          <a:xfrm>
            <a:off x="5628000" y="2268000"/>
            <a:ext cx="6083718" cy="381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393D2FF-2465-0388-466A-B8A940B94C2E}"/>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58A674A9-E3A9-C5F3-1EF2-238C23807BDA}"/>
              </a:ext>
            </a:extLst>
          </p:cNvPr>
          <p:cNvSpPr>
            <a:spLocks noGrp="1"/>
          </p:cNvSpPr>
          <p:nvPr>
            <p:ph type="sldNum" sz="quarter" idx="18"/>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1468347466"/>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80000" y="252000"/>
            <a:ext cx="11232000" cy="540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80000" y="828000"/>
            <a:ext cx="11232000" cy="288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480000" y="1342800"/>
            <a:ext cx="11232000" cy="4752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footnotes">
            <a:extLst>
              <a:ext uri="{FF2B5EF4-FFF2-40B4-BE49-F238E27FC236}">
                <a16:creationId xmlns:a16="http://schemas.microsoft.com/office/drawing/2014/main" id="{BDB8A385-34C8-3050-F4BE-AC499B846D4C}"/>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87" name="Slide Number Placeholder 86">
            <a:extLst>
              <a:ext uri="{FF2B5EF4-FFF2-40B4-BE49-F238E27FC236}">
                <a16:creationId xmlns:a16="http://schemas.microsoft.com/office/drawing/2014/main" id="{1438F23A-D695-9BF6-C082-7AE85F778F54}"/>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552552352"/>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Disclaimer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4458-A501-6A56-ADE3-C06BD8E2F9C1}"/>
              </a:ext>
            </a:extLst>
          </p:cNvPr>
          <p:cNvSpPr>
            <a:spLocks noGrp="1"/>
          </p:cNvSpPr>
          <p:nvPr>
            <p:ph type="title"/>
          </p:nvPr>
        </p:nvSpPr>
        <p:spPr>
          <a:xfrm>
            <a:off x="478800" y="251999"/>
            <a:ext cx="2556000" cy="1116000"/>
          </a:xfrm>
        </p:spPr>
        <p:txBody>
          <a:bodyPr>
            <a:noAutofit/>
          </a:bodyPr>
          <a:lstStyle>
            <a:lvl1pPr>
              <a:defRPr>
                <a:solidFill>
                  <a:srgbClr val="9B0037"/>
                </a:solidFill>
              </a:defRPr>
            </a:lvl1pPr>
          </a:lstStyle>
          <a:p>
            <a:r>
              <a:rPr lang="en-US"/>
              <a:t>Click to edit Master title style</a:t>
            </a:r>
          </a:p>
        </p:txBody>
      </p:sp>
      <p:sp>
        <p:nvSpPr>
          <p:cNvPr id="5" name="Subtitle">
            <a:extLst>
              <a:ext uri="{FF2B5EF4-FFF2-40B4-BE49-F238E27FC236}">
                <a16:creationId xmlns:a16="http://schemas.microsoft.com/office/drawing/2014/main" id="{2786EEC0-3A40-806E-576A-3B4F5D0A01B7}"/>
              </a:ext>
            </a:extLst>
          </p:cNvPr>
          <p:cNvSpPr>
            <a:spLocks noGrp="1"/>
          </p:cNvSpPr>
          <p:nvPr>
            <p:ph type="body" sz="quarter" idx="10"/>
          </p:nvPr>
        </p:nvSpPr>
        <p:spPr>
          <a:xfrm>
            <a:off x="478800" y="1414799"/>
            <a:ext cx="2556000" cy="1440000"/>
          </a:xfrm>
        </p:spPr>
        <p:txBody>
          <a:bodyPr>
            <a:noAutofit/>
          </a:bodyPr>
          <a:lstStyle/>
          <a:p>
            <a:pPr lvl="0"/>
            <a:r>
              <a:rPr lang="en-US"/>
              <a:t>Click to edit Master text styles</a:t>
            </a:r>
          </a:p>
        </p:txBody>
      </p:sp>
      <p:sp>
        <p:nvSpPr>
          <p:cNvPr id="10" name="Disclaimer">
            <a:extLst>
              <a:ext uri="{FF2B5EF4-FFF2-40B4-BE49-F238E27FC236}">
                <a16:creationId xmlns:a16="http://schemas.microsoft.com/office/drawing/2014/main" id="{059A6E4C-3658-EEFC-A4B9-7CD2D194EA49}"/>
              </a:ext>
            </a:extLst>
          </p:cNvPr>
          <p:cNvSpPr>
            <a:spLocks noGrp="1"/>
          </p:cNvSpPr>
          <p:nvPr>
            <p:ph type="body" sz="quarter" idx="11"/>
          </p:nvPr>
        </p:nvSpPr>
        <p:spPr>
          <a:xfrm>
            <a:off x="3287720" y="1414800"/>
            <a:ext cx="8424000" cy="4680000"/>
          </a:xfrm>
        </p:spPr>
        <p:txBody>
          <a:bodyPr numCol="2" spcCol="432000"/>
          <a:lstStyle>
            <a:lvl1pPr>
              <a:lnSpc>
                <a:spcPct val="100000"/>
              </a:lnSpc>
              <a:spcBef>
                <a:spcPts val="300"/>
              </a:spcBef>
              <a:spcAft>
                <a:spcPts val="300"/>
              </a:spcAft>
              <a:defRPr sz="1000"/>
            </a:lvl1pPr>
            <a:lvl2pPr>
              <a:lnSpc>
                <a:spcPct val="100000"/>
              </a:lnSpc>
              <a:spcBef>
                <a:spcPts val="300"/>
              </a:spcBef>
              <a:defRPr sz="1000"/>
            </a:lvl2pPr>
            <a:lvl3pPr>
              <a:lnSpc>
                <a:spcPct val="100000"/>
              </a:lnSpc>
              <a:defRPr sz="1000"/>
            </a:lvl3pPr>
            <a:lvl4pPr>
              <a:lnSpc>
                <a:spcPct val="100000"/>
              </a:lnSpc>
              <a:defRPr sz="1000"/>
            </a:lvl4pPr>
            <a:lvl5pPr>
              <a:lnSpc>
                <a:spcPct val="10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notes">
            <a:extLst>
              <a:ext uri="{FF2B5EF4-FFF2-40B4-BE49-F238E27FC236}">
                <a16:creationId xmlns:a16="http://schemas.microsoft.com/office/drawing/2014/main" id="{0E37FE0F-606C-33BF-51BF-F90D55C2626A}"/>
              </a:ext>
            </a:extLst>
          </p:cNvPr>
          <p:cNvSpPr>
            <a:spLocks noGrp="1"/>
          </p:cNvSpPr>
          <p:nvPr>
            <p:ph type="body" sz="quarter" idx="14" hasCustomPrompt="1"/>
          </p:nvPr>
        </p:nvSpPr>
        <p:spPr>
          <a:xfrm>
            <a:off x="3287720" y="6102000"/>
            <a:ext cx="8424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a:t>Click to edit footnote/source [this field will not be displayed when it is not filled in]</a:t>
            </a:r>
          </a:p>
        </p:txBody>
      </p:sp>
      <p:sp>
        <p:nvSpPr>
          <p:cNvPr id="4" name="Slide Number Placeholder 3">
            <a:extLst>
              <a:ext uri="{FF2B5EF4-FFF2-40B4-BE49-F238E27FC236}">
                <a16:creationId xmlns:a16="http://schemas.microsoft.com/office/drawing/2014/main" id="{E0CF7EF5-6190-8D91-7961-09F539B5CBD1}"/>
              </a:ext>
            </a:extLst>
          </p:cNvPr>
          <p:cNvSpPr>
            <a:spLocks noGrp="1"/>
          </p:cNvSpPr>
          <p:nvPr>
            <p:ph type="sldNum" sz="quarter" idx="15"/>
          </p:nvPr>
        </p:nvSpPr>
        <p:spPr/>
        <p:txBody>
          <a:bodyPr/>
          <a:lstStyle/>
          <a:p>
            <a:fld id="{1C1606C5-D483-4832-A0E9-CF578A9B5883}" type="slidenum">
              <a:rPr lang="en-US" smtClean="0"/>
              <a:pPr/>
              <a:t>‹#›</a:t>
            </a:fld>
            <a:endParaRPr lang="en-US"/>
          </a:p>
        </p:txBody>
      </p:sp>
    </p:spTree>
    <p:extLst>
      <p:ext uri="{BB962C8B-B14F-4D97-AF65-F5344CB8AC3E}">
        <p14:creationId xmlns:p14="http://schemas.microsoft.com/office/powerpoint/2010/main" val="2991624268"/>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ank you 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7DD0C67-BA4F-CECD-A33F-9D11386DD20D}"/>
              </a:ext>
            </a:extLst>
          </p:cNvPr>
          <p:cNvGraphicFramePr>
            <a:graphicFrameLocks noChangeAspect="1"/>
          </p:cNvGraphicFramePr>
          <p:nvPr userDrawn="1">
            <p:custDataLst>
              <p:tags r:id="rId1"/>
            </p:custDataLst>
            <p:extLst>
              <p:ext uri="{D42A27DB-BD31-4B8C-83A1-F6EECF244321}">
                <p14:modId xmlns:p14="http://schemas.microsoft.com/office/powerpoint/2010/main" val="4091700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9" name="think-cell data - do not delete" hidden="1">
                        <a:extLst>
                          <a:ext uri="{FF2B5EF4-FFF2-40B4-BE49-F238E27FC236}">
                            <a16:creationId xmlns:a16="http://schemas.microsoft.com/office/drawing/2014/main" id="{87DD0C67-BA4F-CECD-A33F-9D11386DD2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52000"/>
            <a:ext cx="5616000" cy="2412000"/>
          </a:xfrm>
        </p:spPr>
        <p:txBody>
          <a:bodyPr vert="horz" wrap="square" anchor="b" anchorCtr="0">
            <a:noAutofit/>
          </a:bodyPr>
          <a:lstStyle>
            <a:lvl1pPr algn="l">
              <a:lnSpc>
                <a:spcPct val="85000"/>
              </a:lnSpc>
              <a:defRPr sz="4800" kern="100" spc="-120" baseline="0"/>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44000"/>
            <a:ext cx="5616000" cy="396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7600" y="0"/>
            <a:ext cx="58644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7" name="Logo">
            <a:extLst>
              <a:ext uri="{FF2B5EF4-FFF2-40B4-BE49-F238E27FC236}">
                <a16:creationId xmlns:a16="http://schemas.microsoft.com/office/drawing/2014/main" id="{B349BFDB-4430-C905-50B7-B460D79597D1}"/>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193364960"/>
      </p:ext>
    </p:extLst>
  </p:cSld>
  <p:clrMapOvr>
    <a:masterClrMapping/>
  </p:clrMapOvr>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hank you C">
    <p:bg>
      <p:bgPr>
        <a:solidFill>
          <a:srgbClr val="1D25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78800" y="1125800"/>
            <a:ext cx="5617200" cy="2412000"/>
          </a:xfrm>
        </p:spPr>
        <p:txBody>
          <a:bodyPr wrap="square" anchor="b" anchorCtr="0">
            <a:noAutofit/>
          </a:bodyPr>
          <a:lstStyle>
            <a:lvl1pPr algn="l">
              <a:lnSpc>
                <a:spcPct val="85000"/>
              </a:lnSpc>
              <a:defRPr sz="5400" kern="100" spc="-120" baseline="0">
                <a:solidFill>
                  <a:srgbClr val="E7FF00"/>
                </a:solidFill>
              </a:defRPr>
            </a:lvl1pPr>
          </a:lstStyle>
          <a:p>
            <a:r>
              <a:rPr lang="en-US"/>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78800" y="3737142"/>
            <a:ext cx="5617200" cy="396000"/>
          </a:xfrm>
        </p:spPr>
        <p:txBody>
          <a:bodyPr anchor="t" anchorCtr="0">
            <a:noAutofit/>
          </a:bodyPr>
          <a:lstStyle>
            <a:lvl1pPr marL="0" indent="0" algn="l">
              <a:buNone/>
              <a:defRPr sz="2400" b="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22">
            <a:extLst>
              <a:ext uri="{FF2B5EF4-FFF2-40B4-BE49-F238E27FC236}">
                <a16:creationId xmlns:a16="http://schemas.microsoft.com/office/drawing/2014/main" id="{BE99B3D0-DA51-48E0-1F0B-97E9C3040635}"/>
              </a:ext>
              <a:ext uri="{C183D7F6-B498-43B3-948B-1728B52AA6E4}">
                <adec:decorative xmlns:adec="http://schemas.microsoft.com/office/drawing/2017/decorative" val="1"/>
              </a:ext>
            </a:extLst>
          </p:cNvPr>
          <p:cNvSpPr>
            <a:spLocks noGrp="1"/>
          </p:cNvSpPr>
          <p:nvPr>
            <p:ph type="pic" sz="quarter" idx="19" hasCustomPrompt="1"/>
          </p:nvPr>
        </p:nvSpPr>
        <p:spPr>
          <a:xfrm>
            <a:off x="6328800" y="0"/>
            <a:ext cx="5863200" cy="6858000"/>
          </a:xfrm>
          <a:custGeom>
            <a:avLst/>
            <a:gdLst>
              <a:gd name="connsiteX0" fmla="*/ 4206734 w 5753100"/>
              <a:gd name="connsiteY0" fmla="*/ 0 h 6858000"/>
              <a:gd name="connsiteX1" fmla="*/ 5753100 w 5753100"/>
              <a:gd name="connsiteY1" fmla="*/ 0 h 6858000"/>
              <a:gd name="connsiteX2" fmla="*/ 5753100 w 5753100"/>
              <a:gd name="connsiteY2" fmla="*/ 6858000 h 6858000"/>
              <a:gd name="connsiteX3" fmla="*/ 4206723 w 5753100"/>
              <a:gd name="connsiteY3" fmla="*/ 6858000 h 6858000"/>
              <a:gd name="connsiteX4" fmla="*/ 0 w 5753100"/>
              <a:gd name="connsiteY4" fmla="*/ 5497897 h 6858000"/>
              <a:gd name="connsiteX5" fmla="*/ 0 w 5753100"/>
              <a:gd name="connsiteY5" fmla="*/ 13601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53100" h="6858000">
                <a:moveTo>
                  <a:pt x="4206734" y="0"/>
                </a:moveTo>
                <a:lnTo>
                  <a:pt x="5753100" y="0"/>
                </a:lnTo>
                <a:lnTo>
                  <a:pt x="5753100" y="6858000"/>
                </a:lnTo>
                <a:lnTo>
                  <a:pt x="4206723" y="6858000"/>
                </a:lnTo>
                <a:lnTo>
                  <a:pt x="0" y="5497897"/>
                </a:lnTo>
                <a:lnTo>
                  <a:pt x="0" y="1360110"/>
                </a:lnTo>
                <a:close/>
              </a:path>
            </a:pathLst>
          </a:custGeom>
          <a:solidFill>
            <a:schemeClr val="bg1">
              <a:lumMod val="95000"/>
            </a:schemeClr>
          </a:solidFill>
        </p:spPr>
        <p:txBody>
          <a:bodyPr wrap="square" lIns="201600" tIns="921600" rIns="201600" bIns="201600">
            <a:noAutofit/>
          </a:bodyPr>
          <a:lstStyle>
            <a:lvl1pPr algn="ctr">
              <a:defRPr>
                <a:solidFill>
                  <a:schemeClr val="tx1"/>
                </a:solidFill>
              </a:defRPr>
            </a:lvl1pPr>
          </a:lstStyle>
          <a:p>
            <a:r>
              <a:rPr lang="en-US"/>
              <a:t>Click icon to insert an image</a:t>
            </a:r>
          </a:p>
        </p:txBody>
      </p:sp>
      <p:pic>
        <p:nvPicPr>
          <p:cNvPr id="5" name="Logo">
            <a:extLst>
              <a:ext uri="{FF2B5EF4-FFF2-40B4-BE49-F238E27FC236}">
                <a16:creationId xmlns:a16="http://schemas.microsoft.com/office/drawing/2014/main" id="{A33411DE-F963-262B-8BC7-769C6FB97C0C}"/>
              </a:ext>
            </a:extLst>
          </p:cNvPr>
          <p:cNvPicPr preferRelativeResize="0">
            <a:picLocks noChangeAspect="1"/>
          </p:cNvPicPr>
          <p:nvPr userDrawn="1"/>
        </p:nvPicPr>
        <p:blipFill>
          <a:blip r:embed="rId2">
            <a:extLst>
              <a:ext uri="{96DAC541-7B7A-43D3-8B79-37D633B846F1}">
                <asvg:svgBlip xmlns:asvg="http://schemas.microsoft.com/office/drawing/2016/SVG/main" r:embed="rId3"/>
              </a:ext>
            </a:extLst>
          </a:blip>
          <a:srcRect l="45" r="45"/>
          <a:stretch/>
        </p:blipFill>
        <p:spPr>
          <a:xfrm>
            <a:off x="-118516" y="-126587"/>
            <a:ext cx="3528043" cy="1859646"/>
          </a:xfrm>
          <a:prstGeom prst="rect">
            <a:avLst/>
          </a:prstGeom>
        </p:spPr>
      </p:pic>
    </p:spTree>
    <p:extLst>
      <p:ext uri="{BB962C8B-B14F-4D97-AF65-F5344CB8AC3E}">
        <p14:creationId xmlns:p14="http://schemas.microsoft.com/office/powerpoint/2010/main" val="864829515"/>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89AA79-FE14-E0F1-2C43-0C235E6B09B7}"/>
              </a:ext>
            </a:extLst>
          </p:cNvPr>
          <p:cNvGraphicFramePr>
            <a:graphicFrameLocks noChangeAspect="1"/>
          </p:cNvGraphicFramePr>
          <p:nvPr userDrawn="1">
            <p:custDataLst>
              <p:tags r:id="rId1"/>
            </p:custDataLst>
            <p:extLst>
              <p:ext uri="{D42A27DB-BD31-4B8C-83A1-F6EECF244321}">
                <p14:modId xmlns:p14="http://schemas.microsoft.com/office/powerpoint/2010/main" val="215509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8" name="think-cell data - do not delete" hidden="1">
                        <a:extLst>
                          <a:ext uri="{FF2B5EF4-FFF2-40B4-BE49-F238E27FC236}">
                            <a16:creationId xmlns:a16="http://schemas.microsoft.com/office/drawing/2014/main" id="{7289AA79-FE14-E0F1-2C43-0C235E6B0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4E914A8-3612-EF49-8B87-BA69D8CE222B}"/>
              </a:ext>
            </a:extLst>
          </p:cNvPr>
          <p:cNvSpPr>
            <a:spLocks noGrp="1"/>
          </p:cNvSpPr>
          <p:nvPr>
            <p:ph type="title"/>
          </p:nvPr>
        </p:nvSpPr>
        <p:spPr>
          <a:xfrm>
            <a:off x="1460499" y="-531000"/>
            <a:ext cx="10223499" cy="432000"/>
          </a:xfrm>
        </p:spPr>
        <p:txBody>
          <a:bodyPr vert="horz"/>
          <a:lstStyle>
            <a:lvl1pPr>
              <a:defRPr sz="1800"/>
            </a:lvl1pPr>
          </a:lstStyle>
          <a:p>
            <a:r>
              <a:rPr lang="en-US"/>
              <a:t>Click to edit Master title style</a:t>
            </a:r>
          </a:p>
        </p:txBody>
      </p:sp>
      <p:sp>
        <p:nvSpPr>
          <p:cNvPr id="3" name="TextBox 2">
            <a:extLst>
              <a:ext uri="{FF2B5EF4-FFF2-40B4-BE49-F238E27FC236}">
                <a16:creationId xmlns:a16="http://schemas.microsoft.com/office/drawing/2014/main" id="{89D828E5-4B10-6E6A-149E-A60A260E3C25}"/>
              </a:ext>
              <a:ext uri="{C183D7F6-B498-43B3-948B-1728B52AA6E4}">
                <adec:decorative xmlns:adec="http://schemas.microsoft.com/office/drawing/2017/decorative" val="1"/>
              </a:ext>
            </a:extLst>
          </p:cNvPr>
          <p:cNvSpPr txBox="1"/>
          <p:nvPr userDrawn="1"/>
        </p:nvSpPr>
        <p:spPr>
          <a:xfrm>
            <a:off x="0" y="-5205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pic>
        <p:nvPicPr>
          <p:cNvPr id="7" name="Graphic 6">
            <a:extLst>
              <a:ext uri="{FF2B5EF4-FFF2-40B4-BE49-F238E27FC236}">
                <a16:creationId xmlns:a16="http://schemas.microsoft.com/office/drawing/2014/main" id="{DB63DBFA-4F5A-77A5-9D39-A9890021256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3" r="13"/>
          <a:stretch/>
        </p:blipFill>
        <p:spPr>
          <a:xfrm>
            <a:off x="2314036" y="1664512"/>
            <a:ext cx="6834160" cy="3600000"/>
          </a:xfrm>
          <a:prstGeom prst="rect">
            <a:avLst/>
          </a:prstGeom>
        </p:spPr>
      </p:pic>
    </p:spTree>
    <p:extLst>
      <p:ext uri="{BB962C8B-B14F-4D97-AF65-F5344CB8AC3E}">
        <p14:creationId xmlns:p14="http://schemas.microsoft.com/office/powerpoint/2010/main" val="162658684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Hero">
    <p:bg>
      <p:bgPr>
        <a:solidFill>
          <a:srgbClr val="641EE0"/>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F5D570-8DD8-71E5-B554-E1CB849C7B9D}"/>
              </a:ext>
            </a:extLst>
          </p:cNvPr>
          <p:cNvGraphicFramePr>
            <a:graphicFrameLocks noChangeAspect="1"/>
          </p:cNvGraphicFramePr>
          <p:nvPr userDrawn="1">
            <p:custDataLst>
              <p:tags r:id="rId1"/>
            </p:custDataLst>
            <p:extLst>
              <p:ext uri="{D42A27DB-BD31-4B8C-83A1-F6EECF244321}">
                <p14:modId xmlns:p14="http://schemas.microsoft.com/office/powerpoint/2010/main" val="21606611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6" name="think-cell data - do not delete" hidden="1">
                        <a:extLst>
                          <a:ext uri="{FF2B5EF4-FFF2-40B4-BE49-F238E27FC236}">
                            <a16:creationId xmlns:a16="http://schemas.microsoft.com/office/drawing/2014/main" id="{BBF5D570-8DD8-71E5-B554-E1CB849C7B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5AD20E-4C31-750F-2A5D-70CF0B07590A}"/>
              </a:ext>
            </a:extLst>
          </p:cNvPr>
          <p:cNvSpPr>
            <a:spLocks noGrp="1"/>
          </p:cNvSpPr>
          <p:nvPr>
            <p:ph type="title"/>
          </p:nvPr>
        </p:nvSpPr>
        <p:spPr>
          <a:xfrm>
            <a:off x="1460500" y="-531000"/>
            <a:ext cx="10223498" cy="432000"/>
          </a:xfrm>
        </p:spPr>
        <p:txBody>
          <a:bodyPr vert="horz"/>
          <a:lstStyle>
            <a:lvl1pPr>
              <a:defRPr sz="1800"/>
            </a:lvl1pPr>
          </a:lstStyle>
          <a:p>
            <a:r>
              <a:rPr lang="en-US"/>
              <a:t>Click to edit Master title style</a:t>
            </a:r>
          </a:p>
        </p:txBody>
      </p:sp>
      <p:pic>
        <p:nvPicPr>
          <p:cNvPr id="5" name="Graphic 4" descr="live your best life">
            <a:extLst>
              <a:ext uri="{FF2B5EF4-FFF2-40B4-BE49-F238E27FC236}">
                <a16:creationId xmlns:a16="http://schemas.microsoft.com/office/drawing/2014/main" id="{019B7B35-4035-E245-6C5E-AD538C198CB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22000" y="945547"/>
            <a:ext cx="5148000" cy="4966906"/>
          </a:xfrm>
          <a:prstGeom prst="rect">
            <a:avLst/>
          </a:prstGeom>
        </p:spPr>
      </p:pic>
      <p:sp>
        <p:nvSpPr>
          <p:cNvPr id="3" name="TextBox 2">
            <a:extLst>
              <a:ext uri="{FF2B5EF4-FFF2-40B4-BE49-F238E27FC236}">
                <a16:creationId xmlns:a16="http://schemas.microsoft.com/office/drawing/2014/main" id="{F72C4A9A-8A65-AF85-0BBB-EC07AF233C38}"/>
              </a:ext>
              <a:ext uri="{C183D7F6-B498-43B3-948B-1728B52AA6E4}">
                <adec:decorative xmlns:adec="http://schemas.microsoft.com/office/drawing/2017/decorative" val="1"/>
              </a:ext>
            </a:extLst>
          </p:cNvPr>
          <p:cNvSpPr txBox="1"/>
          <p:nvPr userDrawn="1"/>
        </p:nvSpPr>
        <p:spPr>
          <a:xfrm>
            <a:off x="0" y="-520367"/>
            <a:ext cx="1257300" cy="432000"/>
          </a:xfrm>
          <a:prstGeom prst="rect">
            <a:avLst/>
          </a:prstGeom>
          <a:noFill/>
        </p:spPr>
        <p:txBody>
          <a:bodyPr wrap="square" lIns="0" tIns="0" rIns="0" bIns="0" rtlCol="0">
            <a:noAutofit/>
          </a:bodyPr>
          <a:lstStyle/>
          <a:p>
            <a:pPr algn="l"/>
            <a:r>
              <a:rPr lang="en-US" sz="1200" kern="100" spc="-30"/>
              <a:t>Title required for WCAG accessibilty</a:t>
            </a:r>
          </a:p>
        </p:txBody>
      </p:sp>
    </p:spTree>
    <p:extLst>
      <p:ext uri="{BB962C8B-B14F-4D97-AF65-F5344CB8AC3E}">
        <p14:creationId xmlns:p14="http://schemas.microsoft.com/office/powerpoint/2010/main" val="1117364319"/>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cSld name="Bullets with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52B7E-FDF2-4DAD-95AF-510105EFD91A}"/>
              </a:ext>
            </a:extLst>
          </p:cNvPr>
          <p:cNvSpPr>
            <a:spLocks noGrp="1"/>
          </p:cNvSpPr>
          <p:nvPr>
            <p:ph type="title" hasCustomPrompt="1"/>
          </p:nvPr>
        </p:nvSpPr>
        <p:spPr>
          <a:xfrm>
            <a:off x="579438" y="1"/>
            <a:ext cx="10515600" cy="1180618"/>
          </a:xfrm>
          <a:prstGeom prst="rect">
            <a:avLst/>
          </a:prstGeom>
        </p:spPr>
        <p:txBody>
          <a:bodyPr lIns="0" tIns="0" rIns="0" bIns="72000" anchor="b" anchorCtr="0"/>
          <a:lstStyle>
            <a:lvl1pPr>
              <a:defRPr sz="3600">
                <a:solidFill>
                  <a:schemeClr val="accent1"/>
                </a:solidFill>
              </a:defRPr>
            </a:lvl1pPr>
          </a:lstStyle>
          <a:p>
            <a:r>
              <a:rPr lang="en-US"/>
              <a:t>Click to edit </a:t>
            </a:r>
            <a:br>
              <a:rPr lang="en-US"/>
            </a:br>
            <a:r>
              <a:rPr lang="en-US"/>
              <a:t>Master title style</a:t>
            </a:r>
            <a:endParaRPr lang="nl-NL"/>
          </a:p>
        </p:txBody>
      </p:sp>
      <p:sp>
        <p:nvSpPr>
          <p:cNvPr id="4" name="Text Placeholder 3">
            <a:extLst>
              <a:ext uri="{FF2B5EF4-FFF2-40B4-BE49-F238E27FC236}">
                <a16:creationId xmlns:a16="http://schemas.microsoft.com/office/drawing/2014/main" id="{0EC16BB5-BF5C-4F7D-9AB4-6C27C4B3BEDC}"/>
              </a:ext>
            </a:extLst>
          </p:cNvPr>
          <p:cNvSpPr>
            <a:spLocks noGrp="1"/>
          </p:cNvSpPr>
          <p:nvPr>
            <p:ph type="body" sz="quarter" idx="10" hasCustomPrompt="1"/>
          </p:nvPr>
        </p:nvSpPr>
        <p:spPr>
          <a:xfrm>
            <a:off x="588818" y="6318000"/>
            <a:ext cx="8518525" cy="304800"/>
          </a:xfrm>
          <a:prstGeom prst="rect">
            <a:avLst/>
          </a:prstGeom>
        </p:spPr>
        <p:txBody>
          <a:bodyPr lIns="0"/>
          <a:lstStyle>
            <a:lvl1pPr marL="0" indent="0">
              <a:buNone/>
              <a:defRPr sz="800" i="1"/>
            </a:lvl1pPr>
            <a:lvl2pPr marL="457200" indent="0">
              <a:buNone/>
              <a:defRPr sz="800" i="1"/>
            </a:lvl2pPr>
            <a:lvl3pPr marL="914400" indent="0">
              <a:buNone/>
              <a:defRPr sz="800" i="1"/>
            </a:lvl3pPr>
            <a:lvl4pPr marL="1371600" indent="0">
              <a:buNone/>
              <a:defRPr sz="800" i="1"/>
            </a:lvl4pPr>
            <a:lvl5pPr marL="1828800" indent="0">
              <a:buNone/>
              <a:defRPr sz="800" i="1"/>
            </a:lvl5pPr>
          </a:lstStyle>
          <a:p>
            <a:pPr lvl="0"/>
            <a:r>
              <a:rPr lang="en-US"/>
              <a:t>Place footnotes in this area</a:t>
            </a:r>
          </a:p>
          <a:p>
            <a:pPr lvl="1"/>
            <a:endParaRPr lang="nl-NL"/>
          </a:p>
        </p:txBody>
      </p:sp>
      <p:sp>
        <p:nvSpPr>
          <p:cNvPr id="6" name="Text Placeholder 5">
            <a:extLst>
              <a:ext uri="{FF2B5EF4-FFF2-40B4-BE49-F238E27FC236}">
                <a16:creationId xmlns:a16="http://schemas.microsoft.com/office/drawing/2014/main" id="{D080D343-9626-4395-BD76-3B90D4250DD5}"/>
              </a:ext>
            </a:extLst>
          </p:cNvPr>
          <p:cNvSpPr>
            <a:spLocks noGrp="1"/>
          </p:cNvSpPr>
          <p:nvPr>
            <p:ph type="body" sz="quarter" idx="11" hasCustomPrompt="1"/>
          </p:nvPr>
        </p:nvSpPr>
        <p:spPr>
          <a:xfrm>
            <a:off x="579438" y="1203769"/>
            <a:ext cx="10515600" cy="462986"/>
          </a:xfrm>
          <a:prstGeom prst="rect">
            <a:avLst/>
          </a:prstGeom>
        </p:spPr>
        <p:txBody>
          <a:bodyPr lIns="0"/>
          <a:lstStyle>
            <a:lvl1pPr marL="0" indent="0">
              <a:buNone/>
              <a:defRPr sz="2000" b="1">
                <a:solidFill>
                  <a:schemeClr val="tx2"/>
                </a:solidFill>
              </a:defRPr>
            </a:lvl1pPr>
          </a:lstStyle>
          <a:p>
            <a:pPr lvl="0"/>
            <a:r>
              <a:rPr lang="en-US"/>
              <a:t>Click to edit sub title style</a:t>
            </a:r>
            <a:endParaRPr lang="nl-NL"/>
          </a:p>
        </p:txBody>
      </p:sp>
      <p:sp>
        <p:nvSpPr>
          <p:cNvPr id="7" name="Tijdelijke aanduiding voor tekst 11">
            <a:extLst>
              <a:ext uri="{FF2B5EF4-FFF2-40B4-BE49-F238E27FC236}">
                <a16:creationId xmlns:a16="http://schemas.microsoft.com/office/drawing/2014/main" id="{0CB1BB79-5D26-4BD8-A329-06E3FEBDD2E0}"/>
              </a:ext>
            </a:extLst>
          </p:cNvPr>
          <p:cNvSpPr>
            <a:spLocks noGrp="1"/>
          </p:cNvSpPr>
          <p:nvPr>
            <p:ph type="body" sz="quarter" idx="13" hasCustomPrompt="1"/>
          </p:nvPr>
        </p:nvSpPr>
        <p:spPr>
          <a:xfrm>
            <a:off x="579438" y="1944546"/>
            <a:ext cx="10531475" cy="4120588"/>
          </a:xfrm>
          <a:prstGeom prst="rect">
            <a:avLst/>
          </a:prstGeom>
        </p:spPr>
        <p:txBody>
          <a:bodyPr lIns="0" tIns="0" rIns="0" bIns="0"/>
          <a:lstStyle>
            <a:lvl1pPr marL="266700" indent="-266700">
              <a:buClr>
                <a:schemeClr val="accent1"/>
              </a:buClr>
              <a:defRPr sz="2000">
                <a:solidFill>
                  <a:schemeClr val="tx1"/>
                </a:solidFill>
              </a:defRPr>
            </a:lvl1pPr>
            <a:lvl2pPr marL="625475" indent="-266700">
              <a:buClr>
                <a:schemeClr val="accent1"/>
              </a:buClr>
              <a:buFont typeface="Calibri" panose="020F0502020204030204" pitchFamily="34" charset="0"/>
              <a:buChar char="-"/>
              <a:defRPr sz="1800">
                <a:solidFill>
                  <a:schemeClr val="tx1">
                    <a:lumMod val="50000"/>
                    <a:lumOff val="50000"/>
                  </a:schemeClr>
                </a:solidFill>
              </a:defRPr>
            </a:lvl2pPr>
            <a:lvl3pPr marL="890588" indent="-265113">
              <a:buClr>
                <a:schemeClr val="accent1"/>
              </a:buClr>
              <a:buFont typeface="Wingdings" panose="05000000000000000000" pitchFamily="2" charset="2"/>
              <a:buChar char="§"/>
              <a:defRPr sz="1600">
                <a:solidFill>
                  <a:schemeClr val="tx1"/>
                </a:solidFill>
              </a:defRPr>
            </a:lvl3pPr>
          </a:lstStyle>
          <a:p>
            <a:pPr lvl="0"/>
            <a:r>
              <a:rPr lang="nl-NL"/>
              <a:t>Edit text</a:t>
            </a:r>
          </a:p>
          <a:p>
            <a:pPr lvl="1"/>
            <a:r>
              <a:rPr lang="nl-NL"/>
              <a:t>Second level</a:t>
            </a:r>
          </a:p>
          <a:p>
            <a:pPr lvl="2"/>
            <a:r>
              <a:rPr lang="nl-NL"/>
              <a:t>Third level</a:t>
            </a:r>
          </a:p>
        </p:txBody>
      </p:sp>
    </p:spTree>
    <p:extLst>
      <p:ext uri="{BB962C8B-B14F-4D97-AF65-F5344CB8AC3E}">
        <p14:creationId xmlns:p14="http://schemas.microsoft.com/office/powerpoint/2010/main" val="398447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999">
          <p15:clr>
            <a:srgbClr val="FBAE40"/>
          </p15:clr>
        </p15:guide>
        <p15:guide id="2" orient="horz" pos="32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6/30/2025</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6553866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
  <p:cSld name="5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45"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409"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endParaRPr kumimoji="0" sz="1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1D8BD707-D9CF-40AE-B4C6-C98DA3205C09}" type="datetimeFigureOut">
              <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l"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6/30/2025</a:t>
            </a:fld>
            <a:endParaRPr kumimoji="0" lang="en-US"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fld id="{B6F15528-21DE-4FAA-801E-634DDDAF4B2B}" type="slidenum">
              <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rPr>
              <a:pPr marL="0" marR="0" lvl="0" indent="0" algn="r" defTabSz="914400" rtl="0" eaLnBrk="1" fontAlgn="auto" latinLnBrk="0" hangingPunct="1">
                <a:lnSpc>
                  <a:spcPct val="95000"/>
                </a:lnSpc>
                <a:spcBef>
                  <a:spcPts val="600"/>
                </a:spcBef>
                <a:spcAft>
                  <a:spcPts val="0"/>
                </a:spcAft>
                <a:buClr>
                  <a:srgbClr val="281805"/>
                </a:buClr>
                <a:buSzTx/>
                <a:buFont typeface="Arial" panose="020B0604020202020204" pitchFamily="34" charset="0"/>
                <a:buChar char="​"/>
                <a:tabLst/>
                <a:defRPr/>
              </a:pPr>
              <a:t>‹#›</a:t>
            </a:fld>
            <a:endParaRPr kumimoji="0" sz="800" b="0" i="0" u="none" strike="noStrike" kern="100" cap="none" spc="-30" normalizeH="0" baseline="0" noProof="0">
              <a:ln>
                <a:noFill/>
              </a:ln>
              <a:solidFill>
                <a:srgbClr val="000000">
                  <a:tint val="7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515163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sp>
        <p:nvSpPr>
          <p:cNvPr id="12" name="Tijdelijke aanduiding voor tekst 11"/>
          <p:cNvSpPr>
            <a:spLocks noGrp="1"/>
          </p:cNvSpPr>
          <p:nvPr>
            <p:ph type="body" sz="quarter" idx="13" hasCustomPrompt="1"/>
          </p:nvPr>
        </p:nvSpPr>
        <p:spPr>
          <a:xfrm>
            <a:off x="447357" y="1773238"/>
            <a:ext cx="10952481" cy="4068762"/>
          </a:xfrm>
          <a:prstGeom prst="rect">
            <a:avLst/>
          </a:prstGeom>
        </p:spPr>
        <p:txBody>
          <a:bodyPr/>
          <a:lstStyle>
            <a:lvl1pPr>
              <a:buClr>
                <a:schemeClr val="accent1"/>
              </a:buClr>
              <a:defRPr sz="2400">
                <a:solidFill>
                  <a:schemeClr val="tx1"/>
                </a:solidFill>
              </a:defRPr>
            </a:lvl1pPr>
            <a:lvl2pPr marL="685800" indent="-228600">
              <a:buClr>
                <a:schemeClr val="accent1"/>
              </a:buClr>
              <a:buFont typeface="Calibri" panose="020F0502020204030204" pitchFamily="34" charset="0"/>
              <a:buChar char="-"/>
              <a:defRPr sz="2000">
                <a:solidFill>
                  <a:schemeClr val="tx1">
                    <a:lumMod val="50000"/>
                    <a:lumOff val="50000"/>
                  </a:schemeClr>
                </a:solidFill>
              </a:defRPr>
            </a:lvl2pPr>
            <a:lvl3pPr marL="1143000" indent="-228600">
              <a:buClr>
                <a:schemeClr val="accent1"/>
              </a:buClr>
              <a:buFont typeface="Wingdings" panose="05000000000000000000" pitchFamily="2" charset="2"/>
              <a:buChar char="§"/>
              <a:defRPr sz="1800" baseline="0">
                <a:solidFill>
                  <a:schemeClr val="tx1"/>
                </a:solidFill>
              </a:defRPr>
            </a:lvl3pPr>
          </a:lstStyle>
          <a:p>
            <a:pPr lvl="0"/>
            <a:r>
              <a:rPr lang="nl-NL"/>
              <a:t>Pas de tekst aan</a:t>
            </a:r>
          </a:p>
          <a:p>
            <a:pPr lvl="1"/>
            <a:r>
              <a:rPr lang="nl-NL"/>
              <a:t>Tweede niveau</a:t>
            </a:r>
          </a:p>
          <a:p>
            <a:pPr lvl="2"/>
            <a:r>
              <a:rPr lang="nl-NL"/>
              <a:t>Derde niveau</a:t>
            </a:r>
          </a:p>
        </p:txBody>
      </p:sp>
      <p:sp>
        <p:nvSpPr>
          <p:cNvPr id="9" name="Text Placeholder 4"/>
          <p:cNvSpPr>
            <a:spLocks noGrp="1"/>
          </p:cNvSpPr>
          <p:nvPr>
            <p:ph type="body" sz="quarter" idx="15" hasCustomPrompt="1"/>
          </p:nvPr>
        </p:nvSpPr>
        <p:spPr>
          <a:xfrm>
            <a:off x="8199438" y="106363"/>
            <a:ext cx="3176587" cy="290512"/>
          </a:xfrm>
          <a:prstGeom prst="rect">
            <a:avLst/>
          </a:prstGeom>
        </p:spPr>
        <p:txBody>
          <a:bodyPr anchor="ctr" anchorCtr="0"/>
          <a:lstStyle>
            <a:lvl1pPr marL="0" indent="0">
              <a:buNone/>
              <a:defRPr sz="1200" b="1" i="0" baseline="0">
                <a:solidFill>
                  <a:schemeClr val="bg1"/>
                </a:solidFill>
                <a:latin typeface="Arial" charset="0"/>
                <a:ea typeface="Arial" charset="0"/>
                <a:cs typeface="Arial" charset="0"/>
              </a:defRPr>
            </a:lvl1pPr>
            <a:lvl2pPr marL="457200" indent="0">
              <a:buNone/>
              <a:defRPr sz="1000">
                <a:solidFill>
                  <a:schemeClr val="bg1"/>
                </a:solidFill>
              </a:defRPr>
            </a:lvl2pPr>
            <a:lvl3pPr marL="914400" indent="0">
              <a:buNone/>
              <a:defRPr sz="1000">
                <a:solidFill>
                  <a:schemeClr val="bg1"/>
                </a:solidFill>
              </a:defRPr>
            </a:lvl3pPr>
            <a:lvl4pPr marL="1371600" indent="0">
              <a:buNone/>
              <a:defRPr sz="1000">
                <a:solidFill>
                  <a:schemeClr val="bg1"/>
                </a:solidFill>
              </a:defRPr>
            </a:lvl4pPr>
            <a:lvl5pPr marL="1828800" indent="0">
              <a:buNone/>
              <a:defRPr sz="1000">
                <a:solidFill>
                  <a:schemeClr val="bg1"/>
                </a:solidFill>
              </a:defRPr>
            </a:lvl5pPr>
          </a:lstStyle>
          <a:p>
            <a:pPr lvl="0"/>
            <a:r>
              <a:rPr lang="en-US" err="1"/>
              <a:t>Vul</a:t>
            </a:r>
            <a:r>
              <a:rPr lang="en-US"/>
              <a:t> </a:t>
            </a:r>
            <a:r>
              <a:rPr lang="en-US" err="1"/>
              <a:t>hier</a:t>
            </a:r>
            <a:r>
              <a:rPr lang="en-US"/>
              <a:t> </a:t>
            </a:r>
            <a:r>
              <a:rPr lang="en-US" err="1"/>
              <a:t>hoofdstuk</a:t>
            </a:r>
            <a:r>
              <a:rPr lang="en-US"/>
              <a:t>- of </a:t>
            </a:r>
            <a:r>
              <a:rPr lang="en-US" err="1"/>
              <a:t>presentatietitel</a:t>
            </a:r>
            <a:r>
              <a:rPr lang="en-US"/>
              <a:t> in</a:t>
            </a:r>
          </a:p>
        </p:txBody>
      </p:sp>
      <p:sp>
        <p:nvSpPr>
          <p:cNvPr id="10" name="Tijdelijke aanduiding voor tekst 3"/>
          <p:cNvSpPr>
            <a:spLocks noGrp="1"/>
          </p:cNvSpPr>
          <p:nvPr>
            <p:ph type="body" sz="quarter" idx="10" hasCustomPrompt="1"/>
          </p:nvPr>
        </p:nvSpPr>
        <p:spPr>
          <a:xfrm>
            <a:off x="437832" y="914559"/>
            <a:ext cx="10952481" cy="335597"/>
          </a:xfrm>
          <a:prstGeom prst="rect">
            <a:avLst/>
          </a:prstGeom>
        </p:spPr>
        <p:txBody>
          <a:bodyPr/>
          <a:lstStyle>
            <a:lvl1pPr marL="0" indent="0">
              <a:buNone/>
              <a:defRPr sz="2400" b="1">
                <a:solidFill>
                  <a:schemeClr val="tx2"/>
                </a:solidFill>
              </a:defRPr>
            </a:lvl1pPr>
            <a:lvl2pPr marL="457200" indent="0">
              <a:buNone/>
              <a:defRPr sz="2000" b="1">
                <a:solidFill>
                  <a:schemeClr val="accent1"/>
                </a:solidFill>
              </a:defRPr>
            </a:lvl2pPr>
            <a:lvl3pPr marL="914400" indent="0">
              <a:buNone/>
              <a:defRPr sz="1800" b="1">
                <a:solidFill>
                  <a:schemeClr val="accent1"/>
                </a:solidFill>
              </a:defRPr>
            </a:lvl3pPr>
            <a:lvl4pPr marL="1371600" indent="0">
              <a:buNone/>
              <a:defRPr sz="1600" b="1">
                <a:solidFill>
                  <a:schemeClr val="accent1"/>
                </a:solidFill>
              </a:defRPr>
            </a:lvl4pPr>
            <a:lvl5pPr marL="1828800" indent="0">
              <a:buNone/>
              <a:defRPr sz="1600" b="1">
                <a:solidFill>
                  <a:schemeClr val="accent1"/>
                </a:solidFill>
              </a:defRPr>
            </a:lvl5pPr>
          </a:lstStyle>
          <a:p>
            <a:pPr lvl="0"/>
            <a:r>
              <a:rPr lang="nl-NL"/>
              <a:t>Pas de subtitel aan</a:t>
            </a:r>
          </a:p>
        </p:txBody>
      </p:sp>
      <p:sp>
        <p:nvSpPr>
          <p:cNvPr id="11" name="Titel 1"/>
          <p:cNvSpPr>
            <a:spLocks noGrp="1"/>
          </p:cNvSpPr>
          <p:nvPr>
            <p:ph type="title" hasCustomPrompt="1"/>
          </p:nvPr>
        </p:nvSpPr>
        <p:spPr>
          <a:xfrm>
            <a:off x="428307" y="-3810"/>
            <a:ext cx="7706043" cy="921265"/>
          </a:xfrm>
          <a:prstGeom prst="rect">
            <a:avLst/>
          </a:prstGeom>
        </p:spPr>
        <p:txBody>
          <a:bodyPr anchor="b" anchorCtr="0"/>
          <a:lstStyle>
            <a:lvl1pPr>
              <a:lnSpc>
                <a:spcPct val="100000"/>
              </a:lnSpc>
              <a:defRPr sz="3200" baseline="0">
                <a:solidFill>
                  <a:schemeClr val="accent1"/>
                </a:solidFill>
              </a:defRPr>
            </a:lvl1pPr>
          </a:lstStyle>
          <a:p>
            <a:r>
              <a:rPr lang="nl-NL"/>
              <a:t>Pas de kop aan</a:t>
            </a:r>
            <a:endParaRPr lang="en-US"/>
          </a:p>
        </p:txBody>
      </p:sp>
      <p:sp>
        <p:nvSpPr>
          <p:cNvPr id="13" name="Tijdelijke aanduiding voor tekst 6"/>
          <p:cNvSpPr>
            <a:spLocks noGrp="1"/>
          </p:cNvSpPr>
          <p:nvPr>
            <p:ph type="body" sz="quarter" idx="14" hasCustomPrompt="1"/>
          </p:nvPr>
        </p:nvSpPr>
        <p:spPr>
          <a:xfrm>
            <a:off x="447675" y="6320490"/>
            <a:ext cx="7992000" cy="160338"/>
          </a:xfrm>
          <a:prstGeom prst="rect">
            <a:avLst/>
          </a:prstGeom>
        </p:spPr>
        <p:txBody>
          <a:bodyPr/>
          <a:lstStyle>
            <a:lvl1pPr marL="0" indent="0">
              <a:buNone/>
              <a:defRPr sz="1000" i="1"/>
            </a:lvl1pPr>
          </a:lstStyle>
          <a:p>
            <a:pPr lvl="0"/>
            <a:r>
              <a:rPr lang="nl-NL"/>
              <a:t>Plaats voetnoten…</a:t>
            </a:r>
          </a:p>
        </p:txBody>
      </p:sp>
    </p:spTree>
    <p:extLst>
      <p:ext uri="{BB962C8B-B14F-4D97-AF65-F5344CB8AC3E}">
        <p14:creationId xmlns:p14="http://schemas.microsoft.com/office/powerpoint/2010/main" val="3128806532"/>
      </p:ext>
    </p:extLst>
  </p:cSld>
  <p:clrMapOvr>
    <a:masterClrMapping/>
  </p:clrMapOvr>
  <p:transition>
    <p:fade/>
  </p:transition>
  <p:extLst>
    <p:ext uri="{DCECCB84-F9BA-43D5-87BE-67443E8EF086}">
      <p15:sldGuideLst xmlns:p15="http://schemas.microsoft.com/office/powerpoint/2012/main">
        <p15:guide id="1" orient="horz" pos="935">
          <p15:clr>
            <a:srgbClr val="FBAE40"/>
          </p15:clr>
        </p15:guide>
        <p15:guide id="2" orient="horz" pos="3680">
          <p15:clr>
            <a:srgbClr val="FBAE40"/>
          </p15:clr>
        </p15:guide>
        <p15:guide id="3" orient="horz" pos="111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slideLayout" Target="../slideLayouts/slideLayout84.xml"/><Relationship Id="rId89" Type="http://schemas.openxmlformats.org/officeDocument/2006/relationships/tags" Target="../tags/tag2.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oleObject" Target="../embeddings/oleObject1.bin"/><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3.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heme" Target="../theme/theme1.xml"/><Relationship Id="rId9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13.xml"/><Relationship Id="rId21" Type="http://schemas.openxmlformats.org/officeDocument/2006/relationships/slideLayout" Target="../slideLayouts/slideLayout108.xml"/><Relationship Id="rId34" Type="http://schemas.openxmlformats.org/officeDocument/2006/relationships/slideLayout" Target="../slideLayouts/slideLayout121.xml"/><Relationship Id="rId42" Type="http://schemas.openxmlformats.org/officeDocument/2006/relationships/slideLayout" Target="../slideLayouts/slideLayout129.xml"/><Relationship Id="rId47" Type="http://schemas.openxmlformats.org/officeDocument/2006/relationships/slideLayout" Target="../slideLayouts/slideLayout134.xml"/><Relationship Id="rId50" Type="http://schemas.openxmlformats.org/officeDocument/2006/relationships/slideLayout" Target="../slideLayouts/slideLayout137.xml"/><Relationship Id="rId55" Type="http://schemas.openxmlformats.org/officeDocument/2006/relationships/slideLayout" Target="../slideLayouts/slideLayout142.xml"/><Relationship Id="rId63" Type="http://schemas.openxmlformats.org/officeDocument/2006/relationships/slideLayout" Target="../slideLayouts/slideLayout150.xml"/><Relationship Id="rId68" Type="http://schemas.openxmlformats.org/officeDocument/2006/relationships/slideLayout" Target="../slideLayouts/slideLayout155.xml"/><Relationship Id="rId76" Type="http://schemas.openxmlformats.org/officeDocument/2006/relationships/slideLayout" Target="../slideLayouts/slideLayout163.xml"/><Relationship Id="rId84" Type="http://schemas.openxmlformats.org/officeDocument/2006/relationships/slideLayout" Target="../slideLayouts/slideLayout171.xml"/><Relationship Id="rId89" Type="http://schemas.openxmlformats.org/officeDocument/2006/relationships/slideLayout" Target="../slideLayouts/slideLayout176.xml"/><Relationship Id="rId97" Type="http://schemas.openxmlformats.org/officeDocument/2006/relationships/image" Target="../media/image17.svg"/><Relationship Id="rId7" Type="http://schemas.openxmlformats.org/officeDocument/2006/relationships/slideLayout" Target="../slideLayouts/slideLayout94.xml"/><Relationship Id="rId71" Type="http://schemas.openxmlformats.org/officeDocument/2006/relationships/slideLayout" Target="../slideLayouts/slideLayout158.xml"/><Relationship Id="rId92" Type="http://schemas.openxmlformats.org/officeDocument/2006/relationships/theme" Target="../theme/theme2.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9" Type="http://schemas.openxmlformats.org/officeDocument/2006/relationships/slideLayout" Target="../slideLayouts/slideLayout116.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32" Type="http://schemas.openxmlformats.org/officeDocument/2006/relationships/slideLayout" Target="../slideLayouts/slideLayout119.xml"/><Relationship Id="rId37" Type="http://schemas.openxmlformats.org/officeDocument/2006/relationships/slideLayout" Target="../slideLayouts/slideLayout124.xml"/><Relationship Id="rId40" Type="http://schemas.openxmlformats.org/officeDocument/2006/relationships/slideLayout" Target="../slideLayouts/slideLayout127.xml"/><Relationship Id="rId45" Type="http://schemas.openxmlformats.org/officeDocument/2006/relationships/slideLayout" Target="../slideLayouts/slideLayout132.xml"/><Relationship Id="rId53" Type="http://schemas.openxmlformats.org/officeDocument/2006/relationships/slideLayout" Target="../slideLayouts/slideLayout140.xml"/><Relationship Id="rId58" Type="http://schemas.openxmlformats.org/officeDocument/2006/relationships/slideLayout" Target="../slideLayouts/slideLayout145.xml"/><Relationship Id="rId66" Type="http://schemas.openxmlformats.org/officeDocument/2006/relationships/slideLayout" Target="../slideLayouts/slideLayout153.xml"/><Relationship Id="rId74" Type="http://schemas.openxmlformats.org/officeDocument/2006/relationships/slideLayout" Target="../slideLayouts/slideLayout161.xml"/><Relationship Id="rId79" Type="http://schemas.openxmlformats.org/officeDocument/2006/relationships/slideLayout" Target="../slideLayouts/slideLayout166.xml"/><Relationship Id="rId87" Type="http://schemas.openxmlformats.org/officeDocument/2006/relationships/slideLayout" Target="../slideLayouts/slideLayout174.xml"/><Relationship Id="rId5" Type="http://schemas.openxmlformats.org/officeDocument/2006/relationships/slideLayout" Target="../slideLayouts/slideLayout92.xml"/><Relationship Id="rId61" Type="http://schemas.openxmlformats.org/officeDocument/2006/relationships/slideLayout" Target="../slideLayouts/slideLayout148.xml"/><Relationship Id="rId82" Type="http://schemas.openxmlformats.org/officeDocument/2006/relationships/slideLayout" Target="../slideLayouts/slideLayout169.xml"/><Relationship Id="rId90" Type="http://schemas.openxmlformats.org/officeDocument/2006/relationships/slideLayout" Target="../slideLayouts/slideLayout177.xml"/><Relationship Id="rId95" Type="http://schemas.openxmlformats.org/officeDocument/2006/relationships/image" Target="../media/image1.emf"/><Relationship Id="rId19" Type="http://schemas.openxmlformats.org/officeDocument/2006/relationships/slideLayout" Target="../slideLayouts/slideLayout106.xml"/><Relationship Id="rId14" Type="http://schemas.openxmlformats.org/officeDocument/2006/relationships/slideLayout" Target="../slideLayouts/slideLayout101.xml"/><Relationship Id="rId22" Type="http://schemas.openxmlformats.org/officeDocument/2006/relationships/slideLayout" Target="../slideLayouts/slideLayout109.xml"/><Relationship Id="rId27" Type="http://schemas.openxmlformats.org/officeDocument/2006/relationships/slideLayout" Target="../slideLayouts/slideLayout114.xml"/><Relationship Id="rId30" Type="http://schemas.openxmlformats.org/officeDocument/2006/relationships/slideLayout" Target="../slideLayouts/slideLayout117.xml"/><Relationship Id="rId35" Type="http://schemas.openxmlformats.org/officeDocument/2006/relationships/slideLayout" Target="../slideLayouts/slideLayout122.xml"/><Relationship Id="rId43" Type="http://schemas.openxmlformats.org/officeDocument/2006/relationships/slideLayout" Target="../slideLayouts/slideLayout130.xml"/><Relationship Id="rId48" Type="http://schemas.openxmlformats.org/officeDocument/2006/relationships/slideLayout" Target="../slideLayouts/slideLayout135.xml"/><Relationship Id="rId56" Type="http://schemas.openxmlformats.org/officeDocument/2006/relationships/slideLayout" Target="../slideLayouts/slideLayout143.xml"/><Relationship Id="rId64" Type="http://schemas.openxmlformats.org/officeDocument/2006/relationships/slideLayout" Target="../slideLayouts/slideLayout151.xml"/><Relationship Id="rId69" Type="http://schemas.openxmlformats.org/officeDocument/2006/relationships/slideLayout" Target="../slideLayouts/slideLayout156.xml"/><Relationship Id="rId77" Type="http://schemas.openxmlformats.org/officeDocument/2006/relationships/slideLayout" Target="../slideLayouts/slideLayout164.xml"/><Relationship Id="rId8" Type="http://schemas.openxmlformats.org/officeDocument/2006/relationships/slideLayout" Target="../slideLayouts/slideLayout95.xml"/><Relationship Id="rId51" Type="http://schemas.openxmlformats.org/officeDocument/2006/relationships/slideLayout" Target="../slideLayouts/slideLayout138.xml"/><Relationship Id="rId72" Type="http://schemas.openxmlformats.org/officeDocument/2006/relationships/slideLayout" Target="../slideLayouts/slideLayout159.xml"/><Relationship Id="rId80" Type="http://schemas.openxmlformats.org/officeDocument/2006/relationships/slideLayout" Target="../slideLayouts/slideLayout167.xml"/><Relationship Id="rId85" Type="http://schemas.openxmlformats.org/officeDocument/2006/relationships/slideLayout" Target="../slideLayouts/slideLayout172.xml"/><Relationship Id="rId93" Type="http://schemas.openxmlformats.org/officeDocument/2006/relationships/tags" Target="../tags/tag31.xml"/><Relationship Id="rId3" Type="http://schemas.openxmlformats.org/officeDocument/2006/relationships/slideLayout" Target="../slideLayouts/slideLayout90.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slideLayout" Target="../slideLayouts/slideLayout112.xml"/><Relationship Id="rId33" Type="http://schemas.openxmlformats.org/officeDocument/2006/relationships/slideLayout" Target="../slideLayouts/slideLayout120.xml"/><Relationship Id="rId38" Type="http://schemas.openxmlformats.org/officeDocument/2006/relationships/slideLayout" Target="../slideLayouts/slideLayout125.xml"/><Relationship Id="rId46" Type="http://schemas.openxmlformats.org/officeDocument/2006/relationships/slideLayout" Target="../slideLayouts/slideLayout133.xml"/><Relationship Id="rId59" Type="http://schemas.openxmlformats.org/officeDocument/2006/relationships/slideLayout" Target="../slideLayouts/slideLayout146.xml"/><Relationship Id="rId67" Type="http://schemas.openxmlformats.org/officeDocument/2006/relationships/slideLayout" Target="../slideLayouts/slideLayout154.xml"/><Relationship Id="rId20" Type="http://schemas.openxmlformats.org/officeDocument/2006/relationships/slideLayout" Target="../slideLayouts/slideLayout107.xml"/><Relationship Id="rId41" Type="http://schemas.openxmlformats.org/officeDocument/2006/relationships/slideLayout" Target="../slideLayouts/slideLayout128.xml"/><Relationship Id="rId54" Type="http://schemas.openxmlformats.org/officeDocument/2006/relationships/slideLayout" Target="../slideLayouts/slideLayout141.xml"/><Relationship Id="rId62" Type="http://schemas.openxmlformats.org/officeDocument/2006/relationships/slideLayout" Target="../slideLayouts/slideLayout149.xml"/><Relationship Id="rId70" Type="http://schemas.openxmlformats.org/officeDocument/2006/relationships/slideLayout" Target="../slideLayouts/slideLayout157.xml"/><Relationship Id="rId75" Type="http://schemas.openxmlformats.org/officeDocument/2006/relationships/slideLayout" Target="../slideLayouts/slideLayout162.xml"/><Relationship Id="rId83" Type="http://schemas.openxmlformats.org/officeDocument/2006/relationships/slideLayout" Target="../slideLayouts/slideLayout170.xml"/><Relationship Id="rId88" Type="http://schemas.openxmlformats.org/officeDocument/2006/relationships/slideLayout" Target="../slideLayouts/slideLayout175.xml"/><Relationship Id="rId91" Type="http://schemas.openxmlformats.org/officeDocument/2006/relationships/slideLayout" Target="../slideLayouts/slideLayout178.xml"/><Relationship Id="rId96" Type="http://schemas.openxmlformats.org/officeDocument/2006/relationships/image" Target="../media/image2.png"/><Relationship Id="rId1" Type="http://schemas.openxmlformats.org/officeDocument/2006/relationships/slideLayout" Target="../slideLayouts/slideLayout88.xml"/><Relationship Id="rId6" Type="http://schemas.openxmlformats.org/officeDocument/2006/relationships/slideLayout" Target="../slideLayouts/slideLayout93.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28" Type="http://schemas.openxmlformats.org/officeDocument/2006/relationships/slideLayout" Target="../slideLayouts/slideLayout115.xml"/><Relationship Id="rId36" Type="http://schemas.openxmlformats.org/officeDocument/2006/relationships/slideLayout" Target="../slideLayouts/slideLayout123.xml"/><Relationship Id="rId49" Type="http://schemas.openxmlformats.org/officeDocument/2006/relationships/slideLayout" Target="../slideLayouts/slideLayout136.xml"/><Relationship Id="rId57" Type="http://schemas.openxmlformats.org/officeDocument/2006/relationships/slideLayout" Target="../slideLayouts/slideLayout144.xml"/><Relationship Id="rId10" Type="http://schemas.openxmlformats.org/officeDocument/2006/relationships/slideLayout" Target="../slideLayouts/slideLayout97.xml"/><Relationship Id="rId31" Type="http://schemas.openxmlformats.org/officeDocument/2006/relationships/slideLayout" Target="../slideLayouts/slideLayout118.xml"/><Relationship Id="rId44" Type="http://schemas.openxmlformats.org/officeDocument/2006/relationships/slideLayout" Target="../slideLayouts/slideLayout131.xml"/><Relationship Id="rId52" Type="http://schemas.openxmlformats.org/officeDocument/2006/relationships/slideLayout" Target="../slideLayouts/slideLayout139.xml"/><Relationship Id="rId60" Type="http://schemas.openxmlformats.org/officeDocument/2006/relationships/slideLayout" Target="../slideLayouts/slideLayout147.xml"/><Relationship Id="rId65" Type="http://schemas.openxmlformats.org/officeDocument/2006/relationships/slideLayout" Target="../slideLayouts/slideLayout152.xml"/><Relationship Id="rId73" Type="http://schemas.openxmlformats.org/officeDocument/2006/relationships/slideLayout" Target="../slideLayouts/slideLayout160.xml"/><Relationship Id="rId78" Type="http://schemas.openxmlformats.org/officeDocument/2006/relationships/slideLayout" Target="../slideLayouts/slideLayout165.xml"/><Relationship Id="rId81" Type="http://schemas.openxmlformats.org/officeDocument/2006/relationships/slideLayout" Target="../slideLayouts/slideLayout168.xml"/><Relationship Id="rId86" Type="http://schemas.openxmlformats.org/officeDocument/2006/relationships/slideLayout" Target="../slideLayouts/slideLayout173.xml"/><Relationship Id="rId94" Type="http://schemas.openxmlformats.org/officeDocument/2006/relationships/oleObject" Target="../embeddings/oleObject1.bin"/><Relationship Id="rId4" Type="http://schemas.openxmlformats.org/officeDocument/2006/relationships/slideLayout" Target="../slideLayouts/slideLayout91.xml"/><Relationship Id="rId9" Type="http://schemas.openxmlformats.org/officeDocument/2006/relationships/slideLayout" Target="../slideLayouts/slideLayout96.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39"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89"/>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0" imgW="306" imgH="306" progId="TCLayout.ActiveDocument.1">
                  <p:embed/>
                </p:oleObj>
              </mc:Choice>
              <mc:Fallback>
                <p:oleObj name="think-cell Slide" r:id="rId90"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1"/>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30 June 2025</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2">
            <a:extLst>
              <a:ext uri="{96DAC541-7B7A-43D3-8B79-37D633B846F1}">
                <asvg:svgBlip xmlns:asvg="http://schemas.microsoft.com/office/drawing/2016/SVG/main" r:embed="rId93"/>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3164416552"/>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 id="2147483804" r:id="rId41"/>
    <p:sldLayoutId id="2147483805" r:id="rId42"/>
    <p:sldLayoutId id="2147483806" r:id="rId43"/>
    <p:sldLayoutId id="2147483807" r:id="rId44"/>
    <p:sldLayoutId id="2147483808" r:id="rId45"/>
    <p:sldLayoutId id="2147483809" r:id="rId46"/>
    <p:sldLayoutId id="2147483810" r:id="rId47"/>
    <p:sldLayoutId id="2147483811" r:id="rId48"/>
    <p:sldLayoutId id="2147483812" r:id="rId49"/>
    <p:sldLayoutId id="2147483813" r:id="rId50"/>
    <p:sldLayoutId id="2147483814" r:id="rId51"/>
    <p:sldLayoutId id="2147483815" r:id="rId52"/>
    <p:sldLayoutId id="2147483816" r:id="rId53"/>
    <p:sldLayoutId id="2147483817" r:id="rId54"/>
    <p:sldLayoutId id="2147483818" r:id="rId55"/>
    <p:sldLayoutId id="2147483819" r:id="rId56"/>
    <p:sldLayoutId id="2147483820" r:id="rId57"/>
    <p:sldLayoutId id="2147483821" r:id="rId58"/>
    <p:sldLayoutId id="2147483822" r:id="rId59"/>
    <p:sldLayoutId id="2147483823" r:id="rId60"/>
    <p:sldLayoutId id="2147483824" r:id="rId61"/>
    <p:sldLayoutId id="2147483825" r:id="rId62"/>
    <p:sldLayoutId id="2147483826" r:id="rId63"/>
    <p:sldLayoutId id="2147483827" r:id="rId64"/>
    <p:sldLayoutId id="2147483828" r:id="rId65"/>
    <p:sldLayoutId id="2147483829" r:id="rId66"/>
    <p:sldLayoutId id="2147483830" r:id="rId67"/>
    <p:sldLayoutId id="2147483831" r:id="rId68"/>
    <p:sldLayoutId id="2147483832" r:id="rId69"/>
    <p:sldLayoutId id="2147483833" r:id="rId70"/>
    <p:sldLayoutId id="2147483834" r:id="rId71"/>
    <p:sldLayoutId id="2147483835" r:id="rId72"/>
    <p:sldLayoutId id="2147483836" r:id="rId73"/>
    <p:sldLayoutId id="2147483837" r:id="rId74"/>
    <p:sldLayoutId id="2147483838" r:id="rId75"/>
    <p:sldLayoutId id="2147483839" r:id="rId76"/>
    <p:sldLayoutId id="2147483840" r:id="rId77"/>
    <p:sldLayoutId id="2147483841" r:id="rId78"/>
    <p:sldLayoutId id="2147483842" r:id="rId79"/>
    <p:sldLayoutId id="2147483843" r:id="rId80"/>
    <p:sldLayoutId id="2147483844" r:id="rId81"/>
    <p:sldLayoutId id="2147483845" r:id="rId82"/>
    <p:sldLayoutId id="2147483846" r:id="rId83"/>
    <p:sldLayoutId id="2147483847" r:id="rId84"/>
    <p:sldLayoutId id="2147483848" r:id="rId85"/>
    <p:sldLayoutId id="2147483849" r:id="rId86"/>
    <p:sldLayoutId id="2147483850" r:id="rId87"/>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D7DBB37-5DB1-AF5A-3D0F-54CF80A6EF41}"/>
              </a:ext>
            </a:extLst>
          </p:cNvPr>
          <p:cNvGraphicFramePr>
            <a:graphicFrameLocks noChangeAspect="1"/>
          </p:cNvGraphicFramePr>
          <p:nvPr userDrawn="1">
            <p:custDataLst>
              <p:tags r:id="rId93"/>
            </p:custDataLst>
            <p:extLst>
              <p:ext uri="{D42A27DB-BD31-4B8C-83A1-F6EECF244321}">
                <p14:modId xmlns:p14="http://schemas.microsoft.com/office/powerpoint/2010/main" val="3869504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4" imgW="306" imgH="306" progId="TCLayout.ActiveDocument.1">
                  <p:embed/>
                </p:oleObj>
              </mc:Choice>
              <mc:Fallback>
                <p:oleObj name="think-cell Slide" r:id="rId94" imgW="306" imgH="306" progId="TCLayout.ActiveDocument.1">
                  <p:embed/>
                  <p:pic>
                    <p:nvPicPr>
                      <p:cNvPr id="10" name="think-cell data - do not delete" hidden="1">
                        <a:extLst>
                          <a:ext uri="{FF2B5EF4-FFF2-40B4-BE49-F238E27FC236}">
                            <a16:creationId xmlns:a16="http://schemas.microsoft.com/office/drawing/2014/main" id="{1D7DBB37-5DB1-AF5A-3D0F-54CF80A6EF41}"/>
                          </a:ext>
                        </a:extLst>
                      </p:cNvPr>
                      <p:cNvPicPr/>
                      <p:nvPr/>
                    </p:nvPicPr>
                    <p:blipFill>
                      <a:blip r:embed="rId95"/>
                      <a:stretch>
                        <a:fillRect/>
                      </a:stretch>
                    </p:blipFill>
                    <p:spPr>
                      <a:xfrm>
                        <a:off x="1588" y="1588"/>
                        <a:ext cx="1588" cy="1588"/>
                      </a:xfrm>
                      <a:prstGeom prst="rect">
                        <a:avLst/>
                      </a:prstGeom>
                    </p:spPr>
                  </p:pic>
                </p:oleObj>
              </mc:Fallback>
            </mc:AlternateContent>
          </a:graphicData>
        </a:graphic>
      </p:graphicFrame>
      <p:sp>
        <p:nvSpPr>
          <p:cNvPr id="4" name="Date Placeholder 3">
            <a:extLst>
              <a:ext uri="{FF2B5EF4-FFF2-40B4-BE49-F238E27FC236}">
                <a16:creationId xmlns:a16="http://schemas.microsoft.com/office/drawing/2014/main" id="{F6F25A6B-8F5B-A241-A3BD-B5FDE9F512C5}"/>
              </a:ext>
            </a:extLst>
          </p:cNvPr>
          <p:cNvSpPr>
            <a:spLocks noGrp="1"/>
          </p:cNvSpPr>
          <p:nvPr>
            <p:ph type="dt" sz="half" idx="2"/>
          </p:nvPr>
        </p:nvSpPr>
        <p:spPr>
          <a:xfrm>
            <a:off x="10932000" y="2018"/>
            <a:ext cx="1260000" cy="180000"/>
          </a:xfrm>
          <a:prstGeom prst="rect">
            <a:avLst/>
          </a:prstGeom>
        </p:spPr>
        <p:txBody>
          <a:bodyPr vert="horz" wrap="none" lIns="72000" tIns="72000" rIns="72000" bIns="72000" rtlCol="0" anchor="ctr">
            <a:noAutofit/>
          </a:bodyPr>
          <a:lstStyle>
            <a:lvl1pPr algn="r">
              <a:defRPr sz="800">
                <a:solidFill>
                  <a:srgbClr val="281805"/>
                </a:solidFill>
              </a:defRPr>
            </a:lvl1pPr>
          </a:lstStyle>
          <a:p>
            <a:fld id="{A9D88946-1CC8-4682-856B-CF2480E42B21}" type="datetime3">
              <a:rPr lang="en-US" smtClean="0"/>
              <a:t>30 June 2025</a:t>
            </a:fld>
            <a:endParaRPr lang="en-US"/>
          </a:p>
        </p:txBody>
      </p:sp>
      <p:grpSp>
        <p:nvGrpSpPr>
          <p:cNvPr id="39" name="Graphic 29">
            <a:extLst>
              <a:ext uri="{FF2B5EF4-FFF2-40B4-BE49-F238E27FC236}">
                <a16:creationId xmlns:a16="http://schemas.microsoft.com/office/drawing/2014/main" id="{E46F5822-CF06-7CB7-961A-2F4CF8A61073}"/>
              </a:ext>
              <a:ext uri="{C183D7F6-B498-43B3-948B-1728B52AA6E4}">
                <adec:decorative xmlns:adec="http://schemas.microsoft.com/office/drawing/2017/decorative" val="1"/>
              </a:ext>
            </a:extLst>
          </p:cNvPr>
          <p:cNvGrpSpPr/>
          <p:nvPr userDrawn="1"/>
        </p:nvGrpSpPr>
        <p:grpSpPr>
          <a:xfrm>
            <a:off x="0" y="6328982"/>
            <a:ext cx="655376" cy="410164"/>
            <a:chOff x="0" y="782816"/>
            <a:chExt cx="638870" cy="399835"/>
          </a:xfrm>
          <a:solidFill>
            <a:srgbClr val="63B6FF">
              <a:alpha val="0"/>
            </a:srgbClr>
          </a:solidFill>
        </p:grpSpPr>
        <p:sp>
          <p:nvSpPr>
            <p:cNvPr id="42" name="Freeform: Shape 41">
              <a:extLst>
                <a:ext uri="{FF2B5EF4-FFF2-40B4-BE49-F238E27FC236}">
                  <a16:creationId xmlns:a16="http://schemas.microsoft.com/office/drawing/2014/main" id="{6467514C-D026-5F26-17AC-E0144B92E403}"/>
                </a:ext>
              </a:extLst>
            </p:cNvPr>
            <p:cNvSpPr/>
            <p:nvPr/>
          </p:nvSpPr>
          <p:spPr>
            <a:xfrm>
              <a:off x="0" y="782816"/>
              <a:ext cx="213160" cy="213159"/>
            </a:xfrm>
            <a:custGeom>
              <a:avLst/>
              <a:gdLst>
                <a:gd name="connsiteX0" fmla="*/ 0 w 213160"/>
                <a:gd name="connsiteY0" fmla="*/ 56878 h 213159"/>
                <a:gd name="connsiteX1" fmla="*/ 156282 w 213160"/>
                <a:gd name="connsiteY1" fmla="*/ 0 h 213159"/>
                <a:gd name="connsiteX2" fmla="*/ 213160 w 213160"/>
                <a:gd name="connsiteY2" fmla="*/ 156282 h 213159"/>
                <a:gd name="connsiteX3" fmla="*/ 56878 w 213160"/>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60"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9D4054C-45B1-5A95-E260-71EDBD7D557D}"/>
                </a:ext>
              </a:extLst>
            </p:cNvPr>
            <p:cNvSpPr/>
            <p:nvPr/>
          </p:nvSpPr>
          <p:spPr>
            <a:xfrm>
              <a:off x="213160" y="876154"/>
              <a:ext cx="213159" cy="213159"/>
            </a:xfrm>
            <a:custGeom>
              <a:avLst/>
              <a:gdLst>
                <a:gd name="connsiteX0" fmla="*/ 0 w 213159"/>
                <a:gd name="connsiteY0" fmla="*/ 56878 h 213159"/>
                <a:gd name="connsiteX1" fmla="*/ 156282 w 213159"/>
                <a:gd name="connsiteY1" fmla="*/ 0 h 213159"/>
                <a:gd name="connsiteX2" fmla="*/ 213160 w 213159"/>
                <a:gd name="connsiteY2" fmla="*/ 156281 h 213159"/>
                <a:gd name="connsiteX3" fmla="*/ 56878 w 213159"/>
                <a:gd name="connsiteY3" fmla="*/ 213159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1"/>
                  </a:lnTo>
                  <a:lnTo>
                    <a:pt x="56878" y="213159"/>
                  </a:lnTo>
                  <a:close/>
                </a:path>
              </a:pathLst>
            </a:custGeom>
            <a:grpFill/>
            <a:ln w="938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7FE5822-6885-76E2-B897-9D46ADE46B96}"/>
                </a:ext>
              </a:extLst>
            </p:cNvPr>
            <p:cNvSpPr/>
            <p:nvPr/>
          </p:nvSpPr>
          <p:spPr>
            <a:xfrm>
              <a:off x="425711" y="969491"/>
              <a:ext cx="213159" cy="213159"/>
            </a:xfrm>
            <a:custGeom>
              <a:avLst/>
              <a:gdLst>
                <a:gd name="connsiteX0" fmla="*/ 0 w 213159"/>
                <a:gd name="connsiteY0" fmla="*/ 56878 h 213159"/>
                <a:gd name="connsiteX1" fmla="*/ 156282 w 213159"/>
                <a:gd name="connsiteY1" fmla="*/ 0 h 213159"/>
                <a:gd name="connsiteX2" fmla="*/ 213160 w 213159"/>
                <a:gd name="connsiteY2" fmla="*/ 156282 h 213159"/>
                <a:gd name="connsiteX3" fmla="*/ 56878 w 213159"/>
                <a:gd name="connsiteY3" fmla="*/ 213160 h 213159"/>
              </a:gdLst>
              <a:ahLst/>
              <a:cxnLst>
                <a:cxn ang="0">
                  <a:pos x="connsiteX0" y="connsiteY0"/>
                </a:cxn>
                <a:cxn ang="0">
                  <a:pos x="connsiteX1" y="connsiteY1"/>
                </a:cxn>
                <a:cxn ang="0">
                  <a:pos x="connsiteX2" y="connsiteY2"/>
                </a:cxn>
                <a:cxn ang="0">
                  <a:pos x="connsiteX3" y="connsiteY3"/>
                </a:cxn>
              </a:cxnLst>
              <a:rect l="l" t="t" r="r" b="b"/>
              <a:pathLst>
                <a:path w="213159" h="213159">
                  <a:moveTo>
                    <a:pt x="0" y="56878"/>
                  </a:moveTo>
                  <a:lnTo>
                    <a:pt x="156282" y="0"/>
                  </a:lnTo>
                  <a:lnTo>
                    <a:pt x="213160" y="156282"/>
                  </a:lnTo>
                  <a:lnTo>
                    <a:pt x="56878" y="213160"/>
                  </a:lnTo>
                  <a:close/>
                </a:path>
              </a:pathLst>
            </a:custGeom>
            <a:grpFill/>
            <a:ln w="9385" cap="flat">
              <a:noFill/>
              <a:prstDash val="solid"/>
              <a:miter/>
            </a:ln>
          </p:spPr>
          <p:txBody>
            <a:bodyPr rtlCol="0" anchor="ctr"/>
            <a:lstStyle/>
            <a:p>
              <a:endParaRPr lang="en-US"/>
            </a:p>
          </p:txBody>
        </p:sp>
      </p:grpSp>
      <p:sp>
        <p:nvSpPr>
          <p:cNvPr id="2" name="Title Placeholder 1">
            <a:extLst>
              <a:ext uri="{FF2B5EF4-FFF2-40B4-BE49-F238E27FC236}">
                <a16:creationId xmlns:a16="http://schemas.microsoft.com/office/drawing/2014/main" id="{DF001C83-36AE-A5E2-4E80-B3AD2D747168}"/>
              </a:ext>
            </a:extLst>
          </p:cNvPr>
          <p:cNvSpPr>
            <a:spLocks noGrp="1"/>
          </p:cNvSpPr>
          <p:nvPr>
            <p:ph type="title"/>
          </p:nvPr>
        </p:nvSpPr>
        <p:spPr>
          <a:xfrm>
            <a:off x="480000" y="252000"/>
            <a:ext cx="11232000" cy="1005867"/>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E0A85944-6880-CBB6-BA63-4A90CA93596A}"/>
              </a:ext>
            </a:extLst>
          </p:cNvPr>
          <p:cNvSpPr>
            <a:spLocks noGrp="1"/>
          </p:cNvSpPr>
          <p:nvPr>
            <p:ph type="body" idx="1"/>
          </p:nvPr>
        </p:nvSpPr>
        <p:spPr>
          <a:xfrm>
            <a:off x="480000" y="1296000"/>
            <a:ext cx="11232000" cy="478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AA63915-CBC8-75C7-C27B-2ADA3EEF69F8}"/>
              </a:ext>
              <a:ext uri="{C183D7F6-B498-43B3-948B-1728B52AA6E4}">
                <adec:decorative xmlns:adec="http://schemas.microsoft.com/office/drawing/2017/decorative" val="1"/>
              </a:ext>
            </a:extLst>
          </p:cNvPr>
          <p:cNvSpPr>
            <a:spLocks noGrp="1"/>
          </p:cNvSpPr>
          <p:nvPr>
            <p:ph type="sldNum" sz="quarter" idx="4"/>
          </p:nvPr>
        </p:nvSpPr>
        <p:spPr>
          <a:xfrm>
            <a:off x="11712000" y="6102000"/>
            <a:ext cx="480000" cy="756000"/>
          </a:xfrm>
          <a:prstGeom prst="rect">
            <a:avLst/>
          </a:prstGeom>
        </p:spPr>
        <p:txBody>
          <a:bodyPr vert="horz" lIns="0" tIns="0" rIns="190800" bIns="154800" rtlCol="0" anchor="b" anchorCtr="0">
            <a:noAutofit/>
          </a:bodyPr>
          <a:lstStyle>
            <a:lvl1pPr algn="r">
              <a:defRPr sz="800">
                <a:solidFill>
                  <a:schemeClr val="tx1"/>
                </a:solidFill>
              </a:defRPr>
            </a:lvl1pPr>
          </a:lstStyle>
          <a:p>
            <a:fld id="{1C1606C5-D483-4832-A0E9-CF578A9B5883}" type="slidenum">
              <a:rPr lang="en-US" smtClean="0"/>
              <a:pPr/>
              <a:t>‹#›</a:t>
            </a:fld>
            <a:endParaRPr lang="en-US"/>
          </a:p>
        </p:txBody>
      </p:sp>
      <p:cxnSp>
        <p:nvCxnSpPr>
          <p:cNvPr id="15" name="Straight Connector 14">
            <a:extLst>
              <a:ext uri="{FF2B5EF4-FFF2-40B4-BE49-F238E27FC236}">
                <a16:creationId xmlns:a16="http://schemas.microsoft.com/office/drawing/2014/main" id="{10C48B9D-E96E-CF7A-0393-A815621AA3B4}"/>
              </a:ext>
              <a:ext uri="{C183D7F6-B498-43B3-948B-1728B52AA6E4}">
                <adec:decorative xmlns:adec="http://schemas.microsoft.com/office/drawing/2017/decorative" val="1"/>
              </a:ext>
            </a:extLst>
          </p:cNvPr>
          <p:cNvCxnSpPr>
            <a:cxnSpLocks/>
          </p:cNvCxnSpPr>
          <p:nvPr userDrawn="1"/>
        </p:nvCxnSpPr>
        <p:spPr>
          <a:xfrm>
            <a:off x="6096000" y="-208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2A65B7-C498-C19F-571F-ECCE641194C4}"/>
              </a:ext>
              <a:ext uri="{C183D7F6-B498-43B3-948B-1728B52AA6E4}">
                <adec:decorative xmlns:adec="http://schemas.microsoft.com/office/drawing/2017/decorative" val="1"/>
              </a:ext>
            </a:extLst>
          </p:cNvPr>
          <p:cNvCxnSpPr/>
          <p:nvPr userDrawn="1"/>
        </p:nvCxnSpPr>
        <p:spPr>
          <a:xfrm>
            <a:off x="6096000" y="6886575"/>
            <a:ext cx="0" cy="180000"/>
          </a:xfrm>
          <a:prstGeom prst="line">
            <a:avLst/>
          </a:prstGeom>
          <a:ln>
            <a:solidFill>
              <a:srgbClr val="281805"/>
            </a:solidFill>
            <a:prstDash val="dash"/>
          </a:ln>
        </p:spPr>
        <p:style>
          <a:lnRef idx="1">
            <a:schemeClr val="accent1"/>
          </a:lnRef>
          <a:fillRef idx="0">
            <a:schemeClr val="accent1"/>
          </a:fillRef>
          <a:effectRef idx="0">
            <a:schemeClr val="accent1"/>
          </a:effectRef>
          <a:fontRef idx="minor">
            <a:schemeClr val="tx1"/>
          </a:fontRef>
        </p:style>
      </p:cxnSp>
      <p:grpSp>
        <p:nvGrpSpPr>
          <p:cNvPr id="79" name="Group 78" hidden="1">
            <a:extLst>
              <a:ext uri="{FF2B5EF4-FFF2-40B4-BE49-F238E27FC236}">
                <a16:creationId xmlns:a16="http://schemas.microsoft.com/office/drawing/2014/main" id="{BA72FC20-E2CA-59C4-7B21-62C9115E46A8}"/>
              </a:ext>
              <a:ext uri="{C183D7F6-B498-43B3-948B-1728B52AA6E4}">
                <adec:decorative xmlns:adec="http://schemas.microsoft.com/office/drawing/2017/decorative" val="1"/>
              </a:ext>
            </a:extLst>
          </p:cNvPr>
          <p:cNvGrpSpPr>
            <a:grpSpLocks noGrp="1" noUngrp="1" noRot="1" noMove="1" noResize="1"/>
          </p:cNvGrpSpPr>
          <p:nvPr userDrawn="1"/>
        </p:nvGrpSpPr>
        <p:grpSpPr>
          <a:xfrm>
            <a:off x="-282166" y="-250200"/>
            <a:ext cx="12756333" cy="7357336"/>
            <a:chOff x="-282166" y="-250200"/>
            <a:chExt cx="12756333" cy="7357336"/>
          </a:xfrm>
        </p:grpSpPr>
        <p:grpSp>
          <p:nvGrpSpPr>
            <p:cNvPr id="48" name="Group 47">
              <a:extLst>
                <a:ext uri="{FF2B5EF4-FFF2-40B4-BE49-F238E27FC236}">
                  <a16:creationId xmlns:a16="http://schemas.microsoft.com/office/drawing/2014/main" id="{A2B8D85E-52EF-FA63-9592-265E43AD271D}"/>
                </a:ext>
              </a:extLst>
            </p:cNvPr>
            <p:cNvGrpSpPr>
              <a:grpSpLocks noGrp="1" noUngrp="1" noRot="1" noMove="1" noResize="1"/>
            </p:cNvGrpSpPr>
            <p:nvPr userDrawn="1"/>
          </p:nvGrpSpPr>
          <p:grpSpPr>
            <a:xfrm>
              <a:off x="-282166" y="-249136"/>
              <a:ext cx="766850" cy="1806436"/>
              <a:chOff x="-282166" y="-249136"/>
              <a:chExt cx="766850" cy="1806436"/>
            </a:xfrm>
          </p:grpSpPr>
          <p:cxnSp>
            <p:nvCxnSpPr>
              <p:cNvPr id="40" name="Straight Connector 39">
                <a:extLst>
                  <a:ext uri="{FF2B5EF4-FFF2-40B4-BE49-F238E27FC236}">
                    <a16:creationId xmlns:a16="http://schemas.microsoft.com/office/drawing/2014/main" id="{8D6D0D5E-5313-2E8E-FAC4-9AE8AC71A06F}"/>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E47E72-9EED-156D-E1C9-0EF9F58EB76B}"/>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860373-8117-E073-7E3E-240392FEC0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8D9028B-4948-B67E-79B8-A1A4C3540EC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97BD11A-2E6F-80FC-4AC5-0F4673578EF2}"/>
                </a:ext>
              </a:extLst>
            </p:cNvPr>
            <p:cNvGrpSpPr>
              <a:grpSpLocks noGrp="1" noUngrp="1" noRot="1" noMove="1" noResize="1"/>
            </p:cNvGrpSpPr>
            <p:nvPr userDrawn="1"/>
          </p:nvGrpSpPr>
          <p:grpSpPr>
            <a:xfrm flipV="1">
              <a:off x="-282166" y="6669000"/>
              <a:ext cx="766850" cy="438136"/>
              <a:chOff x="-282166" y="-249136"/>
              <a:chExt cx="766850" cy="438136"/>
            </a:xfrm>
          </p:grpSpPr>
          <p:cxnSp>
            <p:nvCxnSpPr>
              <p:cNvPr id="54" name="Straight Connector 53">
                <a:extLst>
                  <a:ext uri="{FF2B5EF4-FFF2-40B4-BE49-F238E27FC236}">
                    <a16:creationId xmlns:a16="http://schemas.microsoft.com/office/drawing/2014/main" id="{333A3C60-6DDF-0E86-7A5D-C9E2DC700AC6}"/>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8468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73A5B8-A847-F13D-C557-F6CAA8F1C3BC}"/>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6D787A70-EF66-4785-95AD-991F81706E7F}"/>
                </a:ext>
              </a:extLst>
            </p:cNvPr>
            <p:cNvGrpSpPr>
              <a:grpSpLocks noGrp="1" noUngrp="1" noRot="1" noMove="1" noResize="1"/>
            </p:cNvGrpSpPr>
            <p:nvPr userDrawn="1"/>
          </p:nvGrpSpPr>
          <p:grpSpPr>
            <a:xfrm flipH="1">
              <a:off x="11716147" y="-250200"/>
              <a:ext cx="758020" cy="1806436"/>
              <a:chOff x="-282166" y="-249136"/>
              <a:chExt cx="758020" cy="1806436"/>
            </a:xfrm>
          </p:grpSpPr>
          <p:cxnSp>
            <p:nvCxnSpPr>
              <p:cNvPr id="64" name="Straight Connector 63">
                <a:extLst>
                  <a:ext uri="{FF2B5EF4-FFF2-40B4-BE49-F238E27FC236}">
                    <a16:creationId xmlns:a16="http://schemas.microsoft.com/office/drawing/2014/main" id="{0C36DF73-1683-B9E0-DAE2-CC4FA941174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74D68E9-43F3-F793-E58E-42D96487CDA0}"/>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A51D9C8-457F-A702-330E-3E83FF49A907}"/>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173599"/>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317C7D4-4BF5-ECE3-AB0F-69BAEB0392E2}"/>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14619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B1F3722B-662F-EE1F-F28F-2117DFF43FC7}"/>
                </a:ext>
              </a:extLst>
            </p:cNvPr>
            <p:cNvGrpSpPr>
              <a:grpSpLocks noGrp="1" noUngrp="1" noRot="1" noMove="1" noResize="1"/>
            </p:cNvGrpSpPr>
            <p:nvPr userDrawn="1"/>
          </p:nvGrpSpPr>
          <p:grpSpPr>
            <a:xfrm flipH="1" flipV="1">
              <a:off x="11716147" y="6669000"/>
              <a:ext cx="758020" cy="438136"/>
              <a:chOff x="-282166" y="-249136"/>
              <a:chExt cx="758020" cy="438136"/>
            </a:xfrm>
          </p:grpSpPr>
          <p:cxnSp>
            <p:nvCxnSpPr>
              <p:cNvPr id="60" name="Straight Connector 59">
                <a:extLst>
                  <a:ext uri="{FF2B5EF4-FFF2-40B4-BE49-F238E27FC236}">
                    <a16:creationId xmlns:a16="http://schemas.microsoft.com/office/drawing/2014/main" id="{31A63819-901C-AE9C-B688-44EE3E52D12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475854" y="-249136"/>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5C02E4-A713-5717-13B4-0D5BEFA009BA}"/>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rot="16200000" flipH="1">
                <a:off x="-186766" y="93600"/>
                <a:ext cx="0" cy="190800"/>
              </a:xfrm>
              <a:prstGeom prst="line">
                <a:avLst/>
              </a:prstGeom>
              <a:ln>
                <a:solidFill>
                  <a:srgbClr val="281805"/>
                </a:solidFill>
                <a:prstDash val="sysDash"/>
              </a:ln>
            </p:spPr>
            <p:style>
              <a:lnRef idx="1">
                <a:schemeClr val="accent1"/>
              </a:lnRef>
              <a:fillRef idx="0">
                <a:schemeClr val="accent1"/>
              </a:fillRef>
              <a:effectRef idx="0">
                <a:schemeClr val="accent1"/>
              </a:effectRef>
              <a:fontRef idx="minor">
                <a:schemeClr val="tx1"/>
              </a:fontRef>
            </p:style>
          </p:cxnSp>
        </p:grpSp>
      </p:grpSp>
      <p:pic>
        <p:nvPicPr>
          <p:cNvPr id="8" name="Logo">
            <a:extLst>
              <a:ext uri="{FF2B5EF4-FFF2-40B4-BE49-F238E27FC236}">
                <a16:creationId xmlns:a16="http://schemas.microsoft.com/office/drawing/2014/main" id="{9FAFFEC7-5B44-048A-5234-FB83C136DEF8}"/>
              </a:ext>
              <a:ext uri="{C183D7F6-B498-43B3-948B-1728B52AA6E4}">
                <adec:decorative xmlns:adec="http://schemas.microsoft.com/office/drawing/2017/decorative" val="1"/>
              </a:ext>
            </a:extLst>
          </p:cNvPr>
          <p:cNvPicPr preferRelativeResize="0">
            <a:picLocks noChangeAspect="1"/>
          </p:cNvPicPr>
          <p:nvPr userDrawn="1"/>
        </p:nvPicPr>
        <p:blipFill>
          <a:blip r:embed="rId96">
            <a:extLst>
              <a:ext uri="{96DAC541-7B7A-43D3-8B79-37D633B846F1}">
                <asvg:svgBlip xmlns:asvg="http://schemas.microsoft.com/office/drawing/2016/SVG/main" r:embed="rId97"/>
              </a:ext>
            </a:extLst>
          </a:blip>
          <a:srcRect l="26" r="26"/>
          <a:stretch/>
        </p:blipFill>
        <p:spPr>
          <a:xfrm>
            <a:off x="-38100" y="6155200"/>
            <a:ext cx="1554363" cy="819000"/>
          </a:xfrm>
          <a:prstGeom prst="rect">
            <a:avLst/>
          </a:prstGeom>
        </p:spPr>
      </p:pic>
    </p:spTree>
    <p:extLst>
      <p:ext uri="{BB962C8B-B14F-4D97-AF65-F5344CB8AC3E}">
        <p14:creationId xmlns:p14="http://schemas.microsoft.com/office/powerpoint/2010/main" val="76133321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878" r:id="rId27"/>
    <p:sldLayoutId id="2147483879" r:id="rId28"/>
    <p:sldLayoutId id="2147483880" r:id="rId29"/>
    <p:sldLayoutId id="2147483881" r:id="rId30"/>
    <p:sldLayoutId id="2147483882" r:id="rId31"/>
    <p:sldLayoutId id="2147483883" r:id="rId32"/>
    <p:sldLayoutId id="2147483884" r:id="rId33"/>
    <p:sldLayoutId id="2147483885" r:id="rId34"/>
    <p:sldLayoutId id="2147483886" r:id="rId35"/>
    <p:sldLayoutId id="2147483887" r:id="rId36"/>
    <p:sldLayoutId id="2147483888" r:id="rId37"/>
    <p:sldLayoutId id="2147483889" r:id="rId38"/>
    <p:sldLayoutId id="2147483890" r:id="rId39"/>
    <p:sldLayoutId id="2147483891" r:id="rId40"/>
    <p:sldLayoutId id="2147483892" r:id="rId41"/>
    <p:sldLayoutId id="2147483893" r:id="rId42"/>
    <p:sldLayoutId id="2147483894" r:id="rId43"/>
    <p:sldLayoutId id="2147483895" r:id="rId44"/>
    <p:sldLayoutId id="2147483896" r:id="rId45"/>
    <p:sldLayoutId id="2147483897" r:id="rId46"/>
    <p:sldLayoutId id="2147483898" r:id="rId47"/>
    <p:sldLayoutId id="2147483899" r:id="rId48"/>
    <p:sldLayoutId id="2147483900" r:id="rId49"/>
    <p:sldLayoutId id="2147483901" r:id="rId50"/>
    <p:sldLayoutId id="2147483902" r:id="rId51"/>
    <p:sldLayoutId id="2147483903" r:id="rId52"/>
    <p:sldLayoutId id="2147483904" r:id="rId53"/>
    <p:sldLayoutId id="2147483905" r:id="rId54"/>
    <p:sldLayoutId id="2147483906" r:id="rId55"/>
    <p:sldLayoutId id="2147483907" r:id="rId56"/>
    <p:sldLayoutId id="2147483908" r:id="rId57"/>
    <p:sldLayoutId id="2147483909" r:id="rId58"/>
    <p:sldLayoutId id="2147483910" r:id="rId59"/>
    <p:sldLayoutId id="2147483911" r:id="rId60"/>
    <p:sldLayoutId id="2147483912" r:id="rId61"/>
    <p:sldLayoutId id="2147483913" r:id="rId62"/>
    <p:sldLayoutId id="2147483914" r:id="rId63"/>
    <p:sldLayoutId id="2147483915" r:id="rId64"/>
    <p:sldLayoutId id="2147483916" r:id="rId65"/>
    <p:sldLayoutId id="2147483917" r:id="rId66"/>
    <p:sldLayoutId id="2147483918" r:id="rId67"/>
    <p:sldLayoutId id="2147483919" r:id="rId68"/>
    <p:sldLayoutId id="2147483920" r:id="rId69"/>
    <p:sldLayoutId id="2147483921" r:id="rId70"/>
    <p:sldLayoutId id="2147483922" r:id="rId71"/>
    <p:sldLayoutId id="2147483923" r:id="rId72"/>
    <p:sldLayoutId id="2147483924" r:id="rId73"/>
    <p:sldLayoutId id="2147483925" r:id="rId74"/>
    <p:sldLayoutId id="2147483926" r:id="rId75"/>
    <p:sldLayoutId id="2147483927" r:id="rId76"/>
    <p:sldLayoutId id="2147483928" r:id="rId77"/>
    <p:sldLayoutId id="2147483929" r:id="rId78"/>
    <p:sldLayoutId id="2147483930" r:id="rId79"/>
    <p:sldLayoutId id="2147483931" r:id="rId80"/>
    <p:sldLayoutId id="2147483932" r:id="rId81"/>
    <p:sldLayoutId id="2147483933" r:id="rId82"/>
    <p:sldLayoutId id="2147483934" r:id="rId83"/>
    <p:sldLayoutId id="2147483935" r:id="rId84"/>
    <p:sldLayoutId id="2147483936" r:id="rId85"/>
    <p:sldLayoutId id="2147483937" r:id="rId86"/>
    <p:sldLayoutId id="2147483938" r:id="rId87"/>
    <p:sldLayoutId id="2147483939" r:id="rId88"/>
    <p:sldLayoutId id="2147483940" r:id="rId89"/>
    <p:sldLayoutId id="2147483941" r:id="rId90"/>
    <p:sldLayoutId id="2147483942" r:id="rId91"/>
  </p:sldLayoutIdLst>
  <p:hf hdr="0" ftr="0"/>
  <p:txStyles>
    <p:titleStyle>
      <a:lvl1pPr algn="l" defTabSz="914400" rtl="0" eaLnBrk="1" latinLnBrk="0" hangingPunct="1">
        <a:lnSpc>
          <a:spcPct val="92000"/>
        </a:lnSpc>
        <a:spcBef>
          <a:spcPct val="0"/>
        </a:spcBef>
        <a:buNone/>
        <a:defRPr sz="3200" kern="100" spc="-30" baseline="0">
          <a:solidFill>
            <a:schemeClr val="tx1"/>
          </a:solidFill>
          <a:latin typeface="+mj-lt"/>
          <a:ea typeface="+mj-ea"/>
          <a:cs typeface="+mj-cs"/>
        </a:defRPr>
      </a:lvl1pPr>
    </p:titleStyle>
    <p:body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p:bodyStyle>
    <p:otherStyle>
      <a:defPPr>
        <a:defRPr lang="en-US"/>
      </a:defPPr>
      <a:lvl1pPr marL="0" indent="0" algn="l" defTabSz="914400" rtl="0" eaLnBrk="1" latinLnBrk="0" hangingPunct="1">
        <a:lnSpc>
          <a:spcPct val="100000"/>
        </a:lnSpc>
        <a:spcBef>
          <a:spcPts val="0"/>
        </a:spcBef>
        <a:buClr>
          <a:srgbClr val="281805"/>
        </a:buClr>
        <a:buFont typeface="Arial" panose="020B0604020202020204" pitchFamily="34" charset="0"/>
        <a:buChar char="​"/>
        <a:defRPr sz="1800" b="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rgbClr val="281805"/>
        </a:buClr>
        <a:buFont typeface="Arial" panose="020E0502030303020204" pitchFamily="34" charset="0"/>
        <a:buChar char="–"/>
        <a:defRPr sz="1800" b="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rgbClr val="281805"/>
        </a:buClr>
        <a:buFont typeface="Arial" panose="020E0502030303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5pPr>
      <a:lvl6pPr marL="180000" indent="-180000" algn="l" defTabSz="914400" rtl="0" eaLnBrk="1" latinLnBrk="0" hangingPunct="1">
        <a:lnSpc>
          <a:spcPct val="100000"/>
        </a:lnSpc>
        <a:spcBef>
          <a:spcPts val="0"/>
        </a:spcBef>
        <a:buClr>
          <a:srgbClr val="281805"/>
        </a:buClr>
        <a:buSzPct val="90000"/>
        <a:buFont typeface="+mj-lt"/>
        <a:buAutoNum type="arabicPeriod"/>
        <a:defRPr sz="1800" kern="1200">
          <a:solidFill>
            <a:schemeClr val="tx1"/>
          </a:solidFill>
          <a:latin typeface="+mn-lt"/>
          <a:ea typeface="+mn-ea"/>
          <a:cs typeface="+mn-cs"/>
        </a:defRPr>
      </a:lvl6pPr>
      <a:lvl7pPr marL="360000" indent="-180000" algn="l" defTabSz="914400" rtl="0" eaLnBrk="1" latinLnBrk="0" hangingPunct="1">
        <a:lnSpc>
          <a:spcPct val="100000"/>
        </a:lnSpc>
        <a:spcBef>
          <a:spcPts val="0"/>
        </a:spcBef>
        <a:buClr>
          <a:srgbClr val="281805"/>
        </a:buClr>
        <a:buSzPct val="100000"/>
        <a:buFont typeface="Arial" panose="020E0502030303020204" pitchFamily="34" charset="0"/>
        <a:buChar char="–"/>
        <a:defRPr sz="1800" kern="1200">
          <a:solidFill>
            <a:schemeClr val="tx1"/>
          </a:solidFill>
          <a:latin typeface="+mn-lt"/>
          <a:ea typeface="+mn-ea"/>
          <a:cs typeface="+mn-cs"/>
        </a:defRPr>
      </a:lvl7pPr>
      <a:lvl8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8pPr>
      <a:lvl9pPr marL="0" indent="0" algn="l" defTabSz="914400" rtl="0" eaLnBrk="1" latinLnBrk="0" hangingPunct="1">
        <a:lnSpc>
          <a:spcPct val="100000"/>
        </a:lnSpc>
        <a:spcBef>
          <a:spcPts val="0"/>
        </a:spcBef>
        <a:buClr>
          <a:srgbClr val="281805"/>
        </a:buClr>
        <a:buFont typeface="Arial" panose="020B0604020202020204" pitchFamily="34" charset="0"/>
        <a:buChar char="​"/>
        <a:defRPr sz="1800" b="1" kern="1200">
          <a:solidFill>
            <a:srgbClr val="281805"/>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hyperlink" Target="https://aegon.sharepoint.com/:f:/r/sites/AGTSolutionDesignRepository/Shared%20Documents/2024/GTS/RITM-ACBSD-3160-New%20Office%20Experience?csf=1&amp;web=1&amp;e=vcFMxQ" TargetMode="External"/><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2.xml"/><Relationship Id="rId1" Type="http://schemas.openxmlformats.org/officeDocument/2006/relationships/tags" Target="../tags/tag60.xml"/><Relationship Id="rId6" Type="http://schemas.openxmlformats.org/officeDocument/2006/relationships/image" Target="../media/image14.emf"/><Relationship Id="rId5" Type="http://schemas.openxmlformats.org/officeDocument/2006/relationships/oleObject" Target="../embeddings/oleObject6.bin"/><Relationship Id="rId4" Type="http://schemas.microsoft.com/office/2018/10/relationships/comments" Target="../comments/modernComment_7FE4E066_71A36643.xml"/></Relationships>
</file>

<file path=ppt/slides/_rels/slide10.xml.rels><?xml version="1.0" encoding="UTF-8" standalone="yes"?>
<Relationships xmlns="http://schemas.openxmlformats.org/package/2006/relationships"><Relationship Id="rId3" Type="http://schemas.openxmlformats.org/officeDocument/2006/relationships/hyperlink" Target="https://aegon.service-now.com/asp?id=ticket&amp;table=sc_req_item&amp;sys_id=06d644291b7da2100ace639ce54bcb7f&amp;view=sp" TargetMode="External"/><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6.xml"/><Relationship Id="rId1" Type="http://schemas.openxmlformats.org/officeDocument/2006/relationships/tags" Target="../tags/tag61.xml"/><Relationship Id="rId5" Type="http://schemas.openxmlformats.org/officeDocument/2006/relationships/image" Target="../media/image14.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C4623-5CA7-9AD6-573C-D73DDA3DD35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9C54767-668D-484D-3F73-666EC8AE9F99}"/>
              </a:ext>
            </a:extLst>
          </p:cNvPr>
          <p:cNvSpPr>
            <a:spLocks noGrp="1"/>
          </p:cNvSpPr>
          <p:nvPr>
            <p:ph type="ctrTitle"/>
          </p:nvPr>
        </p:nvSpPr>
        <p:spPr/>
        <p:txBody>
          <a:bodyPr/>
          <a:lstStyle/>
          <a:p>
            <a:pPr>
              <a:lnSpc>
                <a:spcPct val="100000"/>
              </a:lnSpc>
            </a:pPr>
            <a:r>
              <a:rPr lang="en-US" sz="2000" dirty="0"/>
              <a:t>[ACBSD-3265]</a:t>
            </a:r>
            <a:br>
              <a:rPr lang="en-US" sz="2000" dirty="0"/>
            </a:br>
            <a:r>
              <a:rPr lang="en-US" sz="3200" dirty="0"/>
              <a:t>[Intercom equipment installation in AUK]</a:t>
            </a:r>
            <a:endParaRPr lang="en-US" dirty="0"/>
          </a:p>
        </p:txBody>
      </p:sp>
      <p:sp>
        <p:nvSpPr>
          <p:cNvPr id="10" name="Subtitle 9">
            <a:extLst>
              <a:ext uri="{FF2B5EF4-FFF2-40B4-BE49-F238E27FC236}">
                <a16:creationId xmlns:a16="http://schemas.microsoft.com/office/drawing/2014/main" id="{E42B7509-D781-42D4-6F42-29EB84E1A2E6}"/>
              </a:ext>
            </a:extLst>
          </p:cNvPr>
          <p:cNvSpPr>
            <a:spLocks noGrp="1"/>
          </p:cNvSpPr>
          <p:nvPr>
            <p:ph type="subTitle" idx="1"/>
          </p:nvPr>
        </p:nvSpPr>
        <p:spPr>
          <a:xfrm>
            <a:off x="479999" y="3708000"/>
            <a:ext cx="6486858" cy="648160"/>
          </a:xfrm>
        </p:spPr>
        <p:txBody>
          <a:bodyPr/>
          <a:lstStyle/>
          <a:p>
            <a:r>
              <a:rPr lang="en-US" dirty="0"/>
              <a:t>Exception for Design pattern: </a:t>
            </a:r>
            <a:r>
              <a:rPr lang="en-US" sz="1600" dirty="0"/>
              <a:t>New Office Experience ACBSD-3160</a:t>
            </a:r>
            <a:endParaRPr lang="en-US" dirty="0"/>
          </a:p>
        </p:txBody>
      </p:sp>
      <p:sp>
        <p:nvSpPr>
          <p:cNvPr id="13" name="Text Placeholder 12">
            <a:extLst>
              <a:ext uri="{FF2B5EF4-FFF2-40B4-BE49-F238E27FC236}">
                <a16:creationId xmlns:a16="http://schemas.microsoft.com/office/drawing/2014/main" id="{FCAB3CF9-0263-BB9D-0F11-238D3872B604}"/>
              </a:ext>
            </a:extLst>
          </p:cNvPr>
          <p:cNvSpPr>
            <a:spLocks noGrp="1"/>
          </p:cNvSpPr>
          <p:nvPr>
            <p:ph type="body" sz="quarter" idx="17"/>
          </p:nvPr>
        </p:nvSpPr>
        <p:spPr/>
        <p:txBody>
          <a:bodyPr/>
          <a:lstStyle/>
          <a:p>
            <a:r>
              <a:rPr lang="en-US" dirty="0"/>
              <a:t>[Mohamed Kerbachi]</a:t>
            </a:r>
          </a:p>
        </p:txBody>
      </p:sp>
      <p:sp>
        <p:nvSpPr>
          <p:cNvPr id="11" name="Text Placeholder 10">
            <a:extLst>
              <a:ext uri="{FF2B5EF4-FFF2-40B4-BE49-F238E27FC236}">
                <a16:creationId xmlns:a16="http://schemas.microsoft.com/office/drawing/2014/main" id="{8DAB33DA-F66E-AD54-47E2-3AD017ADCDE3}"/>
              </a:ext>
            </a:extLst>
          </p:cNvPr>
          <p:cNvSpPr>
            <a:spLocks noGrp="1"/>
          </p:cNvSpPr>
          <p:nvPr>
            <p:ph type="body" sz="quarter" idx="13"/>
          </p:nvPr>
        </p:nvSpPr>
        <p:spPr/>
        <p:txBody>
          <a:bodyPr/>
          <a:lstStyle/>
          <a:p>
            <a:r>
              <a:rPr lang="en-US" dirty="0"/>
              <a:t>06/30/2025</a:t>
            </a:r>
          </a:p>
        </p:txBody>
      </p:sp>
      <p:sp>
        <p:nvSpPr>
          <p:cNvPr id="14" name="Text Placeholder 13">
            <a:extLst>
              <a:ext uri="{FF2B5EF4-FFF2-40B4-BE49-F238E27FC236}">
                <a16:creationId xmlns:a16="http://schemas.microsoft.com/office/drawing/2014/main" id="{2E7664ED-171F-58CF-9A38-1399438B8C68}"/>
              </a:ext>
            </a:extLst>
          </p:cNvPr>
          <p:cNvSpPr>
            <a:spLocks noGrp="1"/>
          </p:cNvSpPr>
          <p:nvPr>
            <p:ph type="body" sz="quarter" idx="18"/>
          </p:nvPr>
        </p:nvSpPr>
        <p:spPr/>
        <p:txBody>
          <a:bodyPr/>
          <a:lstStyle/>
          <a:p>
            <a:endParaRPr lang="en-US"/>
          </a:p>
        </p:txBody>
      </p:sp>
      <p:sp>
        <p:nvSpPr>
          <p:cNvPr id="12" name="Text Placeholder 11">
            <a:extLst>
              <a:ext uri="{FF2B5EF4-FFF2-40B4-BE49-F238E27FC236}">
                <a16:creationId xmlns:a16="http://schemas.microsoft.com/office/drawing/2014/main" id="{0DB37DA0-0D7C-60A9-FCB6-DA93AA96009E}"/>
              </a:ext>
            </a:extLst>
          </p:cNvPr>
          <p:cNvSpPr>
            <a:spLocks noGrp="1"/>
          </p:cNvSpPr>
          <p:nvPr>
            <p:ph type="body" sz="quarter" idx="14"/>
          </p:nvPr>
        </p:nvSpPr>
        <p:spPr/>
        <p:txBody>
          <a:bodyPr/>
          <a:lstStyle/>
          <a:p>
            <a:endParaRPr lang="en-US"/>
          </a:p>
        </p:txBody>
      </p:sp>
      <p:pic>
        <p:nvPicPr>
          <p:cNvPr id="3" name="Picture Placeholder 2" descr="Close-up of a wooden maze">
            <a:extLst>
              <a:ext uri="{FF2B5EF4-FFF2-40B4-BE49-F238E27FC236}">
                <a16:creationId xmlns:a16="http://schemas.microsoft.com/office/drawing/2014/main" id="{7F9FC16F-0E09-D641-B1F0-15255040A655}"/>
              </a:ext>
            </a:extLst>
          </p:cNvPr>
          <p:cNvPicPr>
            <a:picLocks noGrp="1" noChangeAspect="1"/>
          </p:cNvPicPr>
          <p:nvPr>
            <p:ph type="pic" sz="quarter" idx="19"/>
          </p:nvPr>
        </p:nvPicPr>
        <p:blipFill>
          <a:blip r:embed="rId2"/>
          <a:srcRect l="27078" r="27078"/>
          <a:stretch>
            <a:fillRect/>
          </a:stretch>
        </p:blipFill>
        <p:spPr>
          <a:solidFill>
            <a:schemeClr val="bg2">
              <a:lumMod val="20000"/>
              <a:lumOff val="80000"/>
            </a:schemeClr>
          </a:solidFill>
        </p:spPr>
      </p:pic>
    </p:spTree>
    <p:extLst>
      <p:ext uri="{BB962C8B-B14F-4D97-AF65-F5344CB8AC3E}">
        <p14:creationId xmlns:p14="http://schemas.microsoft.com/office/powerpoint/2010/main" val="2376981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73675-953A-AC3D-52A2-F26939C564C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32B8BEF-6BF8-A225-E47C-99F8EBFE4056}"/>
              </a:ext>
            </a:extLst>
          </p:cNvPr>
          <p:cNvSpPr/>
          <p:nvPr/>
        </p:nvSpPr>
        <p:spPr>
          <a:xfrm>
            <a:off x="0" y="0"/>
            <a:ext cx="12192000" cy="914400"/>
          </a:xfrm>
          <a:prstGeom prst="rect">
            <a:avLst/>
          </a:prstGeom>
          <a:solidFill>
            <a:schemeClr val="bg2">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A2CA59-F366-BD0F-EFE2-74E6725A2027}"/>
              </a:ext>
            </a:extLst>
          </p:cNvPr>
          <p:cNvSpPr>
            <a:spLocks noGrp="1"/>
          </p:cNvSpPr>
          <p:nvPr>
            <p:ph type="title"/>
          </p:nvPr>
        </p:nvSpPr>
        <p:spPr>
          <a:xfrm>
            <a:off x="480000" y="252001"/>
            <a:ext cx="11232000" cy="662400"/>
          </a:xfrm>
        </p:spPr>
        <p:txBody>
          <a:bodyPr/>
          <a:lstStyle/>
          <a:p>
            <a:r>
              <a:rPr lang="en-US"/>
              <a:t>Version Control</a:t>
            </a:r>
          </a:p>
        </p:txBody>
      </p:sp>
      <p:sp>
        <p:nvSpPr>
          <p:cNvPr id="6" name="Text Placeholder 5">
            <a:extLst>
              <a:ext uri="{FF2B5EF4-FFF2-40B4-BE49-F238E27FC236}">
                <a16:creationId xmlns:a16="http://schemas.microsoft.com/office/drawing/2014/main" id="{122BD3A1-8B69-68F6-E321-CFF8BC24A05A}"/>
              </a:ext>
            </a:extLst>
          </p:cNvPr>
          <p:cNvSpPr>
            <a:spLocks noGrp="1"/>
          </p:cNvSpPr>
          <p:nvPr>
            <p:ph type="body" sz="quarter" idx="14"/>
          </p:nvPr>
        </p:nvSpPr>
        <p:spPr/>
        <p:txBody>
          <a:bodyPr/>
          <a:lstStyle/>
          <a:p>
            <a:endParaRPr lang="en-US"/>
          </a:p>
        </p:txBody>
      </p:sp>
      <p:sp>
        <p:nvSpPr>
          <p:cNvPr id="7" name="Slide Number Placeholder 6">
            <a:extLst>
              <a:ext uri="{FF2B5EF4-FFF2-40B4-BE49-F238E27FC236}">
                <a16:creationId xmlns:a16="http://schemas.microsoft.com/office/drawing/2014/main" id="{AA19B33D-C484-8F41-BB34-17F89364FCAD}"/>
              </a:ext>
            </a:extLst>
          </p:cNvPr>
          <p:cNvSpPr>
            <a:spLocks noGrp="1"/>
          </p:cNvSpPr>
          <p:nvPr>
            <p:ph type="sldNum" sz="quarter" idx="15"/>
          </p:nvPr>
        </p:nvSpPr>
        <p:spPr/>
        <p:txBody>
          <a:bodyPr/>
          <a:lstStyle/>
          <a:p>
            <a:fld id="{1C1606C5-D483-4832-A0E9-CF578A9B5883}" type="slidenum">
              <a:rPr lang="en-US" smtClean="0"/>
              <a:pPr/>
              <a:t>2</a:t>
            </a:fld>
            <a:endParaRPr lang="en-US"/>
          </a:p>
        </p:txBody>
      </p:sp>
      <p:graphicFrame>
        <p:nvGraphicFramePr>
          <p:cNvPr id="15" name="Table 14">
            <a:extLst>
              <a:ext uri="{FF2B5EF4-FFF2-40B4-BE49-F238E27FC236}">
                <a16:creationId xmlns:a16="http://schemas.microsoft.com/office/drawing/2014/main" id="{6900A9CB-6AA2-C454-0C9C-05D07E3BEE2C}"/>
              </a:ext>
            </a:extLst>
          </p:cNvPr>
          <p:cNvGraphicFramePr>
            <a:graphicFrameLocks noGrp="1"/>
          </p:cNvGraphicFramePr>
          <p:nvPr>
            <p:extLst>
              <p:ext uri="{D42A27DB-BD31-4B8C-83A1-F6EECF244321}">
                <p14:modId xmlns:p14="http://schemas.microsoft.com/office/powerpoint/2010/main" val="2758275428"/>
              </p:ext>
            </p:extLst>
          </p:nvPr>
        </p:nvGraphicFramePr>
        <p:xfrm>
          <a:off x="829500" y="1558909"/>
          <a:ext cx="10155988" cy="2026920"/>
        </p:xfrm>
        <a:graphic>
          <a:graphicData uri="http://schemas.openxmlformats.org/drawingml/2006/table">
            <a:tbl>
              <a:tblPr firstRow="1">
                <a:tableStyleId>{FABFCF23-3B69-468F-B69F-88F6DE6A72F2}</a:tableStyleId>
              </a:tblPr>
              <a:tblGrid>
                <a:gridCol w="1149612">
                  <a:extLst>
                    <a:ext uri="{9D8B030D-6E8A-4147-A177-3AD203B41FA5}">
                      <a16:colId xmlns:a16="http://schemas.microsoft.com/office/drawing/2014/main" val="2699862379"/>
                    </a:ext>
                  </a:extLst>
                </a:gridCol>
                <a:gridCol w="3928382">
                  <a:extLst>
                    <a:ext uri="{9D8B030D-6E8A-4147-A177-3AD203B41FA5}">
                      <a16:colId xmlns:a16="http://schemas.microsoft.com/office/drawing/2014/main" val="2135919893"/>
                    </a:ext>
                  </a:extLst>
                </a:gridCol>
                <a:gridCol w="2538997">
                  <a:extLst>
                    <a:ext uri="{9D8B030D-6E8A-4147-A177-3AD203B41FA5}">
                      <a16:colId xmlns:a16="http://schemas.microsoft.com/office/drawing/2014/main" val="3683021367"/>
                    </a:ext>
                  </a:extLst>
                </a:gridCol>
                <a:gridCol w="2538997">
                  <a:extLst>
                    <a:ext uri="{9D8B030D-6E8A-4147-A177-3AD203B41FA5}">
                      <a16:colId xmlns:a16="http://schemas.microsoft.com/office/drawing/2014/main" val="2898678097"/>
                    </a:ext>
                  </a:extLst>
                </a:gridCol>
              </a:tblGrid>
              <a:tr h="370840">
                <a:tc>
                  <a:txBody>
                    <a:bodyPr/>
                    <a:lstStyle/>
                    <a:p>
                      <a:r>
                        <a:rPr lang="en-US" b="0">
                          <a:solidFill>
                            <a:schemeClr val="tx1"/>
                          </a:solidFill>
                        </a:rPr>
                        <a:t>Version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en-US" b="0">
                          <a:solidFill>
                            <a:schemeClr val="tx1"/>
                          </a:solidFill>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en-US" b="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en-US" b="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59798822"/>
                  </a:ext>
                </a:extLst>
              </a:tr>
              <a:tr h="370840">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dk1"/>
                          </a:solidFill>
                          <a:effectLst/>
                          <a:latin typeface="+mn-lt"/>
                          <a:ea typeface="+mn-ea"/>
                          <a:cs typeface="+mn-cs"/>
                        </a:rPr>
                        <a:t>06/04/2025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dirty="0">
                          <a:solidFill>
                            <a:schemeClr val="dk1"/>
                          </a:solidFill>
                          <a:effectLst/>
                          <a:latin typeface="+mn-lt"/>
                          <a:ea typeface="+mn-ea"/>
                          <a:cs typeface="+mn-cs"/>
                        </a:rPr>
                        <a:t>Mohamed Kerbachi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Intercom wired connection in UK offices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06431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09233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049179"/>
                  </a:ext>
                </a:extLst>
              </a:tr>
            </a:tbl>
          </a:graphicData>
        </a:graphic>
      </p:graphicFrame>
    </p:spTree>
    <p:extLst>
      <p:ext uri="{BB962C8B-B14F-4D97-AF65-F5344CB8AC3E}">
        <p14:creationId xmlns:p14="http://schemas.microsoft.com/office/powerpoint/2010/main" val="2662718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36B25-B999-A7FE-96D3-E05DC6B8BC9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A9FBA3D-41F0-3F47-954D-163775611090}"/>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DD331C-6B2B-7074-B597-A3271EEA827D}"/>
              </a:ext>
            </a:extLst>
          </p:cNvPr>
          <p:cNvSpPr>
            <a:spLocks noGrp="1"/>
          </p:cNvSpPr>
          <p:nvPr>
            <p:ph type="title"/>
          </p:nvPr>
        </p:nvSpPr>
        <p:spPr/>
        <p:txBody>
          <a:bodyPr/>
          <a:lstStyle/>
          <a:p>
            <a:r>
              <a:rPr lang="en-US"/>
              <a:t>Design Pattern Description</a:t>
            </a:r>
          </a:p>
        </p:txBody>
      </p:sp>
      <p:sp>
        <p:nvSpPr>
          <p:cNvPr id="7" name="Slide Number Placeholder 6">
            <a:extLst>
              <a:ext uri="{FF2B5EF4-FFF2-40B4-BE49-F238E27FC236}">
                <a16:creationId xmlns:a16="http://schemas.microsoft.com/office/drawing/2014/main" id="{B1339460-4579-B31B-1D69-EA95C8A8A432}"/>
              </a:ext>
            </a:extLst>
          </p:cNvPr>
          <p:cNvSpPr>
            <a:spLocks noGrp="1"/>
          </p:cNvSpPr>
          <p:nvPr>
            <p:ph type="sldNum" sz="quarter" idx="15"/>
          </p:nvPr>
        </p:nvSpPr>
        <p:spPr/>
        <p:txBody>
          <a:bodyPr/>
          <a:lstStyle/>
          <a:p>
            <a:fld id="{1C1606C5-D483-4832-A0E9-CF578A9B5883}" type="slidenum">
              <a:rPr lang="en-US" smtClean="0"/>
              <a:pPr/>
              <a:t>3</a:t>
            </a:fld>
            <a:endParaRPr lang="en-US"/>
          </a:p>
        </p:txBody>
      </p:sp>
      <p:sp>
        <p:nvSpPr>
          <p:cNvPr id="13" name="Text Placeholder 13">
            <a:extLst>
              <a:ext uri="{FF2B5EF4-FFF2-40B4-BE49-F238E27FC236}">
                <a16:creationId xmlns:a16="http://schemas.microsoft.com/office/drawing/2014/main" id="{50D00A59-C251-F4DE-5309-54519CC22C3E}"/>
              </a:ext>
            </a:extLst>
          </p:cNvPr>
          <p:cNvSpPr txBox="1">
            <a:spLocks/>
          </p:cNvSpPr>
          <p:nvPr/>
        </p:nvSpPr>
        <p:spPr>
          <a:xfrm>
            <a:off x="480000" y="1007641"/>
            <a:ext cx="10515600" cy="371555"/>
          </a:xfrm>
          <a:prstGeom prst="rect">
            <a:avLst/>
          </a:prstGeom>
        </p:spPr>
        <p:txBody>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pPr>
              <a:buNone/>
            </a:pPr>
            <a:r>
              <a:rPr lang="en-US" b="1" i="1">
                <a:solidFill>
                  <a:srgbClr val="7030A0"/>
                </a:solidFill>
              </a:rPr>
              <a:t>Overview </a:t>
            </a:r>
          </a:p>
        </p:txBody>
      </p:sp>
      <p:sp>
        <p:nvSpPr>
          <p:cNvPr id="14" name="TextBox 13">
            <a:extLst>
              <a:ext uri="{FF2B5EF4-FFF2-40B4-BE49-F238E27FC236}">
                <a16:creationId xmlns:a16="http://schemas.microsoft.com/office/drawing/2014/main" id="{948DE857-905E-C9B9-A60C-636CB84A3A48}"/>
              </a:ext>
            </a:extLst>
          </p:cNvPr>
          <p:cNvSpPr txBox="1"/>
          <p:nvPr/>
        </p:nvSpPr>
        <p:spPr>
          <a:xfrm>
            <a:off x="519590" y="2037001"/>
            <a:ext cx="3411190" cy="355482"/>
          </a:xfrm>
          <a:prstGeom prst="rect">
            <a:avLst/>
          </a:prstGeom>
          <a:noFill/>
        </p:spPr>
        <p:txBody>
          <a:bodyPr wrap="none" rtlCol="0">
            <a:spAutoFit/>
          </a:bodyPr>
          <a:lstStyle/>
          <a:p>
            <a:r>
              <a:rPr lang="en-US" b="1" i="1" dirty="0">
                <a:solidFill>
                  <a:srgbClr val="7030A0"/>
                </a:solidFill>
              </a:rPr>
              <a:t>Key Use Case Considerations</a:t>
            </a:r>
            <a:endParaRPr lang="en-US" b="1" dirty="0">
              <a:solidFill>
                <a:srgbClr val="7030A0"/>
              </a:solidFill>
            </a:endParaRPr>
          </a:p>
        </p:txBody>
      </p:sp>
      <p:sp>
        <p:nvSpPr>
          <p:cNvPr id="15" name="TextBox 14">
            <a:extLst>
              <a:ext uri="{FF2B5EF4-FFF2-40B4-BE49-F238E27FC236}">
                <a16:creationId xmlns:a16="http://schemas.microsoft.com/office/drawing/2014/main" id="{CFEB935C-612D-CDA3-5636-3CFA69D9EA0B}"/>
              </a:ext>
            </a:extLst>
          </p:cNvPr>
          <p:cNvSpPr txBox="1"/>
          <p:nvPr/>
        </p:nvSpPr>
        <p:spPr>
          <a:xfrm>
            <a:off x="480000" y="1425249"/>
            <a:ext cx="10960285" cy="518511"/>
          </a:xfrm>
          <a:prstGeom prst="rect">
            <a:avLst/>
          </a:prstGeom>
          <a:solidFill>
            <a:schemeClr val="bg1">
              <a:lumMod val="95000"/>
            </a:schemeClr>
          </a:solidFill>
        </p:spPr>
        <p:txBody>
          <a:bodyPr wrap="square" rtlCol="0">
            <a:normAutofit/>
          </a:bodyPr>
          <a:lstStyle/>
          <a:p>
            <a:pPr>
              <a:lnSpc>
                <a:spcPct val="115000"/>
              </a:lnSpc>
              <a:spcAft>
                <a:spcPts val="300"/>
              </a:spcAft>
            </a:pPr>
            <a:r>
              <a:rPr lang="en-US" sz="1600" dirty="0">
                <a:effectLst/>
                <a:latin typeface="Calibri" panose="020F0502020204030204" pitchFamily="34" charset="0"/>
                <a:ea typeface="Calibri" panose="020F0502020204030204" pitchFamily="34" charset="0"/>
                <a:cs typeface="Arial" panose="020B0604020202020204" pitchFamily="34" charset="0"/>
              </a:rPr>
              <a:t>This is the architecture pattern for integrating third-party Intercom provider in UK Datacenter Edinburg</a:t>
            </a:r>
            <a:r>
              <a:rPr lang="en-US" sz="1600" dirty="0">
                <a:latin typeface="Calibri" panose="020F0502020204030204" pitchFamily="34" charset="0"/>
                <a:ea typeface="Calibri" panose="020F0502020204030204" pitchFamily="34" charset="0"/>
                <a:cs typeface="Arial" panose="020B0604020202020204" pitchFamily="34" charset="0"/>
              </a:rPr>
              <a:t>h and Witham</a:t>
            </a:r>
            <a:endParaRPr lang="en-US" sz="1600" i="1" dirty="0">
              <a:effectLst/>
              <a:latin typeface="Arial" panose="020B0604020202020204" pitchFamily="34" charset="0"/>
              <a:ea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3D8CB094-04B4-7139-5EBC-DB2F9C867A11}"/>
              </a:ext>
            </a:extLst>
          </p:cNvPr>
          <p:cNvSpPr txBox="1"/>
          <p:nvPr/>
        </p:nvSpPr>
        <p:spPr>
          <a:xfrm>
            <a:off x="486340" y="2391686"/>
            <a:ext cx="11400860" cy="3885823"/>
          </a:xfrm>
          <a:prstGeom prst="rect">
            <a:avLst/>
          </a:prstGeom>
          <a:solidFill>
            <a:schemeClr val="bg1">
              <a:lumMod val="95000"/>
            </a:schemeClr>
          </a:solidFill>
        </p:spPr>
        <p:txBody>
          <a:bodyPr wrap="square" lIns="91440" tIns="45720" rIns="91440" bIns="45720" rtlCol="0" anchor="t">
            <a:noAutofit/>
          </a:bodyPr>
          <a:lstStyle/>
          <a:p>
            <a:pPr marL="0" marR="0">
              <a:lnSpc>
                <a:spcPct val="107000"/>
              </a:lnSpc>
              <a:spcBef>
                <a:spcPts val="200"/>
              </a:spcBef>
              <a:spcAft>
                <a:spcPts val="0"/>
              </a:spcAft>
            </a:pPr>
            <a:r>
              <a:rPr lang="en-US" sz="16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BU Need &amp; Request</a:t>
            </a:r>
          </a:p>
          <a:p>
            <a:pPr marL="0" marR="0">
              <a:lnSpc>
                <a:spcPct val="107000"/>
              </a:lnSpc>
              <a:spcBef>
                <a:spcPts val="200"/>
              </a:spcBef>
              <a:spcAft>
                <a:spcPts val="0"/>
              </a:spcAft>
            </a:pPr>
            <a:r>
              <a:rPr lang="en-US" sz="1600" kern="100" dirty="0">
                <a:effectLst/>
                <a:latin typeface="Calibri" panose="020F0502020204030204" pitchFamily="34" charset="0"/>
                <a:ea typeface="Calibri" panose="020F0502020204030204" pitchFamily="34" charset="0"/>
                <a:cs typeface="Arial" panose="020B0604020202020204" pitchFamily="34" charset="0"/>
              </a:rPr>
              <a:t>AUK requires the installation of Intercom equipment in UK offices.</a:t>
            </a:r>
          </a:p>
          <a:p>
            <a:pPr marL="0" marR="0">
              <a:lnSpc>
                <a:spcPct val="107000"/>
              </a:lnSpc>
              <a:spcBef>
                <a:spcPts val="200"/>
              </a:spcBef>
              <a:spcAft>
                <a:spcPts val="0"/>
              </a:spcAft>
            </a:pP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200"/>
              </a:spcBef>
            </a:pPr>
            <a:r>
              <a:rPr lang="en-US" sz="1600" b="1" dirty="0">
                <a:solidFill>
                  <a:srgbClr val="2F5496"/>
                </a:solidFill>
                <a:latin typeface="Calibri Light" panose="020F0302020204030204" pitchFamily="34" charset="0"/>
                <a:ea typeface="Yu Gothic Light" panose="020B0300000000000000" pitchFamily="34" charset="-128"/>
                <a:cs typeface="Times New Roman" panose="02020603050405020304" pitchFamily="18" charset="0"/>
              </a:rPr>
              <a:t>Existing Architecture</a:t>
            </a:r>
          </a:p>
          <a:p>
            <a:pPr marL="0" marR="0">
              <a:lnSpc>
                <a:spcPct val="107000"/>
              </a:lnSpc>
              <a:spcBef>
                <a:spcPts val="200"/>
              </a:spcBef>
              <a:spcAft>
                <a:spcPts val="0"/>
              </a:spcAft>
            </a:pPr>
            <a:r>
              <a:rPr lang="en-US" sz="1600" kern="100" dirty="0">
                <a:effectLst/>
                <a:latin typeface="Calibri" panose="020F0502020204030204" pitchFamily="34" charset="0"/>
                <a:ea typeface="Calibri" panose="020F0502020204030204" pitchFamily="34" charset="0"/>
                <a:cs typeface="Arial" panose="020B0604020202020204" pitchFamily="34" charset="0"/>
              </a:rPr>
              <a:t>An existing architecture "</a:t>
            </a:r>
            <a:r>
              <a:rPr lang="en-US" sz="1600" kern="100" dirty="0">
                <a:effectLst/>
                <a:latin typeface="Calibri" panose="020F0502020204030204" pitchFamily="34" charset="0"/>
                <a:ea typeface="Calibri" panose="020F0502020204030204" pitchFamily="34" charset="0"/>
                <a:cs typeface="Arial" panose="020B0604020202020204" pitchFamily="34" charset="0"/>
                <a:hlinkClick r:id="rId2"/>
              </a:rPr>
              <a:t>New Office Experience ACBSD-3160</a:t>
            </a:r>
            <a:r>
              <a:rPr lang="en-US" sz="1600" kern="100" dirty="0">
                <a:effectLst/>
                <a:latin typeface="Calibri" panose="020F0502020204030204" pitchFamily="34" charset="0"/>
                <a:ea typeface="Calibri" panose="020F0502020204030204" pitchFamily="34" charset="0"/>
                <a:cs typeface="Arial" panose="020B0604020202020204" pitchFamily="34" charset="0"/>
              </a:rPr>
              <a:t>" defines the Wireless office experience, Aegon's devices and BYOD use Wireless connection to get access to Intranet and Internet.</a:t>
            </a:r>
          </a:p>
          <a:p>
            <a:pPr marL="0" marR="0">
              <a:lnSpc>
                <a:spcPct val="107000"/>
              </a:lnSpc>
              <a:spcBef>
                <a:spcPts val="0"/>
              </a:spcBef>
              <a:spcAft>
                <a:spcPts val="0"/>
              </a:spcAft>
            </a:pPr>
            <a:endParaRPr lang="en-US" sz="16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b="1" dirty="0">
                <a:solidFill>
                  <a:srgbClr val="2F5496"/>
                </a:solidFill>
                <a:latin typeface="Calibri Light" panose="020F0302020204030204" pitchFamily="34" charset="0"/>
                <a:ea typeface="Yu Gothic Light" panose="020B0300000000000000" pitchFamily="34" charset="-128"/>
                <a:cs typeface="Times New Roman" panose="02020603050405020304" pitchFamily="18" charset="0"/>
              </a:rPr>
              <a:t>New design pattern</a:t>
            </a:r>
          </a:p>
          <a:p>
            <a:pPr marL="0" marR="0">
              <a:lnSpc>
                <a:spcPct val="107000"/>
              </a:lnSpc>
              <a:spcBef>
                <a:spcPts val="0"/>
              </a:spcBef>
              <a:spcAft>
                <a:spcPts val="0"/>
              </a:spcAft>
            </a:pPr>
            <a:r>
              <a:rPr lang="en-US" sz="1600" kern="100" dirty="0">
                <a:effectLst/>
                <a:latin typeface="Calibri" panose="020F0502020204030204" pitchFamily="34" charset="0"/>
                <a:ea typeface="Calibri" panose="020F0502020204030204" pitchFamily="34" charset="0"/>
                <a:cs typeface="Arial" panose="020B0604020202020204" pitchFamily="34" charset="0"/>
              </a:rPr>
              <a:t>The need to use wired connection for the Intercom equipment (wireless connection is not applicable)</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0009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CC942-8F7E-79E2-226E-51F9BF679E5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50DE58F-AB3F-0D44-13A5-DA475415532B}"/>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BCC4F-945E-CD8C-E349-F5B7C0FE169F}"/>
              </a:ext>
            </a:extLst>
          </p:cNvPr>
          <p:cNvSpPr>
            <a:spLocks noGrp="1"/>
          </p:cNvSpPr>
          <p:nvPr>
            <p:ph type="title"/>
          </p:nvPr>
        </p:nvSpPr>
        <p:spPr/>
        <p:txBody>
          <a:bodyPr/>
          <a:lstStyle/>
          <a:p>
            <a:r>
              <a:rPr lang="en-US"/>
              <a:t>Principles Alignment</a:t>
            </a:r>
          </a:p>
        </p:txBody>
      </p:sp>
      <p:sp>
        <p:nvSpPr>
          <p:cNvPr id="5" name="Text Placeholder 4">
            <a:extLst>
              <a:ext uri="{FF2B5EF4-FFF2-40B4-BE49-F238E27FC236}">
                <a16:creationId xmlns:a16="http://schemas.microsoft.com/office/drawing/2014/main" id="{2720D0E5-2D2A-2BD9-8FCC-9C9306578684}"/>
              </a:ext>
            </a:extLst>
          </p:cNvPr>
          <p:cNvSpPr>
            <a:spLocks noGrp="1"/>
          </p:cNvSpPr>
          <p:nvPr>
            <p:ph type="body" sz="quarter" idx="13"/>
          </p:nvPr>
        </p:nvSpPr>
        <p:spPr>
          <a:xfrm>
            <a:off x="533999" y="941067"/>
            <a:ext cx="6145769" cy="225333"/>
          </a:xfrm>
        </p:spPr>
        <p:txBody>
          <a:bodyPr/>
          <a:lstStyle/>
          <a:p>
            <a:r>
              <a:rPr lang="en-US"/>
              <a:t>Architecture Principles and Considerations Summary</a:t>
            </a:r>
          </a:p>
        </p:txBody>
      </p:sp>
      <p:sp>
        <p:nvSpPr>
          <p:cNvPr id="7" name="Slide Number Placeholder 6">
            <a:extLst>
              <a:ext uri="{FF2B5EF4-FFF2-40B4-BE49-F238E27FC236}">
                <a16:creationId xmlns:a16="http://schemas.microsoft.com/office/drawing/2014/main" id="{2E39817A-14DC-E797-44CD-BDFC14AABCBC}"/>
              </a:ext>
            </a:extLst>
          </p:cNvPr>
          <p:cNvSpPr>
            <a:spLocks noGrp="1"/>
          </p:cNvSpPr>
          <p:nvPr>
            <p:ph type="sldNum" sz="quarter" idx="15"/>
          </p:nvPr>
        </p:nvSpPr>
        <p:spPr/>
        <p:txBody>
          <a:bodyPr/>
          <a:lstStyle/>
          <a:p>
            <a:fld id="{1C1606C5-D483-4832-A0E9-CF578A9B5883}" type="slidenum">
              <a:rPr lang="en-US" smtClean="0"/>
              <a:pPr/>
              <a:t>4</a:t>
            </a:fld>
            <a:endParaRPr lang="en-US"/>
          </a:p>
        </p:txBody>
      </p:sp>
      <p:sp>
        <p:nvSpPr>
          <p:cNvPr id="11" name="TextBox 10">
            <a:extLst>
              <a:ext uri="{FF2B5EF4-FFF2-40B4-BE49-F238E27FC236}">
                <a16:creationId xmlns:a16="http://schemas.microsoft.com/office/drawing/2014/main" id="{697FBA63-2825-6547-6E7F-FD80689DB6B8}"/>
              </a:ext>
            </a:extLst>
          </p:cNvPr>
          <p:cNvSpPr txBox="1"/>
          <p:nvPr/>
        </p:nvSpPr>
        <p:spPr>
          <a:xfrm>
            <a:off x="579437" y="1284270"/>
            <a:ext cx="10921221" cy="5095982"/>
          </a:xfrm>
          <a:prstGeom prst="rect">
            <a:avLst/>
          </a:prstGeom>
          <a:solidFill>
            <a:schemeClr val="bg1">
              <a:lumMod val="95000"/>
            </a:schemeClr>
          </a:solidFill>
        </p:spPr>
        <p:txBody>
          <a:bodyPr wrap="square" rtlCol="0">
            <a:noAutofit/>
          </a:bodyPr>
          <a:lstStyle/>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[Security</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Deploy AWS API Gateway behind Imperva and GTS Hosting VPC for firewall protection and inspection.  The hosting Service handles TLS/</a:t>
            </a:r>
            <a:r>
              <a:rPr lang="en-US" sz="1400" kern="100" dirty="0" err="1">
                <a:effectLst/>
                <a:latin typeface="Calibri" panose="020F0502020204030204" pitchFamily="34" charset="0"/>
                <a:ea typeface="Calibri" panose="020F0502020204030204" pitchFamily="34" charset="0"/>
                <a:cs typeface="Arial" panose="020B0604020202020204" pitchFamily="34" charset="0"/>
              </a:rPr>
              <a:t>mTLS</a:t>
            </a:r>
            <a:r>
              <a:rPr lang="en-US" sz="1400" kern="100" dirty="0">
                <a:effectLst/>
                <a:latin typeface="Calibri" panose="020F0502020204030204" pitchFamily="34" charset="0"/>
                <a:ea typeface="Calibri" panose="020F0502020204030204" pitchFamily="34" charset="0"/>
                <a:cs typeface="Arial" panose="020B0604020202020204" pitchFamily="34" charset="0"/>
              </a:rPr>
              <a:t> and/or IPs whitelisting.</a:t>
            </a:r>
          </a:p>
          <a:p>
            <a:pPr marL="0" marR="0">
              <a:lnSpc>
                <a:spcPct val="107000"/>
              </a:lnSpc>
              <a:spcBef>
                <a:spcPts val="0"/>
              </a:spcBef>
              <a:spcAft>
                <a:spcPts val="0"/>
              </a:spcAft>
            </a:pP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Scalability</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Use serverless Lambda functions behind the API Gateway to scale for fluctuating API traffics.</a:t>
            </a:r>
          </a:p>
          <a:p>
            <a:pPr marL="0" marR="0">
              <a:lnSpc>
                <a:spcPct val="107000"/>
              </a:lnSpc>
              <a:spcBef>
                <a:spcPts val="0"/>
              </a:spcBef>
              <a:spcAft>
                <a:spcPts val="0"/>
              </a:spcAft>
            </a:pPr>
            <a:endPar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endParaRPr>
          </a:p>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Resiliency</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Use API </a:t>
            </a:r>
            <a:r>
              <a:rPr lang="en-US" sz="1400" dirty="0">
                <a:latin typeface="Calibri" panose="020F0502020204030204" pitchFamily="34" charset="0"/>
                <a:ea typeface="Calibri" panose="020F0502020204030204" pitchFamily="34" charset="0"/>
                <a:cs typeface="Arial" panose="020B0604020202020204" pitchFamily="34" charset="0"/>
              </a:rPr>
              <a:t>keys</a:t>
            </a:r>
            <a:r>
              <a:rPr lang="en-US" sz="1400" kern="100" dirty="0">
                <a:effectLst/>
                <a:latin typeface="Calibri" panose="020F0502020204030204" pitchFamily="34" charset="0"/>
                <a:ea typeface="Calibri" panose="020F0502020204030204" pitchFamily="34" charset="0"/>
                <a:cs typeface="Arial" panose="020B0604020202020204" pitchFamily="34" charset="0"/>
              </a:rPr>
              <a:t> to enforce rate limiting throttle for clients with unpredictable traffics and to mitigate abuse and DDoS attacks</a:t>
            </a:r>
            <a:r>
              <a:rPr lang="en-US" sz="1400" dirty="0">
                <a:latin typeface="Calibri" panose="020F0502020204030204" pitchFamily="34" charset="0"/>
                <a:ea typeface="Calibri" panose="020F0502020204030204" pitchFamily="34" charset="0"/>
                <a:cs typeface="Arial" panose="020B0604020202020204" pitchFamily="34" charset="0"/>
              </a:rPr>
              <a:t> per use case.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Performance</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Use API caching with appropriate cache key to cache frequent responses and reduce latency, traffic, and demand on the service providers.</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Versioning</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Use AWS API Gateway stage-name to manage API version, configuration settings, Lambda function ARN and service provider URLs.</a:t>
            </a:r>
          </a:p>
          <a:p>
            <a:pPr marL="0" marR="0">
              <a:lnSpc>
                <a:spcPct val="107000"/>
              </a:lnSpc>
              <a:spcBef>
                <a:spcPts val="0"/>
              </a:spcBef>
              <a:spcAft>
                <a:spcPts val="0"/>
              </a:spcAft>
            </a:pPr>
            <a:r>
              <a:rPr lang="en-US" sz="1400" kern="1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200"/>
              </a:spcBef>
              <a:spcAft>
                <a:spcPts val="0"/>
              </a:spcAft>
            </a:pPr>
            <a:r>
              <a:rPr lang="en-US" sz="1400" b="1" kern="100" dirty="0">
                <a:solidFill>
                  <a:srgbClr val="2F5496"/>
                </a:solidFill>
                <a:effectLst/>
                <a:latin typeface="Calibri Light" panose="020F0302020204030204" pitchFamily="34" charset="0"/>
                <a:ea typeface="Yu Gothic Light" panose="020B0300000000000000" pitchFamily="34" charset="-128"/>
                <a:cs typeface="Times New Roman" panose="02020603050405020304" pitchFamily="18" charset="0"/>
              </a:rPr>
              <a:t>Observability &amp; Security Monitoring</a:t>
            </a:r>
          </a:p>
          <a:p>
            <a:pPr>
              <a:buNone/>
            </a:pPr>
            <a:r>
              <a:rPr lang="en-US" sz="1400" dirty="0">
                <a:effectLst/>
                <a:latin typeface="Calibri" panose="020F0502020204030204" pitchFamily="34" charset="0"/>
                <a:ea typeface="Calibri" panose="020F0502020204030204" pitchFamily="34" charset="0"/>
                <a:cs typeface="Arial" panose="020B0604020202020204" pitchFamily="34" charset="0"/>
              </a:rPr>
              <a:t>Use CloudWatch to filter and send business logs to Neptune for retention and business observability.  Monitoring and alerting will be configurable by the Neptune stack. It is optional per business requirement to implement. </a:t>
            </a:r>
          </a:p>
          <a:p>
            <a:pPr>
              <a:buNone/>
            </a:pPr>
            <a:r>
              <a:rPr lang="en-US" sz="1400" dirty="0">
                <a:effectLst/>
                <a:latin typeface="Calibri" panose="020F0502020204030204" pitchFamily="34" charset="0"/>
                <a:ea typeface="Calibri" panose="020F0502020204030204" pitchFamily="34" charset="0"/>
                <a:cs typeface="Arial" panose="020B0604020202020204" pitchFamily="34" charset="0"/>
              </a:rPr>
              <a:t>Additionally, CloudTrail is enabled by default on each account to capture API logs for Splunk for information security monitoring.  This option is not configurable.]</a:t>
            </a:r>
          </a:p>
        </p:txBody>
      </p:sp>
      <p:sp>
        <p:nvSpPr>
          <p:cNvPr id="12" name="TextBox 11">
            <a:extLst>
              <a:ext uri="{FF2B5EF4-FFF2-40B4-BE49-F238E27FC236}">
                <a16:creationId xmlns:a16="http://schemas.microsoft.com/office/drawing/2014/main" id="{0E60CF25-3BC1-5213-637A-C820E4B506B0}"/>
              </a:ext>
            </a:extLst>
          </p:cNvPr>
          <p:cNvSpPr txBox="1"/>
          <p:nvPr/>
        </p:nvSpPr>
        <p:spPr>
          <a:xfrm>
            <a:off x="4500664" y="3034953"/>
            <a:ext cx="2489072" cy="1289074"/>
          </a:xfrm>
          <a:prstGeom prst="rect">
            <a:avLst/>
          </a:prstGeom>
          <a:solidFill>
            <a:schemeClr val="bg1"/>
          </a:solidFill>
          <a:ln>
            <a:solidFill>
              <a:schemeClr val="accent2"/>
            </a:solidFill>
          </a:ln>
        </p:spPr>
        <p:txBody>
          <a:bodyPr wrap="square" lIns="50800" tIns="50800" rIns="50800" bIns="50800" rtlCol="0" anchor="ctr">
            <a:noAutofit/>
          </a:bodyPr>
          <a:lstStyle/>
          <a:p>
            <a:pPr algn="ctr"/>
            <a:r>
              <a:rPr lang="en-US" kern="100" spc="-30" dirty="0">
                <a:solidFill>
                  <a:srgbClr val="FF0000"/>
                </a:solidFill>
              </a:rPr>
              <a:t>Not relevant</a:t>
            </a:r>
          </a:p>
        </p:txBody>
      </p:sp>
    </p:spTree>
    <p:extLst>
      <p:ext uri="{BB962C8B-B14F-4D97-AF65-F5344CB8AC3E}">
        <p14:creationId xmlns:p14="http://schemas.microsoft.com/office/powerpoint/2010/main" val="537085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602-53DB-4111-87B3-298BF160379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E87584C-0616-D8F6-E08C-728134339B7D}"/>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B55D7-AE0D-9609-1385-87936105E728}"/>
              </a:ext>
            </a:extLst>
          </p:cNvPr>
          <p:cNvSpPr>
            <a:spLocks noGrp="1"/>
          </p:cNvSpPr>
          <p:nvPr>
            <p:ph type="title"/>
          </p:nvPr>
        </p:nvSpPr>
        <p:spPr>
          <a:xfrm>
            <a:off x="480000" y="252001"/>
            <a:ext cx="11232000" cy="662400"/>
          </a:xfrm>
        </p:spPr>
        <p:txBody>
          <a:bodyPr/>
          <a:lstStyle/>
          <a:p>
            <a:r>
              <a:rPr lang="en-US" dirty="0"/>
              <a:t>Original Architecture Diagram (UK Office)</a:t>
            </a:r>
          </a:p>
        </p:txBody>
      </p:sp>
      <p:sp>
        <p:nvSpPr>
          <p:cNvPr id="3" name="Content Placeholder 2">
            <a:extLst>
              <a:ext uri="{FF2B5EF4-FFF2-40B4-BE49-F238E27FC236}">
                <a16:creationId xmlns:a16="http://schemas.microsoft.com/office/drawing/2014/main" id="{1B747080-522D-4D17-C6B7-7E9DDA85627E}"/>
              </a:ext>
            </a:extLst>
          </p:cNvPr>
          <p:cNvSpPr>
            <a:spLocks noGrp="1"/>
          </p:cNvSpPr>
          <p:nvPr>
            <p:ph sz="half" idx="1"/>
          </p:nvPr>
        </p:nvSpPr>
        <p:spPr>
          <a:xfrm>
            <a:off x="480000" y="1020151"/>
            <a:ext cx="4285040" cy="5425316"/>
          </a:xfrm>
        </p:spPr>
        <p:txBody>
          <a:bodyPr anchor="ctr"/>
          <a:lstStyle/>
          <a:p>
            <a:r>
              <a:rPr lang="en-US" dirty="0"/>
              <a:t>The target solution at UK offices is to use wi-fi as the primary connectivity for all remote office users.  The wi-fi network will be configured as a wi-fi hotspot, where the sole purpose of the wireless network is to provide access to the Internet. </a:t>
            </a:r>
            <a:br>
              <a:rPr lang="en-US" dirty="0"/>
            </a:br>
            <a:endParaRPr lang="en-US" dirty="0"/>
          </a:p>
          <a:p>
            <a:endParaRPr lang="en-US" dirty="0"/>
          </a:p>
        </p:txBody>
      </p:sp>
      <p:sp>
        <p:nvSpPr>
          <p:cNvPr id="7" name="Slide Number Placeholder 6">
            <a:extLst>
              <a:ext uri="{FF2B5EF4-FFF2-40B4-BE49-F238E27FC236}">
                <a16:creationId xmlns:a16="http://schemas.microsoft.com/office/drawing/2014/main" id="{D4251FDC-A22C-6A74-AE22-333A21BEB8C6}"/>
              </a:ext>
            </a:extLst>
          </p:cNvPr>
          <p:cNvSpPr>
            <a:spLocks noGrp="1"/>
          </p:cNvSpPr>
          <p:nvPr>
            <p:ph type="sldNum" sz="quarter" idx="15"/>
          </p:nvPr>
        </p:nvSpPr>
        <p:spPr/>
        <p:txBody>
          <a:bodyPr/>
          <a:lstStyle/>
          <a:p>
            <a:fld id="{1C1606C5-D483-4832-A0E9-CF578A9B5883}" type="slidenum">
              <a:rPr lang="en-US" smtClean="0"/>
              <a:pPr/>
              <a:t>5</a:t>
            </a:fld>
            <a:endParaRPr lang="en-US"/>
          </a:p>
        </p:txBody>
      </p:sp>
      <p:pic>
        <p:nvPicPr>
          <p:cNvPr id="1026" name="Picture 2" descr="Picture 1, Picture">
            <a:extLst>
              <a:ext uri="{FF2B5EF4-FFF2-40B4-BE49-F238E27FC236}">
                <a16:creationId xmlns:a16="http://schemas.microsoft.com/office/drawing/2014/main" id="{0A65D228-2369-4BD2-FBB5-15B430F36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329" y="1020150"/>
            <a:ext cx="7125752" cy="54253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53399A-2F81-FA69-0AA7-8A6C7D4436C0}"/>
              </a:ext>
            </a:extLst>
          </p:cNvPr>
          <p:cNvSpPr txBox="1"/>
          <p:nvPr/>
        </p:nvSpPr>
        <p:spPr>
          <a:xfrm>
            <a:off x="6096000" y="6337857"/>
            <a:ext cx="5008880" cy="426720"/>
          </a:xfrm>
          <a:prstGeom prst="rect">
            <a:avLst/>
          </a:prstGeom>
          <a:noFill/>
        </p:spPr>
        <p:txBody>
          <a:bodyPr wrap="none" lIns="50800" tIns="50800" rIns="50800" bIns="50800" rtlCol="0">
            <a:noAutofit/>
          </a:bodyPr>
          <a:lstStyle/>
          <a:p>
            <a:pPr algn="l"/>
            <a:r>
              <a:rPr lang="en-US" dirty="0"/>
              <a:t>From RITM-ACBSD-3160-New Office Experience</a:t>
            </a:r>
            <a:endParaRPr lang="en-US" kern="100" spc="-30" dirty="0"/>
          </a:p>
        </p:txBody>
      </p:sp>
    </p:spTree>
    <p:extLst>
      <p:ext uri="{BB962C8B-B14F-4D97-AF65-F5344CB8AC3E}">
        <p14:creationId xmlns:p14="http://schemas.microsoft.com/office/powerpoint/2010/main" val="848899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602-53DB-4111-87B3-298BF160379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E87584C-0616-D8F6-E08C-728134339B7D}"/>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B55D7-AE0D-9609-1385-87936105E728}"/>
              </a:ext>
            </a:extLst>
          </p:cNvPr>
          <p:cNvSpPr>
            <a:spLocks noGrp="1"/>
          </p:cNvSpPr>
          <p:nvPr>
            <p:ph type="title"/>
          </p:nvPr>
        </p:nvSpPr>
        <p:spPr/>
        <p:txBody>
          <a:bodyPr/>
          <a:lstStyle/>
          <a:p>
            <a:r>
              <a:rPr lang="en-US"/>
              <a:t>Design Pattern Architecture Diagram</a:t>
            </a:r>
          </a:p>
        </p:txBody>
      </p:sp>
      <p:sp>
        <p:nvSpPr>
          <p:cNvPr id="3" name="Content Placeholder 2">
            <a:extLst>
              <a:ext uri="{FF2B5EF4-FFF2-40B4-BE49-F238E27FC236}">
                <a16:creationId xmlns:a16="http://schemas.microsoft.com/office/drawing/2014/main" id="{1B747080-522D-4D17-C6B7-7E9DDA85627E}"/>
              </a:ext>
            </a:extLst>
          </p:cNvPr>
          <p:cNvSpPr>
            <a:spLocks noGrp="1"/>
          </p:cNvSpPr>
          <p:nvPr>
            <p:ph sz="half" idx="1"/>
          </p:nvPr>
        </p:nvSpPr>
        <p:spPr>
          <a:xfrm>
            <a:off x="480000" y="1116088"/>
            <a:ext cx="11825654" cy="914400"/>
          </a:xfrm>
        </p:spPr>
        <p:txBody>
          <a:bodyPr/>
          <a:lstStyle/>
          <a:p>
            <a:r>
              <a:rPr lang="en-US" dirty="0"/>
              <a:t>A brief overview of the components and structure implemented by the design pattern</a:t>
            </a:r>
          </a:p>
          <a:p>
            <a:endParaRPr lang="en-US" dirty="0"/>
          </a:p>
        </p:txBody>
      </p:sp>
      <p:sp>
        <p:nvSpPr>
          <p:cNvPr id="7" name="Slide Number Placeholder 6">
            <a:extLst>
              <a:ext uri="{FF2B5EF4-FFF2-40B4-BE49-F238E27FC236}">
                <a16:creationId xmlns:a16="http://schemas.microsoft.com/office/drawing/2014/main" id="{D4251FDC-A22C-6A74-AE22-333A21BEB8C6}"/>
              </a:ext>
            </a:extLst>
          </p:cNvPr>
          <p:cNvSpPr>
            <a:spLocks noGrp="1"/>
          </p:cNvSpPr>
          <p:nvPr>
            <p:ph type="sldNum" sz="quarter" idx="15"/>
          </p:nvPr>
        </p:nvSpPr>
        <p:spPr/>
        <p:txBody>
          <a:bodyPr/>
          <a:lstStyle/>
          <a:p>
            <a:fld id="{1C1606C5-D483-4832-A0E9-CF578A9B5883}" type="slidenum">
              <a:rPr lang="en-US" smtClean="0"/>
              <a:pPr/>
              <a:t>6</a:t>
            </a:fld>
            <a:endParaRPr lang="en-US"/>
          </a:p>
        </p:txBody>
      </p:sp>
      <p:pic>
        <p:nvPicPr>
          <p:cNvPr id="5" name="Picture 4" descr="A diagram of a network&#10;&#10;Description automatically generated">
            <a:extLst>
              <a:ext uri="{FF2B5EF4-FFF2-40B4-BE49-F238E27FC236}">
                <a16:creationId xmlns:a16="http://schemas.microsoft.com/office/drawing/2014/main" id="{35EF3D4A-7EF4-779F-C70B-32753235F903}"/>
              </a:ext>
            </a:extLst>
          </p:cNvPr>
          <p:cNvPicPr>
            <a:picLocks noChangeAspect="1"/>
          </p:cNvPicPr>
          <p:nvPr/>
        </p:nvPicPr>
        <p:blipFill>
          <a:blip r:embed="rId2"/>
          <a:stretch>
            <a:fillRect/>
          </a:stretch>
        </p:blipFill>
        <p:spPr>
          <a:xfrm>
            <a:off x="603156" y="1698450"/>
            <a:ext cx="6772275" cy="4781550"/>
          </a:xfrm>
          <a:prstGeom prst="rect">
            <a:avLst/>
          </a:prstGeom>
        </p:spPr>
      </p:pic>
      <p:sp>
        <p:nvSpPr>
          <p:cNvPr id="6" name="Content Placeholder 2">
            <a:extLst>
              <a:ext uri="{FF2B5EF4-FFF2-40B4-BE49-F238E27FC236}">
                <a16:creationId xmlns:a16="http://schemas.microsoft.com/office/drawing/2014/main" id="{E6E0F432-1064-B28D-720F-A2C1B35B225F}"/>
              </a:ext>
            </a:extLst>
          </p:cNvPr>
          <p:cNvSpPr txBox="1">
            <a:spLocks/>
          </p:cNvSpPr>
          <p:nvPr/>
        </p:nvSpPr>
        <p:spPr>
          <a:xfrm>
            <a:off x="7666960" y="1280525"/>
            <a:ext cx="4150571" cy="5425316"/>
          </a:xfrm>
          <a:prstGeom prst="rect">
            <a:avLst/>
          </a:prstGeom>
        </p:spPr>
        <p:txBody>
          <a:bodyPr vert="horz" lIns="0" tIns="0" rIns="0" bIns="0" rtlCol="0" anchor="ctr">
            <a:noAutofit/>
          </a:bodyPr>
          <a:lstStyle>
            <a:lvl1pPr marL="0" indent="0" algn="l" defTabSz="914400" rtl="0" eaLnBrk="1" latinLnBrk="0" hangingPunct="1">
              <a:lnSpc>
                <a:spcPct val="95000"/>
              </a:lnSpc>
              <a:spcBef>
                <a:spcPts val="600"/>
              </a:spcBef>
              <a:buClr>
                <a:srgbClr val="281805"/>
              </a:buClr>
              <a:buFont typeface="Arial" panose="020B0604020202020204" pitchFamily="34" charset="0"/>
              <a:buChar char="​"/>
              <a:defRPr sz="1800" b="0" kern="100" spc="-30" baseline="0">
                <a:solidFill>
                  <a:schemeClr val="tx1"/>
                </a:solidFill>
                <a:latin typeface="+mn-lt"/>
                <a:ea typeface="+mn-ea"/>
                <a:cs typeface="+mn-cs"/>
              </a:defRPr>
            </a:lvl1pPr>
            <a:lvl2pPr marL="180000" indent="-180000" algn="l" defTabSz="914400" rtl="0" eaLnBrk="1" latinLnBrk="0" hangingPunct="1">
              <a:lnSpc>
                <a:spcPct val="95000"/>
              </a:lnSpc>
              <a:spcBef>
                <a:spcPts val="600"/>
              </a:spcBef>
              <a:buClrTx/>
              <a:buFont typeface="Arial" panose="020B0604020202020204" pitchFamily="34" charset="0"/>
              <a:buChar char="▪"/>
              <a:defRPr sz="1800" b="0" kern="100" spc="-30" baseline="0">
                <a:solidFill>
                  <a:schemeClr val="tx1"/>
                </a:solidFill>
                <a:latin typeface="+mn-lt"/>
                <a:ea typeface="+mn-ea"/>
                <a:cs typeface="+mn-cs"/>
              </a:defRPr>
            </a:lvl2pPr>
            <a:lvl3pPr marL="360000" indent="-180000" algn="l" defTabSz="914400" rtl="0" eaLnBrk="1" latinLnBrk="0" hangingPunct="1">
              <a:lnSpc>
                <a:spcPct val="95000"/>
              </a:lnSpc>
              <a:spcBef>
                <a:spcPts val="300"/>
              </a:spcBef>
              <a:buClrTx/>
              <a:buFont typeface="Arial" panose="020B0604020202020204" pitchFamily="34" charset="0"/>
              <a:buChar char="•"/>
              <a:defRPr sz="1600" b="0" kern="100" spc="-30" baseline="0">
                <a:solidFill>
                  <a:schemeClr val="tx1"/>
                </a:solidFill>
                <a:latin typeface="+mn-lt"/>
                <a:ea typeface="+mn-ea"/>
                <a:cs typeface="+mn-cs"/>
              </a:defRPr>
            </a:lvl3pPr>
            <a:lvl4pPr marL="540000" indent="-180000" algn="l" defTabSz="914400" rtl="0" eaLnBrk="1" latinLnBrk="0" hangingPunct="1">
              <a:lnSpc>
                <a:spcPct val="95000"/>
              </a:lnSpc>
              <a:spcBef>
                <a:spcPts val="300"/>
              </a:spcBef>
              <a:buClrTx/>
              <a:buFont typeface="Arial" panose="020B0604020202020204" pitchFamily="34" charset="0"/>
              <a:buChar char="◦"/>
              <a:defRPr sz="1600" kern="100" spc="-30" baseline="0">
                <a:solidFill>
                  <a:schemeClr val="tx1"/>
                </a:solidFill>
                <a:latin typeface="+mn-lt"/>
                <a:ea typeface="+mn-ea"/>
                <a:cs typeface="+mn-cs"/>
              </a:defRPr>
            </a:lvl4pPr>
            <a:lvl5pPr marL="720000" indent="-180000" algn="l" defTabSz="914400" rtl="0" eaLnBrk="1" latinLnBrk="0" hangingPunct="1">
              <a:lnSpc>
                <a:spcPct val="95000"/>
              </a:lnSpc>
              <a:spcBef>
                <a:spcPts val="300"/>
              </a:spcBef>
              <a:buClrTx/>
              <a:buSzPct val="100000"/>
              <a:buFont typeface="Arial" panose="020E0502030303020204" pitchFamily="34" charset="0"/>
              <a:buChar char="–"/>
              <a:defRPr sz="1600" kern="100" spc="-30" baseline="0">
                <a:solidFill>
                  <a:schemeClr val="tx1"/>
                </a:solidFill>
                <a:latin typeface="+mn-lt"/>
                <a:ea typeface="+mn-ea"/>
                <a:cs typeface="+mn-cs"/>
              </a:defRPr>
            </a:lvl5pPr>
            <a:lvl6pPr marL="358775" indent="-358775" algn="l" defTabSz="914400" rtl="0" eaLnBrk="1" latinLnBrk="0" hangingPunct="1">
              <a:lnSpc>
                <a:spcPct val="95000"/>
              </a:lnSpc>
              <a:spcBef>
                <a:spcPts val="600"/>
              </a:spcBef>
              <a:buClr>
                <a:srgbClr val="281805"/>
              </a:buClr>
              <a:buSzPct val="90000"/>
              <a:buFont typeface="+mj-lt"/>
              <a:buAutoNum type="arabicPeriod"/>
              <a:tabLst/>
              <a:defRPr sz="1800" kern="100" spc="-30" baseline="0">
                <a:solidFill>
                  <a:schemeClr val="tx1"/>
                </a:solidFill>
                <a:latin typeface="+mn-lt"/>
                <a:ea typeface="+mn-ea"/>
                <a:cs typeface="+mn-cs"/>
              </a:defRPr>
            </a:lvl6pPr>
            <a:lvl7pPr marL="540000" indent="-180000" algn="l" defTabSz="914400" rtl="0" eaLnBrk="1" latinLnBrk="0" hangingPunct="1">
              <a:lnSpc>
                <a:spcPct val="95000"/>
              </a:lnSpc>
              <a:spcBef>
                <a:spcPts val="300"/>
              </a:spcBef>
              <a:buClr>
                <a:srgbClr val="281805"/>
              </a:buClr>
              <a:buSzPct val="100000"/>
              <a:buFont typeface="Arial" panose="020E0502030303020204" pitchFamily="34" charset="0"/>
              <a:buChar char="–"/>
              <a:defRPr sz="1600" kern="100" spc="-30" baseline="0">
                <a:solidFill>
                  <a:schemeClr val="tx1"/>
                </a:solidFill>
                <a:latin typeface="+mn-lt"/>
                <a:ea typeface="+mn-ea"/>
                <a:cs typeface="+mn-cs"/>
              </a:defRPr>
            </a:lvl7pPr>
            <a:lvl8pPr marL="360000" indent="-360000" algn="l" defTabSz="914400" rtl="0" eaLnBrk="1" latinLnBrk="0" hangingPunct="1">
              <a:lnSpc>
                <a:spcPct val="95000"/>
              </a:lnSpc>
              <a:spcBef>
                <a:spcPts val="600"/>
              </a:spcBef>
              <a:buClr>
                <a:srgbClr val="281805"/>
              </a:buClr>
              <a:buFont typeface="+mj-lt"/>
              <a:buAutoNum type="alphaLcPeriod"/>
              <a:defRPr sz="1800" b="0" kern="100" spc="-30" baseline="0">
                <a:solidFill>
                  <a:srgbClr val="281805"/>
                </a:solidFill>
                <a:latin typeface="+mn-lt"/>
                <a:ea typeface="+mn-ea"/>
                <a:cs typeface="+mn-cs"/>
              </a:defRPr>
            </a:lvl8pPr>
            <a:lvl9pPr marL="540000" indent="-180000" algn="l" defTabSz="914400" rtl="0" eaLnBrk="1" latinLnBrk="0" hangingPunct="1">
              <a:lnSpc>
                <a:spcPct val="95000"/>
              </a:lnSpc>
              <a:spcBef>
                <a:spcPts val="300"/>
              </a:spcBef>
              <a:buClrTx/>
              <a:buFont typeface="Arial" panose="02040503050406030204" pitchFamily="18" charset="0"/>
              <a:buChar char="–"/>
              <a:defRPr sz="1600" b="0" kern="100" spc="-30" baseline="0">
                <a:solidFill>
                  <a:srgbClr val="281805"/>
                </a:solidFill>
                <a:latin typeface="+mn-lt"/>
                <a:ea typeface="+mn-ea"/>
                <a:cs typeface="+mn-cs"/>
              </a:defRPr>
            </a:lvl9pPr>
          </a:lstStyle>
          <a:p>
            <a:pPr marL="285750" indent="-285750">
              <a:spcBef>
                <a:spcPts val="1200"/>
              </a:spcBef>
              <a:buFont typeface="Arial" panose="020B0604020202020204" pitchFamily="34" charset="0"/>
              <a:buChar char="•"/>
            </a:pPr>
            <a:r>
              <a:rPr lang="en-US" sz="1600" dirty="0"/>
              <a:t>Network traffic for the Intercom equipment isolated from Aegon Network in a dedicated VLAN (VLAN ID=2222).</a:t>
            </a:r>
          </a:p>
          <a:p>
            <a:pPr marL="285750" indent="-285750">
              <a:spcBef>
                <a:spcPts val="1200"/>
              </a:spcBef>
              <a:buFont typeface="Arial" panose="020B0604020202020204" pitchFamily="34" charset="0"/>
              <a:buChar char="•"/>
            </a:pPr>
            <a:r>
              <a:rPr lang="en-US" sz="1600" dirty="0"/>
              <a:t>All new Intercom equipment are wired.</a:t>
            </a:r>
          </a:p>
          <a:p>
            <a:pPr marL="285750" indent="-285750">
              <a:spcBef>
                <a:spcPts val="1200"/>
              </a:spcBef>
              <a:buFont typeface="Arial" panose="020B0604020202020204" pitchFamily="34" charset="0"/>
              <a:buChar char="•"/>
            </a:pPr>
            <a:r>
              <a:rPr lang="en-US" sz="1600" dirty="0"/>
              <a:t>Communication with the vendor using standard VPN pattern.</a:t>
            </a:r>
          </a:p>
          <a:p>
            <a:pPr marL="285750" indent="-285750">
              <a:spcBef>
                <a:spcPts val="1200"/>
              </a:spcBef>
              <a:buFont typeface="Arial" panose="020B0604020202020204" pitchFamily="34" charset="0"/>
              <a:buChar char="•"/>
            </a:pPr>
            <a:r>
              <a:rPr lang="en-US" dirty="0"/>
              <a:t>Equipment include: Cameras, Video Handsets and IP I/O modules</a:t>
            </a:r>
          </a:p>
          <a:p>
            <a:pPr marL="285750" indent="-285750">
              <a:spcBef>
                <a:spcPts val="1200"/>
              </a:spcBef>
              <a:buFont typeface="Arial" panose="020B0604020202020204" pitchFamily="34" charset="0"/>
              <a:buChar char="•"/>
            </a:pPr>
            <a:r>
              <a:rPr lang="en-US" dirty="0"/>
              <a:t>Equipment locations: 37 in Edinburgh, 11 in Witham</a:t>
            </a:r>
            <a:br>
              <a:rPr lang="en-US" dirty="0"/>
            </a:br>
            <a:endParaRPr lang="en-US" dirty="0"/>
          </a:p>
          <a:p>
            <a:endParaRPr lang="en-US" dirty="0"/>
          </a:p>
        </p:txBody>
      </p:sp>
    </p:spTree>
    <p:extLst>
      <p:ext uri="{BB962C8B-B14F-4D97-AF65-F5344CB8AC3E}">
        <p14:creationId xmlns:p14="http://schemas.microsoft.com/office/powerpoint/2010/main" val="354965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73C3-DE47-9EA7-6EA2-882D5178F8D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2A629FB-0FC0-C508-8A80-F93F7EA92C9D}"/>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BEB7C-FDD9-A830-DEA9-FA40CB049494}"/>
              </a:ext>
            </a:extLst>
          </p:cNvPr>
          <p:cNvSpPr>
            <a:spLocks noGrp="1"/>
          </p:cNvSpPr>
          <p:nvPr>
            <p:ph type="title"/>
          </p:nvPr>
        </p:nvSpPr>
        <p:spPr/>
        <p:txBody>
          <a:bodyPr/>
          <a:lstStyle/>
          <a:p>
            <a:r>
              <a:rPr lang="en-US"/>
              <a:t>Data Classification &amp; Data Use Compliance</a:t>
            </a:r>
          </a:p>
        </p:txBody>
      </p:sp>
      <p:sp>
        <p:nvSpPr>
          <p:cNvPr id="3" name="Content Placeholder 2">
            <a:extLst>
              <a:ext uri="{FF2B5EF4-FFF2-40B4-BE49-F238E27FC236}">
                <a16:creationId xmlns:a16="http://schemas.microsoft.com/office/drawing/2014/main" id="{CF1A4C87-E8C2-AD9C-F977-E34160B44CDE}"/>
              </a:ext>
            </a:extLst>
          </p:cNvPr>
          <p:cNvSpPr>
            <a:spLocks noGrp="1"/>
          </p:cNvSpPr>
          <p:nvPr>
            <p:ph sz="half" idx="1"/>
          </p:nvPr>
        </p:nvSpPr>
        <p:spPr>
          <a:xfrm>
            <a:off x="4028831" y="1305561"/>
            <a:ext cx="4431634" cy="506765"/>
          </a:xfrm>
        </p:spPr>
        <p:txBody>
          <a:bodyPr/>
          <a:lstStyle/>
          <a:p>
            <a:pPr algn="ctr">
              <a:lnSpc>
                <a:spcPct val="107000"/>
              </a:lnSpc>
              <a:spcBef>
                <a:spcPts val="200"/>
              </a:spcBef>
              <a:buNone/>
            </a:pPr>
            <a:r>
              <a:rPr lang="en-US" sz="1800" dirty="0">
                <a:latin typeface="Calibri" panose="020F0502020204030204" pitchFamily="34" charset="0"/>
                <a:ea typeface="Calibri" panose="020F0502020204030204" pitchFamily="34" charset="0"/>
                <a:cs typeface="Arial" panose="020B0604020202020204" pitchFamily="34" charset="0"/>
              </a:rPr>
              <a:t>Approved DPIA. Initiated by AUK Ref# 11678</a:t>
            </a:r>
          </a:p>
          <a:p>
            <a:pPr>
              <a:buNone/>
            </a:pPr>
            <a:endParaRPr lang="en-US" dirty="0"/>
          </a:p>
        </p:txBody>
      </p:sp>
      <p:sp>
        <p:nvSpPr>
          <p:cNvPr id="7" name="Slide Number Placeholder 6">
            <a:extLst>
              <a:ext uri="{FF2B5EF4-FFF2-40B4-BE49-F238E27FC236}">
                <a16:creationId xmlns:a16="http://schemas.microsoft.com/office/drawing/2014/main" id="{61D02C7C-1042-55D7-1622-71C308636373}"/>
              </a:ext>
            </a:extLst>
          </p:cNvPr>
          <p:cNvSpPr>
            <a:spLocks noGrp="1"/>
          </p:cNvSpPr>
          <p:nvPr>
            <p:ph type="sldNum" sz="quarter" idx="15"/>
          </p:nvPr>
        </p:nvSpPr>
        <p:spPr/>
        <p:txBody>
          <a:bodyPr/>
          <a:lstStyle/>
          <a:p>
            <a:fld id="{1C1606C5-D483-4832-A0E9-CF578A9B5883}" type="slidenum">
              <a:rPr lang="en-US" smtClean="0"/>
              <a:pPr/>
              <a:t>7</a:t>
            </a:fld>
            <a:endParaRPr lang="en-US"/>
          </a:p>
        </p:txBody>
      </p:sp>
      <p:graphicFrame>
        <p:nvGraphicFramePr>
          <p:cNvPr id="4" name="Table 3">
            <a:extLst>
              <a:ext uri="{FF2B5EF4-FFF2-40B4-BE49-F238E27FC236}">
                <a16:creationId xmlns:a16="http://schemas.microsoft.com/office/drawing/2014/main" id="{A72374DA-76B2-EC6B-CE09-6CE1DD9B08C5}"/>
              </a:ext>
            </a:extLst>
          </p:cNvPr>
          <p:cNvGraphicFramePr>
            <a:graphicFrameLocks noGrp="1"/>
          </p:cNvGraphicFramePr>
          <p:nvPr>
            <p:extLst>
              <p:ext uri="{D42A27DB-BD31-4B8C-83A1-F6EECF244321}">
                <p14:modId xmlns:p14="http://schemas.microsoft.com/office/powerpoint/2010/main" val="1726312206"/>
              </p:ext>
            </p:extLst>
          </p:nvPr>
        </p:nvGraphicFramePr>
        <p:xfrm>
          <a:off x="2693629" y="2504455"/>
          <a:ext cx="7102039" cy="1844192"/>
        </p:xfrm>
        <a:graphic>
          <a:graphicData uri="http://schemas.openxmlformats.org/drawingml/2006/table">
            <a:tbl>
              <a:tblPr firstRow="1" bandRow="1">
                <a:tableStyleId>{7E9639D4-E3E2-4D34-9284-5A2195B3D0D7}</a:tableStyleId>
              </a:tblPr>
              <a:tblGrid>
                <a:gridCol w="565322">
                  <a:extLst>
                    <a:ext uri="{9D8B030D-6E8A-4147-A177-3AD203B41FA5}">
                      <a16:colId xmlns:a16="http://schemas.microsoft.com/office/drawing/2014/main" val="1169536713"/>
                    </a:ext>
                  </a:extLst>
                </a:gridCol>
                <a:gridCol w="2690745">
                  <a:extLst>
                    <a:ext uri="{9D8B030D-6E8A-4147-A177-3AD203B41FA5}">
                      <a16:colId xmlns:a16="http://schemas.microsoft.com/office/drawing/2014/main" val="98420864"/>
                    </a:ext>
                  </a:extLst>
                </a:gridCol>
                <a:gridCol w="780730">
                  <a:extLst>
                    <a:ext uri="{9D8B030D-6E8A-4147-A177-3AD203B41FA5}">
                      <a16:colId xmlns:a16="http://schemas.microsoft.com/office/drawing/2014/main" val="4238175479"/>
                    </a:ext>
                  </a:extLst>
                </a:gridCol>
                <a:gridCol w="3065242">
                  <a:extLst>
                    <a:ext uri="{9D8B030D-6E8A-4147-A177-3AD203B41FA5}">
                      <a16:colId xmlns:a16="http://schemas.microsoft.com/office/drawing/2014/main" val="700609630"/>
                    </a:ext>
                  </a:extLst>
                </a:gridCol>
              </a:tblGrid>
              <a:tr h="256692">
                <a:tc gridSpan="2">
                  <a:txBody>
                    <a:bodyPr/>
                    <a:lstStyle/>
                    <a:p>
                      <a:pPr marL="0" marR="0">
                        <a:lnSpc>
                          <a:spcPct val="115000"/>
                        </a:lnSpc>
                        <a:spcBef>
                          <a:spcPts val="0"/>
                        </a:spcBef>
                        <a:spcAft>
                          <a:spcPts val="0"/>
                        </a:spcAft>
                      </a:pPr>
                      <a:r>
                        <a:rPr lang="en-US" sz="1000">
                          <a:effectLst/>
                        </a:rPr>
                        <a:t>   Data Classification </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gridSpan="2">
                  <a:txBody>
                    <a:bodyPr/>
                    <a:lstStyle/>
                    <a:p>
                      <a:pPr marL="0" marR="0">
                        <a:lnSpc>
                          <a:spcPct val="115000"/>
                        </a:lnSpc>
                        <a:spcBef>
                          <a:spcPts val="0"/>
                        </a:spcBef>
                        <a:spcAft>
                          <a:spcPts val="0"/>
                        </a:spcAft>
                      </a:pPr>
                      <a:r>
                        <a:rPr lang="en-US" sz="1000">
                          <a:effectLst/>
                        </a:rPr>
                        <a:t>      Data Legal and Regulatory Classification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extLst>
                  <a:ext uri="{0D108BD9-81ED-4DB2-BD59-A6C34878D82A}">
                    <a16:rowId xmlns:a16="http://schemas.microsoft.com/office/drawing/2014/main" val="394812871"/>
                  </a:ext>
                </a:extLst>
              </a:tr>
              <a:tr h="31051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dirty="0">
                          <a:effectLst/>
                        </a:rPr>
                        <a:t>Strictly Confidential</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Financial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34753096"/>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Confidential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Personal Identifiable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430598217"/>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Internal</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Protected Health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92490527"/>
                  </a:ext>
                </a:extLst>
              </a:tr>
              <a:tr h="324485">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Public</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Payment Card Information</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39892408"/>
                  </a:ext>
                </a:extLst>
              </a:tr>
              <a:tr h="317500">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a:effectLst/>
                        </a:rPr>
                        <a:t>No Data Shared</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gn="ctr">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tc>
                  <a:txBody>
                    <a:bodyPr/>
                    <a:lstStyle/>
                    <a:p>
                      <a:pPr marL="0" marR="0">
                        <a:lnSpc>
                          <a:spcPct val="115000"/>
                        </a:lnSpc>
                        <a:spcBef>
                          <a:spcPts val="0"/>
                        </a:spcBef>
                        <a:spcAft>
                          <a:spcPts val="0"/>
                        </a:spcAft>
                      </a:pPr>
                      <a:r>
                        <a:rPr lang="en-US" sz="1000" dirty="0">
                          <a:effectLst/>
                        </a:rPr>
                        <a:t>No Personal Data Shared</a:t>
                      </a:r>
                      <a:endParaRPr lang="en-US" sz="1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04235754"/>
                  </a:ext>
                </a:extLst>
              </a:tr>
            </a:tbl>
          </a:graphicData>
        </a:graphic>
      </p:graphicFrame>
    </p:spTree>
    <p:extLst>
      <p:ext uri="{BB962C8B-B14F-4D97-AF65-F5344CB8AC3E}">
        <p14:creationId xmlns:p14="http://schemas.microsoft.com/office/powerpoint/2010/main" val="2680405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D89B7-5C7E-AA63-9FC4-13B012B5491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0863310-38D5-2299-4BD0-456A41E44E21}"/>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FC9380-FBDB-875E-B63F-5E09265AA8AF}"/>
              </a:ext>
            </a:extLst>
          </p:cNvPr>
          <p:cNvSpPr>
            <a:spLocks noGrp="1"/>
          </p:cNvSpPr>
          <p:nvPr>
            <p:ph type="title"/>
          </p:nvPr>
        </p:nvSpPr>
        <p:spPr>
          <a:xfrm>
            <a:off x="533999" y="158733"/>
            <a:ext cx="11232000" cy="1005867"/>
          </a:xfrm>
        </p:spPr>
        <p:txBody>
          <a:bodyPr/>
          <a:lstStyle/>
          <a:p>
            <a:r>
              <a:rPr lang="en-US"/>
              <a:t>Security and Compliance Controls &amp; Configurations</a:t>
            </a:r>
          </a:p>
        </p:txBody>
      </p:sp>
      <p:sp>
        <p:nvSpPr>
          <p:cNvPr id="3" name="Content Placeholder 2">
            <a:extLst>
              <a:ext uri="{FF2B5EF4-FFF2-40B4-BE49-F238E27FC236}">
                <a16:creationId xmlns:a16="http://schemas.microsoft.com/office/drawing/2014/main" id="{610DDC48-9979-330C-BFE2-842854F8E935}"/>
              </a:ext>
            </a:extLst>
          </p:cNvPr>
          <p:cNvSpPr>
            <a:spLocks noGrp="1"/>
          </p:cNvSpPr>
          <p:nvPr>
            <p:ph sz="half" idx="1"/>
          </p:nvPr>
        </p:nvSpPr>
        <p:spPr>
          <a:xfrm>
            <a:off x="399603" y="1831953"/>
            <a:ext cx="10877339" cy="3102293"/>
          </a:xfrm>
        </p:spPr>
        <p:txBody>
          <a:bodyPr anchor="ctr"/>
          <a:lstStyle/>
          <a:p>
            <a:pPr marL="0" marR="0">
              <a:lnSpc>
                <a:spcPct val="115000"/>
              </a:lnSpc>
              <a:spcAft>
                <a:spcPts val="300"/>
              </a:spcAft>
              <a:buNone/>
            </a:pPr>
            <a:r>
              <a:rPr lang="en-US" sz="1600" b="1" i="1" dirty="0">
                <a:effectLst/>
                <a:latin typeface="Arial" panose="020B0604020202020204" pitchFamily="34" charset="0"/>
                <a:ea typeface="MS PGothic" panose="020B0600070205080204" pitchFamily="34" charset="-128"/>
                <a:cs typeface="Times New Roman" panose="02020603050405020304" pitchFamily="18" charset="0"/>
              </a:rPr>
              <a:t>[Traffic Isolation – 1]</a:t>
            </a:r>
          </a:p>
          <a:p>
            <a:pPr lvl="2">
              <a:lnSpc>
                <a:spcPct val="115000"/>
              </a:lnSpc>
              <a:spcAft>
                <a:spcPts val="300"/>
              </a:spcAft>
            </a:pPr>
            <a:r>
              <a:rPr lang="en-US" sz="1400" b="1" dirty="0">
                <a:effectLst/>
                <a:latin typeface="Arial" panose="020B0604020202020204" pitchFamily="34" charset="0"/>
                <a:ea typeface="Arial" panose="020B0604020202020204" pitchFamily="34" charset="0"/>
                <a:cs typeface="Times New Roman" panose="02020603050405020304" pitchFamily="18" charset="0"/>
              </a:rPr>
              <a:t>Requirement: </a:t>
            </a:r>
            <a:r>
              <a:rPr lang="en-US" sz="1400" b="1" dirty="0">
                <a:latin typeface="Arial" panose="020B0604020202020204" pitchFamily="34" charset="0"/>
                <a:ea typeface="Arial" panose="020B0604020202020204" pitchFamily="34" charset="0"/>
                <a:cs typeface="Times New Roman" panose="02020603050405020304" pitchFamily="18" charset="0"/>
              </a:rPr>
              <a:t>Traffic isolation from Aegon Intranet</a:t>
            </a:r>
            <a:endParaRPr lang="en-US" sz="1400" dirty="0">
              <a:effectLst/>
              <a:latin typeface="Arial" panose="020B0604020202020204" pitchFamily="34" charset="0"/>
              <a:ea typeface="Arial" panose="020B0604020202020204" pitchFamily="34" charset="0"/>
              <a:cs typeface="Times New Roman" panose="02020603050405020304" pitchFamily="18" charset="0"/>
            </a:endParaRPr>
          </a:p>
          <a:p>
            <a:pPr lvl="2">
              <a:lnSpc>
                <a:spcPct val="115000"/>
              </a:lnSpc>
              <a:spcAft>
                <a:spcPts val="300"/>
              </a:spcAft>
            </a:pPr>
            <a:r>
              <a:rPr lang="en-US" sz="1400" b="1" dirty="0">
                <a:effectLst/>
                <a:latin typeface="Arial" panose="020B0604020202020204" pitchFamily="34" charset="0"/>
                <a:ea typeface="Arial" panose="020B0604020202020204" pitchFamily="34" charset="0"/>
                <a:cs typeface="Times New Roman" panose="02020603050405020304" pitchFamily="18" charset="0"/>
              </a:rPr>
              <a:t>Configuration: </a:t>
            </a:r>
            <a:r>
              <a:rPr lang="en-US" sz="1400" dirty="0">
                <a:effectLst/>
                <a:latin typeface="Arial" panose="020B0604020202020204" pitchFamily="34" charset="0"/>
                <a:ea typeface="Arial" panose="020B0604020202020204" pitchFamily="34" charset="0"/>
                <a:cs typeface="Times New Roman" panose="02020603050405020304" pitchFamily="18" charset="0"/>
              </a:rPr>
              <a:t>Use a dedicated VLAN for the Intercom traffic isolated from Aegon Networks</a:t>
            </a:r>
          </a:p>
          <a:p>
            <a:pPr lvl="2">
              <a:lnSpc>
                <a:spcPct val="115000"/>
              </a:lnSpc>
              <a:spcAft>
                <a:spcPts val="300"/>
              </a:spcAft>
            </a:pPr>
            <a:endParaRPr lang="en-US" sz="1400" dirty="0">
              <a:latin typeface="Arial" panose="020B0604020202020204" pitchFamily="34" charset="0"/>
              <a:ea typeface="Arial" panose="020B0604020202020204" pitchFamily="34" charset="0"/>
              <a:cs typeface="Times New Roman" panose="02020603050405020304" pitchFamily="18" charset="0"/>
            </a:endParaRPr>
          </a:p>
          <a:p>
            <a:pPr marL="0" marR="0">
              <a:lnSpc>
                <a:spcPct val="115000"/>
              </a:lnSpc>
              <a:spcAft>
                <a:spcPts val="300"/>
              </a:spcAft>
              <a:buNone/>
            </a:pPr>
            <a:r>
              <a:rPr lang="en-US" sz="1600" b="1" i="1" dirty="0">
                <a:effectLst/>
                <a:latin typeface="Arial" panose="020B0604020202020204" pitchFamily="34" charset="0"/>
                <a:ea typeface="MS PGothic" panose="020B0600070205080204" pitchFamily="34" charset="-128"/>
                <a:cs typeface="Times New Roman" panose="02020603050405020304" pitchFamily="18" charset="0"/>
              </a:rPr>
              <a:t>[VPN Tunnel – 2]</a:t>
            </a:r>
          </a:p>
          <a:p>
            <a:pPr lvl="2">
              <a:lnSpc>
                <a:spcPct val="115000"/>
              </a:lnSpc>
              <a:spcAft>
                <a:spcPts val="300"/>
              </a:spcAft>
            </a:pPr>
            <a:r>
              <a:rPr lang="en-US" sz="1400" b="1" dirty="0">
                <a:effectLst/>
                <a:latin typeface="Arial" panose="020B0604020202020204" pitchFamily="34" charset="0"/>
                <a:ea typeface="Arial" panose="020B0604020202020204" pitchFamily="34" charset="0"/>
                <a:cs typeface="Times New Roman" panose="02020603050405020304" pitchFamily="18" charset="0"/>
              </a:rPr>
              <a:t>Requirement: </a:t>
            </a:r>
            <a:r>
              <a:rPr lang="en-US" sz="1400" b="1" dirty="0">
                <a:latin typeface="Arial" panose="020B0604020202020204" pitchFamily="34" charset="0"/>
                <a:ea typeface="Arial" panose="020B0604020202020204" pitchFamily="34" charset="0"/>
                <a:cs typeface="Times New Roman" panose="02020603050405020304" pitchFamily="18" charset="0"/>
              </a:rPr>
              <a:t>VPN tunnel for traffic encryption between the vendor and Aegon</a:t>
            </a:r>
            <a:endParaRPr lang="en-US" sz="1400" dirty="0">
              <a:effectLst/>
              <a:latin typeface="Arial" panose="020B0604020202020204" pitchFamily="34" charset="0"/>
              <a:ea typeface="Arial" panose="020B0604020202020204" pitchFamily="34" charset="0"/>
              <a:cs typeface="Times New Roman" panose="02020603050405020304" pitchFamily="18" charset="0"/>
            </a:endParaRPr>
          </a:p>
          <a:p>
            <a:pPr lvl="2">
              <a:lnSpc>
                <a:spcPct val="115000"/>
              </a:lnSpc>
              <a:spcAft>
                <a:spcPts val="300"/>
              </a:spcAft>
            </a:pPr>
            <a:r>
              <a:rPr lang="en-US" sz="1400" b="1" dirty="0">
                <a:effectLst/>
                <a:latin typeface="Arial" panose="020B0604020202020204" pitchFamily="34" charset="0"/>
                <a:ea typeface="Arial" panose="020B0604020202020204" pitchFamily="34" charset="0"/>
                <a:cs typeface="Times New Roman" panose="02020603050405020304" pitchFamily="18" charset="0"/>
              </a:rPr>
              <a:t>Configuration: </a:t>
            </a:r>
            <a:r>
              <a:rPr lang="en-US" sz="1400" dirty="0">
                <a:latin typeface="Arial" panose="020B0604020202020204" pitchFamily="34" charset="0"/>
                <a:cs typeface="Times New Roman" panose="02020603050405020304" pitchFamily="18" charset="0"/>
              </a:rPr>
              <a:t>Setup</a:t>
            </a:r>
            <a:r>
              <a:rPr lang="en-US" sz="1400" b="1" dirty="0">
                <a:effectLst/>
                <a:latin typeface="Arial" panose="020B0604020202020204" pitchFamily="34" charset="0"/>
                <a:ea typeface="Arial" panose="020B0604020202020204" pitchFamily="34" charset="0"/>
                <a:cs typeface="Times New Roman" panose="02020603050405020304" pitchFamily="18" charset="0"/>
              </a:rPr>
              <a:t> </a:t>
            </a:r>
            <a:r>
              <a:rPr lang="en-US" sz="1400" dirty="0">
                <a:effectLst/>
                <a:latin typeface="Arial" panose="020B0604020202020204" pitchFamily="34" charset="0"/>
                <a:ea typeface="Arial" panose="020B0604020202020204" pitchFamily="34" charset="0"/>
                <a:cs typeface="Times New Roman" panose="02020603050405020304" pitchFamily="18" charset="0"/>
              </a:rPr>
              <a:t>standard VPN Tunnel following existing </a:t>
            </a:r>
            <a:r>
              <a:rPr lang="en-US" sz="1400" dirty="0">
                <a:latin typeface="Arial" panose="020B0604020202020204" pitchFamily="34" charset="0"/>
                <a:ea typeface="Arial" panose="020B0604020202020204" pitchFamily="34" charset="0"/>
                <a:cs typeface="Times New Roman" panose="02020603050405020304" pitchFamily="18" charset="0"/>
              </a:rPr>
              <a:t>standard pattern </a:t>
            </a:r>
            <a:r>
              <a:rPr lang="en-US" sz="1400" dirty="0">
                <a:effectLst/>
                <a:latin typeface="Arial" panose="020B0604020202020204" pitchFamily="34" charset="0"/>
                <a:ea typeface="Arial" panose="020B0604020202020204" pitchFamily="34" charset="0"/>
                <a:cs typeface="Times New Roman" panose="02020603050405020304" pitchFamily="18" charset="0"/>
              </a:rPr>
              <a:t>(by GTS)</a:t>
            </a:r>
          </a:p>
          <a:p>
            <a:pPr lvl="2">
              <a:lnSpc>
                <a:spcPct val="115000"/>
              </a:lnSpc>
              <a:spcAft>
                <a:spcPts val="300"/>
              </a:spcAft>
            </a:pPr>
            <a:endParaRPr lang="en-US" sz="1400" dirty="0">
              <a:effectLst/>
              <a:latin typeface="Arial" panose="020B0604020202020204" pitchFamily="34" charset="0"/>
              <a:ea typeface="Arial" panose="020B0604020202020204" pitchFamily="34" charset="0"/>
              <a:cs typeface="Times New Roman" panose="02020603050405020304" pitchFamily="18" charset="0"/>
            </a:endParaRPr>
          </a:p>
          <a:p>
            <a:pPr>
              <a:buNone/>
            </a:pPr>
            <a:endParaRPr lang="en-US" dirty="0"/>
          </a:p>
        </p:txBody>
      </p:sp>
      <p:sp>
        <p:nvSpPr>
          <p:cNvPr id="5" name="Text Placeholder 4">
            <a:extLst>
              <a:ext uri="{FF2B5EF4-FFF2-40B4-BE49-F238E27FC236}">
                <a16:creationId xmlns:a16="http://schemas.microsoft.com/office/drawing/2014/main" id="{E2D842F6-D98F-9ED1-9AE7-C41550FA985E}"/>
              </a:ext>
            </a:extLst>
          </p:cNvPr>
          <p:cNvSpPr>
            <a:spLocks noGrp="1"/>
          </p:cNvSpPr>
          <p:nvPr>
            <p:ph type="body" sz="quarter" idx="13"/>
          </p:nvPr>
        </p:nvSpPr>
        <p:spPr>
          <a:xfrm>
            <a:off x="533999" y="1002600"/>
            <a:ext cx="10877339" cy="324000"/>
          </a:xfrm>
        </p:spPr>
        <p:txBody>
          <a:bodyPr/>
          <a:lstStyle/>
          <a:p>
            <a:r>
              <a:rPr lang="en-US"/>
              <a:t>Describe the Controls and Configurations required when implementing the design pattern</a:t>
            </a:r>
          </a:p>
        </p:txBody>
      </p:sp>
      <p:sp>
        <p:nvSpPr>
          <p:cNvPr id="7" name="Slide Number Placeholder 6">
            <a:extLst>
              <a:ext uri="{FF2B5EF4-FFF2-40B4-BE49-F238E27FC236}">
                <a16:creationId xmlns:a16="http://schemas.microsoft.com/office/drawing/2014/main" id="{641D8A5C-B2EF-1805-D05D-0B8098839EA1}"/>
              </a:ext>
            </a:extLst>
          </p:cNvPr>
          <p:cNvSpPr>
            <a:spLocks noGrp="1"/>
          </p:cNvSpPr>
          <p:nvPr>
            <p:ph type="sldNum" sz="quarter" idx="15"/>
          </p:nvPr>
        </p:nvSpPr>
        <p:spPr/>
        <p:txBody>
          <a:bodyPr/>
          <a:lstStyle/>
          <a:p>
            <a:fld id="{1C1606C5-D483-4832-A0E9-CF578A9B5883}" type="slidenum">
              <a:rPr lang="en-US" smtClean="0"/>
              <a:pPr/>
              <a:t>8</a:t>
            </a:fld>
            <a:endParaRPr lang="en-US"/>
          </a:p>
        </p:txBody>
      </p:sp>
    </p:spTree>
    <p:extLst>
      <p:ext uri="{BB962C8B-B14F-4D97-AF65-F5344CB8AC3E}">
        <p14:creationId xmlns:p14="http://schemas.microsoft.com/office/powerpoint/2010/main" val="750261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6D21-6E34-4D76-EB57-9A375A4AA62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772F4AB-76E7-84A8-40C1-5F9BE568CA94}"/>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hink-cell data - do not delete" hidden="1">
            <a:extLst>
              <a:ext uri="{FF2B5EF4-FFF2-40B4-BE49-F238E27FC236}">
                <a16:creationId xmlns:a16="http://schemas.microsoft.com/office/drawing/2014/main" id="{870C5452-6316-41BF-B887-0CE028BFF8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10" imgH="409" progId="TCLayout.ActiveDocument.1">
                  <p:embed/>
                </p:oleObj>
              </mc:Choice>
              <mc:Fallback>
                <p:oleObj name="think-cell Slide" r:id="rId5" imgW="410" imgH="409" progId="TCLayout.ActiveDocument.1">
                  <p:embed/>
                  <p:pic>
                    <p:nvPicPr>
                      <p:cNvPr id="3" name="think-cell data - do not delete" hidden="1">
                        <a:extLst>
                          <a:ext uri="{FF2B5EF4-FFF2-40B4-BE49-F238E27FC236}">
                            <a16:creationId xmlns:a16="http://schemas.microsoft.com/office/drawing/2014/main" id="{870C5452-6316-41BF-B887-0CE028BFF87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24F55BD5-2DB0-DA7C-ECC0-74027B863A92}"/>
              </a:ext>
            </a:extLst>
          </p:cNvPr>
          <p:cNvSpPr>
            <a:spLocks noGrp="1"/>
          </p:cNvSpPr>
          <p:nvPr>
            <p:ph type="title"/>
          </p:nvPr>
        </p:nvSpPr>
        <p:spPr/>
        <p:txBody>
          <a:bodyPr vert="horz"/>
          <a:lstStyle/>
          <a:p>
            <a:r>
              <a:rPr lang="en-US" dirty="0">
                <a:solidFill>
                  <a:schemeClr val="accent2">
                    <a:lumMod val="75000"/>
                  </a:schemeClr>
                </a:solidFill>
              </a:rPr>
              <a:t>Exceptions</a:t>
            </a:r>
          </a:p>
        </p:txBody>
      </p:sp>
      <p:sp>
        <p:nvSpPr>
          <p:cNvPr id="29" name="Slide Number Placeholder 28">
            <a:extLst>
              <a:ext uri="{FF2B5EF4-FFF2-40B4-BE49-F238E27FC236}">
                <a16:creationId xmlns:a16="http://schemas.microsoft.com/office/drawing/2014/main" id="{293AAACB-4B41-7FA6-2F9C-CA27E81F5A4B}"/>
              </a:ext>
            </a:extLst>
          </p:cNvPr>
          <p:cNvSpPr>
            <a:spLocks noGrp="1"/>
          </p:cNvSpPr>
          <p:nvPr>
            <p:ph type="sldNum" sz="quarter" idx="15"/>
          </p:nvPr>
        </p:nvSpPr>
        <p:spPr/>
        <p:txBody>
          <a:bodyPr/>
          <a:lstStyle/>
          <a:p>
            <a:fld id="{1C1606C5-D483-4832-A0E9-CF578A9B5883}" type="slidenum">
              <a:rPr lang="en-US" smtClean="0"/>
              <a:pPr/>
              <a:t>9</a:t>
            </a:fld>
            <a:endParaRPr lang="en-US"/>
          </a:p>
        </p:txBody>
      </p:sp>
      <p:sp>
        <p:nvSpPr>
          <p:cNvPr id="4" name="Text Placeholder 3">
            <a:extLst>
              <a:ext uri="{FF2B5EF4-FFF2-40B4-BE49-F238E27FC236}">
                <a16:creationId xmlns:a16="http://schemas.microsoft.com/office/drawing/2014/main" id="{E5CC276A-1E9B-C6ED-F95A-F8E0A04F82D2}"/>
              </a:ext>
            </a:extLst>
          </p:cNvPr>
          <p:cNvSpPr>
            <a:spLocks noGrp="1"/>
          </p:cNvSpPr>
          <p:nvPr>
            <p:ph type="body" sz="quarter" idx="14"/>
          </p:nvPr>
        </p:nvSpPr>
        <p:spPr>
          <a:xfrm>
            <a:off x="5550058" y="317256"/>
            <a:ext cx="5503670" cy="336863"/>
          </a:xfrm>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vert="horz" lIns="91440" tIns="91440" rIns="91440" bIns="91440" rtlCol="0" anchor="ctr" anchorCtr="0">
            <a:noAutofit/>
          </a:bodyPr>
          <a:lstStyle/>
          <a:p>
            <a:pPr>
              <a:buNone/>
            </a:pPr>
            <a:r>
              <a:rPr lang="en-US" sz="1400" b="1"/>
              <a:t>Architecture Alignment to Standards Score: &lt;Enter Score&gt;</a:t>
            </a:r>
          </a:p>
        </p:txBody>
      </p:sp>
      <p:graphicFrame>
        <p:nvGraphicFramePr>
          <p:cNvPr id="2" name="Table 1">
            <a:extLst>
              <a:ext uri="{FF2B5EF4-FFF2-40B4-BE49-F238E27FC236}">
                <a16:creationId xmlns:a16="http://schemas.microsoft.com/office/drawing/2014/main" id="{DAF9E7B1-6FDE-5046-9ED1-A04153B43039}"/>
              </a:ext>
            </a:extLst>
          </p:cNvPr>
          <p:cNvGraphicFramePr>
            <a:graphicFrameLocks noGrp="1"/>
          </p:cNvGraphicFramePr>
          <p:nvPr>
            <p:extLst>
              <p:ext uri="{D42A27DB-BD31-4B8C-83A1-F6EECF244321}">
                <p14:modId xmlns:p14="http://schemas.microsoft.com/office/powerpoint/2010/main" val="3216347638"/>
              </p:ext>
            </p:extLst>
          </p:nvPr>
        </p:nvGraphicFramePr>
        <p:xfrm>
          <a:off x="308228" y="1250077"/>
          <a:ext cx="11231999" cy="1893507"/>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66175">
                  <a:extLst>
                    <a:ext uri="{9D8B030D-6E8A-4147-A177-3AD203B41FA5}">
                      <a16:colId xmlns:a16="http://schemas.microsoft.com/office/drawing/2014/main" val="1222328102"/>
                    </a:ext>
                  </a:extLst>
                </a:gridCol>
                <a:gridCol w="2899810">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Acceptance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Exception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ea typeface="Times New Roman" panose="02020603050405020304" pitchFamily="18" charset="0"/>
                        </a:rPr>
                        <a:t>Wired connection for Intercom equipment</a:t>
                      </a: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ea typeface="Times New Roman" panose="02020603050405020304" pitchFamily="18" charset="0"/>
                        </a:rPr>
                        <a:t>(</a:t>
                      </a:r>
                      <a:r>
                        <a:rPr lang="en-US" sz="1000" b="1" dirty="0">
                          <a:solidFill>
                            <a:srgbClr val="FF0000"/>
                          </a:solidFill>
                          <a:effectLst/>
                          <a:latin typeface="Arial" panose="020B0604020202020204" pitchFamily="34" charset="0"/>
                          <a:ea typeface="Times New Roman" panose="02020603050405020304" pitchFamily="18" charset="0"/>
                        </a:rPr>
                        <a:t>Operational exception</a:t>
                      </a:r>
                      <a:r>
                        <a:rPr lang="en-US" sz="1000" dirty="0">
                          <a:effectLst/>
                          <a:latin typeface="Arial" panose="020B0604020202020204" pitchFamily="34" charset="0"/>
                          <a:ea typeface="Times New Roman" panose="02020603050405020304" pitchFamily="18" charset="0"/>
                        </a:rPr>
                        <a:t>) Allow wired connectivity for intercom equipment in UK Edinburgh and Witham</a:t>
                      </a:r>
                    </a:p>
                  </a:txBody>
                  <a:tcPr marL="68580" marR="68580" marT="0" marB="0"/>
                </a:tc>
                <a:tc>
                  <a:txBody>
                    <a:bodyPr/>
                    <a:lstStyle/>
                    <a:p>
                      <a:pPr marL="0" marR="0">
                        <a:lnSpc>
                          <a:spcPct val="115000"/>
                        </a:lnSpc>
                        <a:spcBef>
                          <a:spcPts val="0"/>
                        </a:spcBef>
                        <a:spcAft>
                          <a:spcPts val="0"/>
                        </a:spcAft>
                      </a:pPr>
                      <a:r>
                        <a:rPr lang="en-US" sz="1000" dirty="0">
                          <a:effectLst/>
                          <a:highlight>
                            <a:srgbClr val="FFFF00"/>
                          </a:highlight>
                          <a:latin typeface="Arial" panose="020B0604020202020204" pitchFamily="34" charset="0"/>
                          <a:ea typeface="Times New Roman" panose="02020603050405020304" pitchFamily="18" charset="0"/>
                        </a:rPr>
                        <a:t>N/A</a:t>
                      </a: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289119256"/>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94087991"/>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44540937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dirty="0">
                        <a:effectLst/>
                      </a:endParaRPr>
                    </a:p>
                  </a:txBody>
                  <a:tcPr marL="68580" marR="68580" marT="0" marB="0"/>
                </a:tc>
                <a:extLst>
                  <a:ext uri="{0D108BD9-81ED-4DB2-BD59-A6C34878D82A}">
                    <a16:rowId xmlns:a16="http://schemas.microsoft.com/office/drawing/2014/main" val="393837532"/>
                  </a:ext>
                </a:extLst>
              </a:tr>
            </a:tbl>
          </a:graphicData>
        </a:graphic>
      </p:graphicFrame>
      <p:sp>
        <p:nvSpPr>
          <p:cNvPr id="5" name="Rectangle 1">
            <a:extLst>
              <a:ext uri="{FF2B5EF4-FFF2-40B4-BE49-F238E27FC236}">
                <a16:creationId xmlns:a16="http://schemas.microsoft.com/office/drawing/2014/main" id="{903BCBA2-C0C9-4BE5-5744-57A08F3336FA}"/>
              </a:ext>
            </a:extLst>
          </p:cNvPr>
          <p:cNvSpPr>
            <a:spLocks noChangeArrowheads="1"/>
          </p:cNvSpPr>
          <p:nvPr/>
        </p:nvSpPr>
        <p:spPr bwMode="auto">
          <a:xfrm>
            <a:off x="308227" y="852224"/>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Acceptances</a:t>
            </a:r>
          </a:p>
        </p:txBody>
      </p:sp>
      <p:graphicFrame>
        <p:nvGraphicFramePr>
          <p:cNvPr id="6" name="Table 5">
            <a:extLst>
              <a:ext uri="{FF2B5EF4-FFF2-40B4-BE49-F238E27FC236}">
                <a16:creationId xmlns:a16="http://schemas.microsoft.com/office/drawing/2014/main" id="{7DD6EBD7-994E-49F7-D1CC-9E79D687BB5C}"/>
              </a:ext>
            </a:extLst>
          </p:cNvPr>
          <p:cNvGraphicFramePr>
            <a:graphicFrameLocks noGrp="1"/>
          </p:cNvGraphicFramePr>
          <p:nvPr/>
        </p:nvGraphicFramePr>
        <p:xfrm>
          <a:off x="290256" y="3576424"/>
          <a:ext cx="11231999" cy="1773174"/>
        </p:xfrm>
        <a:graphic>
          <a:graphicData uri="http://schemas.openxmlformats.org/drawingml/2006/table">
            <a:tbl>
              <a:tblPr firstRow="1" firstCol="1" bandRow="1">
                <a:tableStyleId>{9D7B26C5-4107-4FEC-AEDC-1716B250A1EF}</a:tableStyleId>
              </a:tblPr>
              <a:tblGrid>
                <a:gridCol w="468000">
                  <a:extLst>
                    <a:ext uri="{9D8B030D-6E8A-4147-A177-3AD203B41FA5}">
                      <a16:colId xmlns:a16="http://schemas.microsoft.com/office/drawing/2014/main" val="3734990463"/>
                    </a:ext>
                  </a:extLst>
                </a:gridCol>
                <a:gridCol w="2698014">
                  <a:extLst>
                    <a:ext uri="{9D8B030D-6E8A-4147-A177-3AD203B41FA5}">
                      <a16:colId xmlns:a16="http://schemas.microsoft.com/office/drawing/2014/main" val="1400823722"/>
                    </a:ext>
                  </a:extLst>
                </a:gridCol>
                <a:gridCol w="5184147">
                  <a:extLst>
                    <a:ext uri="{9D8B030D-6E8A-4147-A177-3AD203B41FA5}">
                      <a16:colId xmlns:a16="http://schemas.microsoft.com/office/drawing/2014/main" val="1222328102"/>
                    </a:ext>
                  </a:extLst>
                </a:gridCol>
                <a:gridCol w="2881838">
                  <a:extLst>
                    <a:ext uri="{9D8B030D-6E8A-4147-A177-3AD203B41FA5}">
                      <a16:colId xmlns:a16="http://schemas.microsoft.com/office/drawing/2014/main" val="2882952751"/>
                    </a:ext>
                  </a:extLst>
                </a:gridCol>
              </a:tblGrid>
              <a:tr h="209550">
                <a:tc>
                  <a:txBody>
                    <a:bodyPr/>
                    <a:lstStyle/>
                    <a:p>
                      <a:pPr marL="0" marR="0">
                        <a:lnSpc>
                          <a:spcPct val="115000"/>
                        </a:lnSpc>
                        <a:spcBef>
                          <a:spcPts val="0"/>
                        </a:spcBef>
                        <a:spcAft>
                          <a:spcPts val="0"/>
                        </a:spcAft>
                      </a:pPr>
                      <a:r>
                        <a:rPr lang="en-US" sz="1000">
                          <a:effectLst/>
                        </a:rPr>
                        <a:t>#</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Remediation Title</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Exception Description</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00">
                          <a:effectLst/>
                        </a:rPr>
                        <a:t>Link to Risk Remediation Acceptance</a:t>
                      </a: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21114136"/>
                  </a:ext>
                </a:extLst>
              </a:tr>
              <a:tr h="215265">
                <a:tc>
                  <a:txBody>
                    <a:bodyPr/>
                    <a:lstStyle/>
                    <a:p>
                      <a:pPr marL="0" marR="0">
                        <a:lnSpc>
                          <a:spcPct val="115000"/>
                        </a:lnSpc>
                        <a:spcBef>
                          <a:spcPts val="0"/>
                        </a:spcBef>
                        <a:spcAft>
                          <a:spcPts val="0"/>
                        </a:spcAft>
                      </a:pPr>
                      <a:r>
                        <a:rPr lang="en-US" sz="1000">
                          <a:effectLst/>
                        </a:rPr>
                        <a:t>1</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dirty="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947997821"/>
                  </a:ext>
                </a:extLst>
              </a:tr>
              <a:tr h="243463">
                <a:tc>
                  <a:txBody>
                    <a:bodyPr/>
                    <a:lstStyle/>
                    <a:p>
                      <a:pPr marL="0" marR="0">
                        <a:lnSpc>
                          <a:spcPct val="115000"/>
                        </a:lnSpc>
                        <a:spcBef>
                          <a:spcPts val="0"/>
                        </a:spcBef>
                        <a:spcAft>
                          <a:spcPts val="0"/>
                        </a:spcAft>
                      </a:pPr>
                      <a:r>
                        <a:rPr lang="en-US" sz="1000">
                          <a:effectLst/>
                        </a:rPr>
                        <a:t>2</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485053313"/>
                  </a:ext>
                </a:extLst>
              </a:tr>
              <a:tr h="220980">
                <a:tc>
                  <a:txBody>
                    <a:bodyPr/>
                    <a:lstStyle/>
                    <a:p>
                      <a:pPr marL="0" marR="0">
                        <a:lnSpc>
                          <a:spcPct val="115000"/>
                        </a:lnSpc>
                        <a:spcBef>
                          <a:spcPts val="0"/>
                        </a:spcBef>
                        <a:spcAft>
                          <a:spcPts val="0"/>
                        </a:spcAft>
                      </a:pPr>
                      <a:r>
                        <a:rPr lang="en-US" sz="1000">
                          <a:effectLst/>
                        </a:rPr>
                        <a:t>3</a:t>
                      </a: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endParaRPr lang="en-US" sz="1000">
                        <a:effectLst/>
                        <a:latin typeface="Arial" panose="020B06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14433153"/>
                  </a:ext>
                </a:extLst>
              </a:tr>
              <a:tr h="220979">
                <a:tc>
                  <a:txBody>
                    <a:bodyPr/>
                    <a:lstStyle/>
                    <a:p>
                      <a:pPr marL="0" lvl="0">
                        <a:lnSpc>
                          <a:spcPct val="114999"/>
                        </a:lnSpc>
                        <a:spcBef>
                          <a:spcPts val="0"/>
                        </a:spcBef>
                        <a:spcAft>
                          <a:spcPts val="0"/>
                        </a:spcAft>
                        <a:buNone/>
                      </a:pPr>
                      <a:r>
                        <a:rPr lang="en-US" sz="1000">
                          <a:effectLst/>
                        </a:rPr>
                        <a:t>4</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595280263"/>
                  </a:ext>
                </a:extLst>
              </a:tr>
              <a:tr h="220979">
                <a:tc>
                  <a:txBody>
                    <a:bodyPr/>
                    <a:lstStyle/>
                    <a:p>
                      <a:pPr marL="0" lvl="0">
                        <a:lnSpc>
                          <a:spcPct val="114999"/>
                        </a:lnSpc>
                        <a:spcBef>
                          <a:spcPts val="0"/>
                        </a:spcBef>
                        <a:spcAft>
                          <a:spcPts val="0"/>
                        </a:spcAft>
                        <a:buNone/>
                      </a:pPr>
                      <a:r>
                        <a:rPr lang="en-US" sz="1000">
                          <a:effectLst/>
                        </a:rPr>
                        <a:t>5</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497436596"/>
                  </a:ext>
                </a:extLst>
              </a:tr>
              <a:tr h="220979">
                <a:tc>
                  <a:txBody>
                    <a:bodyPr/>
                    <a:lstStyle/>
                    <a:p>
                      <a:pPr marL="0" lvl="0">
                        <a:lnSpc>
                          <a:spcPct val="114999"/>
                        </a:lnSpc>
                        <a:spcBef>
                          <a:spcPts val="0"/>
                        </a:spcBef>
                        <a:spcAft>
                          <a:spcPts val="0"/>
                        </a:spcAft>
                        <a:buNone/>
                      </a:pPr>
                      <a:r>
                        <a:rPr lang="en-US" sz="1000">
                          <a:effectLst/>
                        </a:rPr>
                        <a:t>6</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extLst>
                  <a:ext uri="{0D108BD9-81ED-4DB2-BD59-A6C34878D82A}">
                    <a16:rowId xmlns:a16="http://schemas.microsoft.com/office/drawing/2014/main" val="2144144917"/>
                  </a:ext>
                </a:extLst>
              </a:tr>
              <a:tr h="220979">
                <a:tc>
                  <a:txBody>
                    <a:bodyPr/>
                    <a:lstStyle/>
                    <a:p>
                      <a:pPr marL="0" lvl="0">
                        <a:lnSpc>
                          <a:spcPct val="114999"/>
                        </a:lnSpc>
                        <a:spcBef>
                          <a:spcPts val="0"/>
                        </a:spcBef>
                        <a:spcAft>
                          <a:spcPts val="0"/>
                        </a:spcAft>
                        <a:buNone/>
                      </a:pPr>
                      <a:r>
                        <a:rPr lang="en-US" sz="1000">
                          <a:effectLst/>
                        </a:rPr>
                        <a:t>7</a:t>
                      </a: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a:effectLst/>
                      </a:endParaRPr>
                    </a:p>
                  </a:txBody>
                  <a:tcPr marL="68580" marR="68580" marT="0" marB="0"/>
                </a:tc>
                <a:tc>
                  <a:txBody>
                    <a:bodyPr/>
                    <a:lstStyle/>
                    <a:p>
                      <a:pPr marL="0" lvl="0">
                        <a:lnSpc>
                          <a:spcPct val="114999"/>
                        </a:lnSpc>
                        <a:spcBef>
                          <a:spcPts val="0"/>
                        </a:spcBef>
                        <a:spcAft>
                          <a:spcPts val="0"/>
                        </a:spcAft>
                        <a:buNone/>
                      </a:pPr>
                      <a:endParaRPr lang="en-US" sz="1000" dirty="0">
                        <a:effectLst/>
                      </a:endParaRPr>
                    </a:p>
                  </a:txBody>
                  <a:tcPr marL="68580" marR="68580" marT="0" marB="0"/>
                </a:tc>
                <a:extLst>
                  <a:ext uri="{0D108BD9-81ED-4DB2-BD59-A6C34878D82A}">
                    <a16:rowId xmlns:a16="http://schemas.microsoft.com/office/drawing/2014/main" val="1368359909"/>
                  </a:ext>
                </a:extLst>
              </a:tr>
            </a:tbl>
          </a:graphicData>
        </a:graphic>
      </p:graphicFrame>
      <p:sp>
        <p:nvSpPr>
          <p:cNvPr id="7" name="Rectangle 1">
            <a:extLst>
              <a:ext uri="{FF2B5EF4-FFF2-40B4-BE49-F238E27FC236}">
                <a16:creationId xmlns:a16="http://schemas.microsoft.com/office/drawing/2014/main" id="{21D8933B-5E9D-A508-FD50-2BC1E6341066}"/>
              </a:ext>
            </a:extLst>
          </p:cNvPr>
          <p:cNvSpPr>
            <a:spLocks noChangeArrowheads="1"/>
          </p:cNvSpPr>
          <p:nvPr/>
        </p:nvSpPr>
        <p:spPr bwMode="auto">
          <a:xfrm>
            <a:off x="290255" y="3178571"/>
            <a:ext cx="11643773"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accent2">
                    <a:lumMod val="75000"/>
                  </a:schemeClr>
                </a:solidFill>
                <a:effectLst/>
                <a:latin typeface="Arial" panose="020B0604020202020204" pitchFamily="34" charset="0"/>
                <a:ea typeface="Times New Roman" panose="02020603050405020304" pitchFamily="18" charset="0"/>
                <a:cs typeface="Times New Roman" panose="02020603050405020304" pitchFamily="18" charset="0"/>
              </a:rPr>
              <a:t>Risk Remediations</a:t>
            </a:r>
          </a:p>
        </p:txBody>
      </p:sp>
      <p:sp>
        <p:nvSpPr>
          <p:cNvPr id="10" name="TextBox 9">
            <a:extLst>
              <a:ext uri="{FF2B5EF4-FFF2-40B4-BE49-F238E27FC236}">
                <a16:creationId xmlns:a16="http://schemas.microsoft.com/office/drawing/2014/main" id="{2442AAFE-046B-F1CF-1767-3F6BC69D3412}"/>
              </a:ext>
            </a:extLst>
          </p:cNvPr>
          <p:cNvSpPr txBox="1"/>
          <p:nvPr/>
        </p:nvSpPr>
        <p:spPr>
          <a:xfrm>
            <a:off x="1461156" y="5475835"/>
            <a:ext cx="10079070" cy="626165"/>
          </a:xfrm>
          <a:prstGeom prst="rect">
            <a:avLst/>
          </a:prstGeom>
          <a:noFill/>
          <a:ln>
            <a:solidFill>
              <a:schemeClr val="accent2"/>
            </a:solidFill>
          </a:ln>
        </p:spPr>
        <p:txBody>
          <a:bodyPr wrap="square" lIns="50800" tIns="50800" rIns="50800" bIns="50800" rtlCol="0">
            <a:noAutofit/>
          </a:bodyPr>
          <a:lstStyle/>
          <a:p>
            <a:pPr algn="l"/>
            <a:r>
              <a:rPr lang="en-US" sz="1200" b="1">
                <a:latin typeface="Arial" panose="020B0604020202020204" pitchFamily="34" charset="0"/>
                <a:cs typeface="Times New Roman" panose="02020603050405020304" pitchFamily="18" charset="0"/>
              </a:rPr>
              <a:t>Notes Regarding Exceptions to Standards or Additional Concerns</a:t>
            </a:r>
          </a:p>
        </p:txBody>
      </p:sp>
      <p:sp>
        <p:nvSpPr>
          <p:cNvPr id="8" name="TextBox 7">
            <a:extLst>
              <a:ext uri="{FF2B5EF4-FFF2-40B4-BE49-F238E27FC236}">
                <a16:creationId xmlns:a16="http://schemas.microsoft.com/office/drawing/2014/main" id="{72AECFAA-D3D1-326D-8C87-4E0FEA836091}"/>
              </a:ext>
            </a:extLst>
          </p:cNvPr>
          <p:cNvSpPr txBox="1"/>
          <p:nvPr/>
        </p:nvSpPr>
        <p:spPr>
          <a:xfrm>
            <a:off x="1461156" y="6283227"/>
            <a:ext cx="10079069" cy="413959"/>
          </a:xfrm>
          <a:prstGeom prst="rect">
            <a:avLst/>
          </a:prstGeom>
          <a:noFill/>
          <a:ln>
            <a:solidFill>
              <a:schemeClr val="accent2"/>
            </a:solidFill>
          </a:ln>
        </p:spPr>
        <p:txBody>
          <a:bodyPr wrap="square">
            <a:spAutoFit/>
          </a:bodyPr>
          <a:lstStyle/>
          <a:p>
            <a:pPr>
              <a:buNone/>
            </a:pPr>
            <a:r>
              <a:rPr lang="en-US" sz="1100" i="1">
                <a:solidFill>
                  <a:srgbClr val="000000"/>
                </a:solidFill>
                <a:effectLst/>
                <a:latin typeface="Helvetica Neue" panose="02000503000000020004" pitchFamily="2" charset="0"/>
              </a:rPr>
              <a:t>Prior to an item being added to the ARB agenda for Design Pattern approval for risk acceptance or risk remediation must be obtained, not merely logged.  </a:t>
            </a:r>
            <a:r>
              <a:rPr lang="en-US" sz="1100" i="1">
                <a:solidFill>
                  <a:srgbClr val="000000"/>
                </a:solidFill>
                <a:latin typeface="Helvetica Neue" panose="02000503000000020004" pitchFamily="2" charset="0"/>
              </a:rPr>
              <a:t>Technology owner for the initiative is responsible for obtaining risk acceptance or risk mediation approvals.</a:t>
            </a:r>
            <a:endParaRPr lang="en-US" sz="1100" i="1">
              <a:solidFill>
                <a:srgbClr val="000000"/>
              </a:solidFill>
              <a:effectLst/>
              <a:latin typeface="Helvetica Neue" panose="02000503000000020004" pitchFamily="2" charset="0"/>
            </a:endParaRPr>
          </a:p>
        </p:txBody>
      </p:sp>
    </p:spTree>
    <p:extLst>
      <p:ext uri="{BB962C8B-B14F-4D97-AF65-F5344CB8AC3E}">
        <p14:creationId xmlns:p14="http://schemas.microsoft.com/office/powerpoint/2010/main" val="1906533955"/>
      </p:ext>
    </p:extLst>
  </p:cSld>
  <p:clrMapOvr>
    <a:masterClrMapping/>
  </p:clrMapOvr>
  <p:extLst>
    <p:ext uri="{6950BFC3-D8DA-4A85-94F7-54DA5524770B}">
      <p188:commentRel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548A6-A5D7-314E-8706-468E3AA8075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5566A03-32D5-1DF2-FC8C-E04A191382BA}"/>
              </a:ext>
            </a:extLst>
          </p:cNvPr>
          <p:cNvSpPr/>
          <p:nvPr/>
        </p:nvSpPr>
        <p:spPr>
          <a:xfrm>
            <a:off x="0" y="0"/>
            <a:ext cx="12192000" cy="914400"/>
          </a:xfrm>
          <a:prstGeom prst="rect">
            <a:avLst/>
          </a:prstGeom>
          <a:solidFill>
            <a:schemeClr val="bg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1E8928-9BFA-B56C-4843-6934EB459D36}"/>
              </a:ext>
            </a:extLst>
          </p:cNvPr>
          <p:cNvSpPr>
            <a:spLocks noGrp="1"/>
          </p:cNvSpPr>
          <p:nvPr>
            <p:ph type="title"/>
          </p:nvPr>
        </p:nvSpPr>
        <p:spPr/>
        <p:txBody>
          <a:bodyPr/>
          <a:lstStyle/>
          <a:p>
            <a:r>
              <a:rPr lang="en-US"/>
              <a:t>Pattern Implementation &amp; Operations Support Playbook</a:t>
            </a:r>
          </a:p>
        </p:txBody>
      </p:sp>
      <p:sp>
        <p:nvSpPr>
          <p:cNvPr id="3" name="Content Placeholder 2">
            <a:extLst>
              <a:ext uri="{FF2B5EF4-FFF2-40B4-BE49-F238E27FC236}">
                <a16:creationId xmlns:a16="http://schemas.microsoft.com/office/drawing/2014/main" id="{8E5EAB33-D8E2-2761-B969-9F8C188385D5}"/>
              </a:ext>
            </a:extLst>
          </p:cNvPr>
          <p:cNvSpPr>
            <a:spLocks noGrp="1"/>
          </p:cNvSpPr>
          <p:nvPr>
            <p:ph sz="half" idx="1"/>
          </p:nvPr>
        </p:nvSpPr>
        <p:spPr>
          <a:xfrm>
            <a:off x="480000" y="1774800"/>
            <a:ext cx="7308000" cy="4320000"/>
          </a:xfrm>
        </p:spPr>
        <p:txBody>
          <a:bodyPr/>
          <a:lstStyle/>
          <a:p>
            <a:endParaRPr lang="en-US"/>
          </a:p>
          <a:p>
            <a:endParaRPr lang="en-US"/>
          </a:p>
        </p:txBody>
      </p:sp>
      <p:sp>
        <p:nvSpPr>
          <p:cNvPr id="5" name="Text Placeholder 4">
            <a:extLst>
              <a:ext uri="{FF2B5EF4-FFF2-40B4-BE49-F238E27FC236}">
                <a16:creationId xmlns:a16="http://schemas.microsoft.com/office/drawing/2014/main" id="{55BD4FE9-6322-7A45-FBFE-C9162C62CD88}"/>
              </a:ext>
            </a:extLst>
          </p:cNvPr>
          <p:cNvSpPr>
            <a:spLocks noGrp="1"/>
          </p:cNvSpPr>
          <p:nvPr>
            <p:ph type="body" sz="quarter" idx="13"/>
          </p:nvPr>
        </p:nvSpPr>
        <p:spPr>
          <a:xfrm>
            <a:off x="480000" y="1031800"/>
            <a:ext cx="11490986" cy="466533"/>
          </a:xfrm>
        </p:spPr>
        <p:txBody>
          <a:bodyPr/>
          <a:lstStyle/>
          <a:p>
            <a:r>
              <a:rPr lang="en-US" b="0"/>
              <a:t>The Implementation Playbook defines the steps, ASK request ticket types, people or teams involved for implementation and operational support of components within the design pattern</a:t>
            </a:r>
          </a:p>
        </p:txBody>
      </p:sp>
      <p:sp>
        <p:nvSpPr>
          <p:cNvPr id="7" name="Slide Number Placeholder 6">
            <a:extLst>
              <a:ext uri="{FF2B5EF4-FFF2-40B4-BE49-F238E27FC236}">
                <a16:creationId xmlns:a16="http://schemas.microsoft.com/office/drawing/2014/main" id="{F172FC71-BE51-6B4C-D78F-288AD9A421B2}"/>
              </a:ext>
            </a:extLst>
          </p:cNvPr>
          <p:cNvSpPr>
            <a:spLocks noGrp="1"/>
          </p:cNvSpPr>
          <p:nvPr>
            <p:ph type="sldNum" sz="quarter" idx="15"/>
          </p:nvPr>
        </p:nvSpPr>
        <p:spPr/>
        <p:txBody>
          <a:bodyPr/>
          <a:lstStyle/>
          <a:p>
            <a:fld id="{1C1606C5-D483-4832-A0E9-CF578A9B5883}" type="slidenum">
              <a:rPr lang="en-US" smtClean="0"/>
              <a:pPr/>
              <a:t>10</a:t>
            </a:fld>
            <a:endParaRPr lang="en-US"/>
          </a:p>
        </p:txBody>
      </p:sp>
      <p:graphicFrame>
        <p:nvGraphicFramePr>
          <p:cNvPr id="9" name="Table 8">
            <a:extLst>
              <a:ext uri="{FF2B5EF4-FFF2-40B4-BE49-F238E27FC236}">
                <a16:creationId xmlns:a16="http://schemas.microsoft.com/office/drawing/2014/main" id="{F85BC81F-AC0D-0F58-6C82-AE519FB29573}"/>
              </a:ext>
            </a:extLst>
          </p:cNvPr>
          <p:cNvGraphicFramePr>
            <a:graphicFrameLocks noGrp="1"/>
          </p:cNvGraphicFramePr>
          <p:nvPr>
            <p:extLst>
              <p:ext uri="{D42A27DB-BD31-4B8C-83A1-F6EECF244321}">
                <p14:modId xmlns:p14="http://schemas.microsoft.com/office/powerpoint/2010/main" val="1113309824"/>
              </p:ext>
            </p:extLst>
          </p:nvPr>
        </p:nvGraphicFramePr>
        <p:xfrm>
          <a:off x="534244" y="2699360"/>
          <a:ext cx="11382498" cy="2584736"/>
        </p:xfrm>
        <a:graphic>
          <a:graphicData uri="http://schemas.openxmlformats.org/drawingml/2006/table">
            <a:tbl>
              <a:tblPr firstRow="1" firstCol="1" bandRow="1">
                <a:tableStyleId>{FABFCF23-3B69-468F-B69F-88F6DE6A72F2}</a:tableStyleId>
              </a:tblPr>
              <a:tblGrid>
                <a:gridCol w="1446414">
                  <a:extLst>
                    <a:ext uri="{9D8B030D-6E8A-4147-A177-3AD203B41FA5}">
                      <a16:colId xmlns:a16="http://schemas.microsoft.com/office/drawing/2014/main" val="728224464"/>
                    </a:ext>
                  </a:extLst>
                </a:gridCol>
                <a:gridCol w="1220044">
                  <a:extLst>
                    <a:ext uri="{9D8B030D-6E8A-4147-A177-3AD203B41FA5}">
                      <a16:colId xmlns:a16="http://schemas.microsoft.com/office/drawing/2014/main" val="884014769"/>
                    </a:ext>
                  </a:extLst>
                </a:gridCol>
                <a:gridCol w="1069422">
                  <a:extLst>
                    <a:ext uri="{9D8B030D-6E8A-4147-A177-3AD203B41FA5}">
                      <a16:colId xmlns:a16="http://schemas.microsoft.com/office/drawing/2014/main" val="2653429150"/>
                    </a:ext>
                  </a:extLst>
                </a:gridCol>
                <a:gridCol w="6027065">
                  <a:extLst>
                    <a:ext uri="{9D8B030D-6E8A-4147-A177-3AD203B41FA5}">
                      <a16:colId xmlns:a16="http://schemas.microsoft.com/office/drawing/2014/main" val="1830252112"/>
                    </a:ext>
                  </a:extLst>
                </a:gridCol>
                <a:gridCol w="1619553">
                  <a:extLst>
                    <a:ext uri="{9D8B030D-6E8A-4147-A177-3AD203B41FA5}">
                      <a16:colId xmlns:a16="http://schemas.microsoft.com/office/drawing/2014/main" val="3292534253"/>
                    </a:ext>
                  </a:extLst>
                </a:gridCol>
              </a:tblGrid>
              <a:tr h="426599">
                <a:tc>
                  <a:txBody>
                    <a:bodyPr/>
                    <a:lstStyle/>
                    <a:p>
                      <a:pPr marL="0" marR="0">
                        <a:lnSpc>
                          <a:spcPct val="107000"/>
                        </a:lnSpc>
                        <a:spcBef>
                          <a:spcPts val="0"/>
                        </a:spcBef>
                        <a:spcAft>
                          <a:spcPts val="0"/>
                        </a:spcAft>
                      </a:pPr>
                      <a:r>
                        <a:rPr lang="en-US" sz="1200" kern="100">
                          <a:solidFill>
                            <a:schemeClr val="tx1"/>
                          </a:solidFill>
                          <a:effectLst/>
                        </a:rPr>
                        <a:t>Components</a:t>
                      </a:r>
                      <a:endParaRPr lang="en-US"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1200" kern="100">
                          <a:solidFill>
                            <a:schemeClr val="tx1"/>
                          </a:solidFill>
                          <a:effectLst/>
                        </a:rPr>
                        <a:t>Provision &amp; Implementation</a:t>
                      </a:r>
                      <a:endParaRPr lang="en-US"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1200" kern="100">
                          <a:solidFill>
                            <a:schemeClr val="tx1"/>
                          </a:solidFill>
                          <a:effectLst/>
                        </a:rPr>
                        <a:t>Operation Support</a:t>
                      </a:r>
                      <a:endParaRPr lang="en-US"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1200" kern="100">
                          <a:solidFill>
                            <a:schemeClr val="tx1"/>
                          </a:solidFill>
                          <a:effectLst/>
                        </a:rPr>
                        <a:t>ASK Request Ticket</a:t>
                      </a:r>
                      <a:endParaRPr lang="en-US"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T w="12700" cap="flat" cmpd="sng" algn="ctr">
                      <a:solidFill>
                        <a:schemeClr val="tx1"/>
                      </a:solidFill>
                      <a:prstDash val="solid"/>
                      <a:round/>
                      <a:headEnd type="none" w="med" len="med"/>
                      <a:tailEnd type="none" w="med" len="med"/>
                    </a:lnT>
                  </a:tcPr>
                </a:tc>
                <a:tc>
                  <a:txBody>
                    <a:bodyPr/>
                    <a:lstStyle/>
                    <a:p>
                      <a:pPr marL="0" marR="0">
                        <a:lnSpc>
                          <a:spcPct val="107000"/>
                        </a:lnSpc>
                        <a:spcBef>
                          <a:spcPts val="0"/>
                        </a:spcBef>
                        <a:spcAft>
                          <a:spcPts val="0"/>
                        </a:spcAft>
                      </a:pPr>
                      <a:r>
                        <a:rPr lang="en-US" sz="1200" kern="100">
                          <a:solidFill>
                            <a:schemeClr val="tx1"/>
                          </a:solidFill>
                          <a:effectLst/>
                        </a:rPr>
                        <a:t>GTS Contacts</a:t>
                      </a:r>
                      <a:endParaRPr lang="en-US"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38177126"/>
                  </a:ext>
                </a:extLst>
              </a:tr>
              <a:tr h="511976">
                <a:tc>
                  <a:txBody>
                    <a:bodyPr/>
                    <a:lstStyle/>
                    <a:p>
                      <a:pPr marL="0" marR="0">
                        <a:lnSpc>
                          <a:spcPct val="107000"/>
                        </a:lnSpc>
                        <a:spcBef>
                          <a:spcPts val="0"/>
                        </a:spcBef>
                        <a:spcAft>
                          <a:spcPts val="0"/>
                        </a:spcAft>
                      </a:pPr>
                      <a:r>
                        <a:rPr lang="en-US" sz="1200" kern="100" dirty="0">
                          <a:effectLst/>
                        </a:rPr>
                        <a:t>VLAN setup</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L w="12700" cap="flat" cmpd="sng" algn="ctr">
                      <a:solidFill>
                        <a:schemeClr val="tx1"/>
                      </a:solidFill>
                      <a:prstDash val="solid"/>
                      <a:round/>
                      <a:headEnd type="none" w="med" len="med"/>
                      <a:tailEnd type="none" w="med" len="med"/>
                    </a:lnL>
                  </a:tcPr>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endParaRPr lang="en-US" sz="1200" strike="sngStrike" kern="100" dirty="0">
                        <a:effectLst/>
                        <a:latin typeface="+mj-lt"/>
                        <a:ea typeface="Calibri" panose="020F0502020204030204" pitchFamily="34" charset="0"/>
                        <a:cs typeface="Arial" panose="020B0604020202020204" pitchFamily="34" charset="0"/>
                      </a:endParaRPr>
                    </a:p>
                  </a:txBody>
                  <a:tcPr marL="26089" marR="26089" marT="0" marB="0"/>
                </a:tc>
                <a:tc>
                  <a:txBody>
                    <a:bodyPr/>
                    <a:lstStyle/>
                    <a:p>
                      <a:pPr marL="0" marR="0" indent="0" algn="l" defTabSz="914400" rtl="0" eaLnBrk="1" latinLnBrk="0" hangingPunct="1">
                        <a:lnSpc>
                          <a:spcPct val="107000"/>
                        </a:lnSpc>
                        <a:spcBef>
                          <a:spcPts val="0"/>
                        </a:spcBef>
                        <a:spcAft>
                          <a:spcPts val="0"/>
                        </a:spcAft>
                        <a:buClr>
                          <a:srgbClr val="281805"/>
                        </a:buClr>
                        <a:buFont typeface="Arial" panose="020B0604020202020204" pitchFamily="34" charset="0"/>
                        <a:buChar char="​"/>
                      </a:pPr>
                      <a:r>
                        <a:rPr lang="en-US" sz="1200" b="0" strike="noStrike" kern="100" dirty="0">
                          <a:solidFill>
                            <a:schemeClr val="dk1"/>
                          </a:solidFill>
                          <a:effectLst/>
                          <a:latin typeface="+mn-lt"/>
                          <a:ea typeface="+mn-ea"/>
                          <a:cs typeface="+mn-cs"/>
                        </a:rPr>
                        <a:t>Quint, Mike</a:t>
                      </a:r>
                    </a:p>
                  </a:txBody>
                  <a:tcPr marL="26089" marR="26089"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88283877"/>
                  </a:ext>
                </a:extLst>
              </a:tr>
              <a:tr h="534441">
                <a:tc>
                  <a:txBody>
                    <a:bodyPr/>
                    <a:lstStyle/>
                    <a:p>
                      <a:pPr marL="0" marR="0">
                        <a:lnSpc>
                          <a:spcPct val="107000"/>
                        </a:lnSpc>
                        <a:spcBef>
                          <a:spcPts val="0"/>
                        </a:spcBef>
                        <a:spcAft>
                          <a:spcPts val="0"/>
                        </a:spcAft>
                      </a:pPr>
                      <a:r>
                        <a:rPr lang="en-US" sz="1200" kern="100" dirty="0">
                          <a:effectLst/>
                        </a:rPr>
                        <a:t>VPN setup</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L w="12700" cap="flat" cmpd="sng" algn="ctr">
                      <a:solidFill>
                        <a:schemeClr val="tx1"/>
                      </a:solidFill>
                      <a:prstDash val="solid"/>
                      <a:round/>
                      <a:headEnd type="none" w="med" len="med"/>
                      <a:tailEnd type="none" w="med" len="med"/>
                    </a:lnL>
                  </a:tcPr>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r>
                        <a:rPr lang="en-US" sz="1200" b="0" i="0" kern="1200" dirty="0">
                          <a:solidFill>
                            <a:schemeClr val="dk1"/>
                          </a:solidFill>
                          <a:effectLst/>
                          <a:latin typeface="+mn-lt"/>
                          <a:ea typeface="+mn-ea"/>
                          <a:cs typeface="+mn-cs"/>
                          <a:hlinkClick r:id="rId3"/>
                        </a:rPr>
                        <a:t>RITM1145587</a:t>
                      </a:r>
                      <a:endParaRPr lang="en-US" sz="1000" strike="sngStrike" kern="100" dirty="0">
                        <a:effectLst/>
                        <a:latin typeface="+mj-lt"/>
                      </a:endParaRPr>
                    </a:p>
                    <a:p>
                      <a:pPr marL="0" marR="0">
                        <a:lnSpc>
                          <a:spcPct val="107000"/>
                        </a:lnSpc>
                        <a:spcBef>
                          <a:spcPts val="0"/>
                        </a:spcBef>
                        <a:spcAft>
                          <a:spcPts val="0"/>
                        </a:spcAft>
                      </a:pPr>
                      <a:endParaRPr lang="en-US" sz="1200" strike="sngStrike" kern="100" dirty="0">
                        <a:effectLst/>
                        <a:latin typeface="+mj-lt"/>
                      </a:endParaRPr>
                    </a:p>
                  </a:txBody>
                  <a:tcPr marL="26089" marR="26089" marT="0" marB="0"/>
                </a:tc>
                <a:tc>
                  <a:txBody>
                    <a:bodyPr/>
                    <a:lstStyle/>
                    <a:p>
                      <a:pPr marL="0" marR="0">
                        <a:lnSpc>
                          <a:spcPct val="107000"/>
                        </a:lnSpc>
                        <a:spcBef>
                          <a:spcPts val="0"/>
                        </a:spcBef>
                        <a:spcAft>
                          <a:spcPts val="0"/>
                        </a:spcAft>
                      </a:pPr>
                      <a:r>
                        <a:rPr lang="en-US" sz="1200" strike="noStrike" kern="100" dirty="0">
                          <a:effectLst/>
                        </a:rPr>
                        <a:t>Michelle </a:t>
                      </a:r>
                      <a:r>
                        <a:rPr lang="en-US" sz="1200" strike="noStrike" kern="100" dirty="0" err="1">
                          <a:effectLst/>
                        </a:rPr>
                        <a:t>Marnock</a:t>
                      </a:r>
                      <a:endParaRPr lang="en-US" sz="1200" strike="noStrike" kern="100" dirty="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639304"/>
                  </a:ext>
                </a:extLst>
              </a:tr>
              <a:tr h="534441">
                <a:tc>
                  <a:txBody>
                    <a:bodyPr/>
                    <a:lstStyle/>
                    <a:p>
                      <a:pPr marL="0" marR="0" indent="0" algn="l" defTabSz="914400" rtl="0" eaLnBrk="1" latinLnBrk="0" hangingPunct="1">
                        <a:lnSpc>
                          <a:spcPct val="107000"/>
                        </a:lnSpc>
                        <a:spcBef>
                          <a:spcPts val="0"/>
                        </a:spcBef>
                        <a:spcAft>
                          <a:spcPts val="0"/>
                        </a:spcAft>
                        <a:buClr>
                          <a:srgbClr val="281805"/>
                        </a:buClr>
                        <a:buFont typeface="Arial" panose="020B0604020202020204" pitchFamily="34" charset="0"/>
                        <a:buChar char="​"/>
                      </a:pPr>
                      <a:r>
                        <a:rPr lang="en-US" sz="1200" b="1" kern="100" dirty="0">
                          <a:solidFill>
                            <a:schemeClr val="dk1"/>
                          </a:solidFill>
                          <a:effectLst/>
                          <a:latin typeface="+mn-lt"/>
                          <a:ea typeface="+mn-ea"/>
                          <a:cs typeface="+mn-cs"/>
                        </a:rPr>
                        <a:t>Firewall Rules</a:t>
                      </a:r>
                    </a:p>
                  </a:txBody>
                  <a:tcPr marL="26089" marR="26089" marT="0" marB="0">
                    <a:lnL w="12700" cap="flat" cmpd="sng" algn="ctr">
                      <a:solidFill>
                        <a:schemeClr val="tx1"/>
                      </a:solidFill>
                      <a:prstDash val="solid"/>
                      <a:round/>
                      <a:headEnd type="none" w="med" len="med"/>
                      <a:tailEnd type="none" w="med" len="med"/>
                    </a:lnL>
                  </a:tcPr>
                </a:tc>
                <a:tc>
                  <a:txBody>
                    <a:bodyPr/>
                    <a:lstStyle/>
                    <a:p>
                      <a:pPr marL="0" marR="0">
                        <a:lnSpc>
                          <a:spcPct val="107000"/>
                        </a:lnSpc>
                        <a:spcBef>
                          <a:spcPts val="0"/>
                        </a:spcBef>
                        <a:spcAft>
                          <a:spcPts val="0"/>
                        </a:spcAft>
                      </a:pPr>
                      <a:r>
                        <a:rPr lang="en-US" sz="1200" kern="100" dirty="0">
                          <a:effectLst/>
                          <a:latin typeface="Calibri" panose="020F0502020204030204" pitchFamily="34" charset="0"/>
                          <a:ea typeface="Calibri" panose="020F0502020204030204" pitchFamily="34" charset="0"/>
                          <a:cs typeface="Arial" panose="020B0604020202020204" pitchFamily="34" charset="0"/>
                        </a:rPr>
                        <a:t>GTS</a:t>
                      </a:r>
                    </a:p>
                  </a:txBody>
                  <a:tcPr marL="26089" marR="26089" marT="0" marB="0"/>
                </a:tc>
                <a:tc>
                  <a:txBody>
                    <a:bodyPr/>
                    <a:lstStyle/>
                    <a:p>
                      <a:pPr marL="0" marR="0">
                        <a:lnSpc>
                          <a:spcPct val="107000"/>
                        </a:lnSpc>
                        <a:spcBef>
                          <a:spcPts val="0"/>
                        </a:spcBef>
                        <a:spcAft>
                          <a:spcPts val="0"/>
                        </a:spcAft>
                      </a:pPr>
                      <a:r>
                        <a:rPr lang="en-US" sz="1200" kern="100" dirty="0">
                          <a:effectLst/>
                          <a:latin typeface="Calibri" panose="020F0502020204030204" pitchFamily="34" charset="0"/>
                          <a:ea typeface="Calibri" panose="020F0502020204030204" pitchFamily="34" charset="0"/>
                          <a:cs typeface="Arial" panose="020B0604020202020204" pitchFamily="34" charset="0"/>
                        </a:rPr>
                        <a:t>GTS</a:t>
                      </a:r>
                    </a:p>
                  </a:txBody>
                  <a:tcPr marL="26089" marR="26089" marT="0" marB="0"/>
                </a:tc>
                <a:tc>
                  <a:txBody>
                    <a:bodyPr/>
                    <a:lstStyle/>
                    <a:p>
                      <a:pPr marL="0" marR="0">
                        <a:lnSpc>
                          <a:spcPct val="107000"/>
                        </a:lnSpc>
                        <a:spcBef>
                          <a:spcPts val="0"/>
                        </a:spcBef>
                        <a:spcAft>
                          <a:spcPts val="0"/>
                        </a:spcAft>
                      </a:pPr>
                      <a:endParaRPr lang="en-US" sz="1200" strike="sngStrike" kern="100" dirty="0">
                        <a:effectLst/>
                        <a:latin typeface="+mj-lt"/>
                        <a:ea typeface="Calibri" panose="020F0502020204030204" pitchFamily="34" charset="0"/>
                        <a:cs typeface="Arial" panose="020B0604020202020204" pitchFamily="34" charset="0"/>
                      </a:endParaRPr>
                    </a:p>
                  </a:txBody>
                  <a:tcPr marL="26089" marR="26089" marT="0" marB="0"/>
                </a:tc>
                <a:tc>
                  <a:txBody>
                    <a:bodyPr/>
                    <a:lstStyle/>
                    <a:p>
                      <a:pPr marL="0" marR="0" lvl="0" indent="0" algn="l" defTabSz="914400" rtl="0" eaLnBrk="1" fontAlgn="auto" latinLnBrk="0" hangingPunct="1">
                        <a:lnSpc>
                          <a:spcPct val="107000"/>
                        </a:lnSpc>
                        <a:spcBef>
                          <a:spcPts val="0"/>
                        </a:spcBef>
                        <a:spcAft>
                          <a:spcPts val="0"/>
                        </a:spcAft>
                        <a:buClr>
                          <a:srgbClr val="281805"/>
                        </a:buClr>
                        <a:buSzTx/>
                        <a:buFont typeface="Arial" panose="020B0604020202020204" pitchFamily="34" charset="0"/>
                        <a:buChar char="​"/>
                        <a:tabLst/>
                        <a:defRPr/>
                      </a:pPr>
                      <a:r>
                        <a:rPr lang="en-US" sz="1200" strike="noStrike" kern="100" dirty="0">
                          <a:effectLst/>
                        </a:rPr>
                        <a:t>Michelle </a:t>
                      </a:r>
                      <a:r>
                        <a:rPr lang="en-US" sz="1200" strike="noStrike" kern="100" dirty="0" err="1">
                          <a:effectLst/>
                        </a:rPr>
                        <a:t>Marnock</a:t>
                      </a:r>
                      <a:endParaRPr lang="en-US" sz="1200" strike="noStrike"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buNone/>
                      </a:pPr>
                      <a:endParaRPr lang="en-US" sz="1200" strike="noStrike" kern="100" dirty="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6938783"/>
                  </a:ext>
                </a:extLst>
              </a:tr>
              <a:tr h="318755">
                <a:tc>
                  <a:txBody>
                    <a:bodyPr/>
                    <a:lstStyle/>
                    <a:p>
                      <a:pPr marL="0" marR="0">
                        <a:lnSpc>
                          <a:spcPct val="107000"/>
                        </a:lnSpc>
                        <a:spcBef>
                          <a:spcPts val="0"/>
                        </a:spcBef>
                        <a:spcAft>
                          <a:spcPts val="0"/>
                        </a:spcAft>
                      </a:pPr>
                      <a:r>
                        <a:rPr lang="en-US" sz="1200" kern="100" dirty="0">
                          <a:effectLst/>
                        </a:rPr>
                        <a:t>Intercom equipment installation</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lnL w="12700" cap="flat" cmpd="sng" algn="ctr">
                      <a:solidFill>
                        <a:schemeClr val="tx1"/>
                      </a:solidFill>
                      <a:prstDash val="solid"/>
                      <a:round/>
                      <a:headEnd type="none" w="med" len="med"/>
                      <a:tailEnd type="none" w="med" len="med"/>
                    </a:lnL>
                  </a:tcPr>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r>
                        <a:rPr lang="en-US" sz="1200" kern="100">
                          <a:effectLst/>
                        </a:rPr>
                        <a:t>GTS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26089" marR="26089" marT="0" marB="0"/>
                </a:tc>
                <a:tc>
                  <a:txBody>
                    <a:bodyPr/>
                    <a:lstStyle/>
                    <a:p>
                      <a:pPr marL="0" marR="0">
                        <a:lnSpc>
                          <a:spcPct val="107000"/>
                        </a:lnSpc>
                        <a:spcBef>
                          <a:spcPts val="0"/>
                        </a:spcBef>
                        <a:spcAft>
                          <a:spcPts val="0"/>
                        </a:spcAft>
                      </a:pPr>
                      <a:endParaRPr lang="en-US" sz="1000" strike="sngStrike" kern="100" dirty="0">
                        <a:effectLst/>
                        <a:latin typeface="+mj-lt"/>
                        <a:ea typeface="Calibri" panose="020F0502020204030204" pitchFamily="34" charset="0"/>
                        <a:cs typeface="Arial" panose="020B0604020202020204" pitchFamily="34" charset="0"/>
                      </a:endParaRPr>
                    </a:p>
                  </a:txBody>
                  <a:tcPr marL="26089" marR="26089" marT="0" marB="0"/>
                </a:tc>
                <a:tc>
                  <a:txBody>
                    <a:bodyPr/>
                    <a:lstStyle/>
                    <a:p>
                      <a:pPr marL="0" marR="0" indent="0" algn="l" defTabSz="914400" rtl="0" eaLnBrk="1" latinLnBrk="0" hangingPunct="1">
                        <a:lnSpc>
                          <a:spcPct val="107000"/>
                        </a:lnSpc>
                        <a:spcBef>
                          <a:spcPts val="0"/>
                        </a:spcBef>
                        <a:spcAft>
                          <a:spcPts val="0"/>
                        </a:spcAft>
                        <a:buClr>
                          <a:srgbClr val="281805"/>
                        </a:buClr>
                        <a:buFont typeface="Arial" panose="020B0604020202020204" pitchFamily="34" charset="0"/>
                        <a:buChar char="​"/>
                      </a:pPr>
                      <a:r>
                        <a:rPr lang="en-US" sz="1200" b="0" strike="noStrike" kern="100" dirty="0">
                          <a:solidFill>
                            <a:schemeClr val="dk1"/>
                          </a:solidFill>
                          <a:effectLst/>
                          <a:latin typeface="+mn-lt"/>
                          <a:ea typeface="+mn-ea"/>
                          <a:cs typeface="+mn-cs"/>
                        </a:rPr>
                        <a:t>Quint, Mike</a:t>
                      </a:r>
                    </a:p>
                  </a:txBody>
                  <a:tcPr marL="26089" marR="26089"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32363447"/>
                  </a:ext>
                </a:extLst>
              </a:tr>
            </a:tbl>
          </a:graphicData>
        </a:graphic>
      </p:graphicFrame>
    </p:spTree>
    <p:extLst>
      <p:ext uri="{BB962C8B-B14F-4D97-AF65-F5344CB8AC3E}">
        <p14:creationId xmlns:p14="http://schemas.microsoft.com/office/powerpoint/2010/main" val="216933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545C-F309-C6F2-83EC-C6A465B152C6}"/>
              </a:ext>
            </a:extLst>
          </p:cNvPr>
          <p:cNvSpPr>
            <a:spLocks noGrp="1"/>
          </p:cNvSpPr>
          <p:nvPr>
            <p:ph type="ctrTitle"/>
          </p:nvPr>
        </p:nvSpPr>
        <p:spPr/>
        <p:txBody>
          <a:bodyPr/>
          <a:lstStyle/>
          <a:p>
            <a:r>
              <a:rPr lang="en-US"/>
              <a:t>Questions?</a:t>
            </a:r>
          </a:p>
        </p:txBody>
      </p:sp>
      <p:pic>
        <p:nvPicPr>
          <p:cNvPr id="6" name="Picture 2" descr="Roadtrip_hands_on_stearingwheel_oldtimer_Car_Grand_Canyon">
            <a:extLst>
              <a:ext uri="{FF2B5EF4-FFF2-40B4-BE49-F238E27FC236}">
                <a16:creationId xmlns:a16="http://schemas.microsoft.com/office/drawing/2014/main" id="{6F2E621E-0844-E9F8-DAF4-B98FD9250AF7}"/>
              </a:ext>
            </a:extLst>
          </p:cNvPr>
          <p:cNvPicPr>
            <a:picLocks noGrp="1" noChangeAspect="1" noChangeArrowheads="1"/>
          </p:cNvPicPr>
          <p:nvPr>
            <p:ph type="pic" sz="quarter" idx="19"/>
          </p:nvPr>
        </p:nvPicPr>
        <p:blipFill rotWithShape="1">
          <a:blip r:embed="rId3" cstate="email">
            <a:extLst>
              <a:ext uri="{28A0092B-C50C-407E-A947-70E740481C1C}">
                <a14:useLocalDpi xmlns:a14="http://schemas.microsoft.com/office/drawing/2010/main"/>
              </a:ext>
            </a:extLst>
          </a:blip>
          <a:srcRect l="9246" r="33774"/>
          <a:stretch/>
        </p:blipFill>
        <p:spPr>
          <a:xfrm>
            <a:off x="6327600" y="0"/>
            <a:ext cx="5864400" cy="6858000"/>
          </a:xfrm>
        </p:spPr>
      </p:pic>
    </p:spTree>
    <p:extLst>
      <p:ext uri="{BB962C8B-B14F-4D97-AF65-F5344CB8AC3E}">
        <p14:creationId xmlns:p14="http://schemas.microsoft.com/office/powerpoint/2010/main" val="332602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F6348DE-3FAB-3AD1-8207-B3A3E68A1E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4" name="think-cell data - do not delete" hidden="1">
                        <a:extLst>
                          <a:ext uri="{FF2B5EF4-FFF2-40B4-BE49-F238E27FC236}">
                            <a16:creationId xmlns:a16="http://schemas.microsoft.com/office/drawing/2014/main" id="{CF6348DE-3FAB-3AD1-8207-B3A3E68A1E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30B69CE-44AA-14D6-79D8-D2F9707A1784}"/>
              </a:ext>
            </a:extLst>
          </p:cNvPr>
          <p:cNvSpPr>
            <a:spLocks noGrp="1"/>
          </p:cNvSpPr>
          <p:nvPr>
            <p:ph type="title"/>
          </p:nvPr>
        </p:nvSpPr>
        <p:spPr/>
        <p:txBody>
          <a:bodyPr vert="horz"/>
          <a:lstStyle/>
          <a:p>
            <a:r>
              <a:rPr lang="en-US"/>
              <a:t>End of presentation</a:t>
            </a:r>
          </a:p>
        </p:txBody>
      </p:sp>
    </p:spTree>
    <p:extLst>
      <p:ext uri="{BB962C8B-B14F-4D97-AF65-F5344CB8AC3E}">
        <p14:creationId xmlns:p14="http://schemas.microsoft.com/office/powerpoint/2010/main" val="3193661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9C40B5B0-FC9F-394C-8E90-07E42C93B73F}"/>
    </a:ext>
  </a:extLst>
</a:theme>
</file>

<file path=ppt/theme/theme2.xml><?xml version="1.0" encoding="utf-8"?>
<a:theme xmlns:a="http://schemas.openxmlformats.org/drawingml/2006/main" name="1_aegon 2023">
  <a:themeElements>
    <a:clrScheme name="Aegon july2023">
      <a:dk1>
        <a:srgbClr val="000000"/>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chemeClr val="tx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a:srgbClr val="FFFFFF"/>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RITMXXXXXXX-ACBSD-XXX Presentation Template" id="{D1B94B5A-75C5-074C-8777-54F0E39C5C72}" vid="{8DE58E29-B919-254F-942C-FC9F4361AE8A}"/>
    </a:ext>
  </a:extLst>
</a:theme>
</file>

<file path=ppt/theme/theme3.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ppt/theme/theme4.xml><?xml version="1.0" encoding="utf-8"?>
<a:theme xmlns:a="http://schemas.openxmlformats.org/drawingml/2006/main" name="aegon 2022">
  <a:themeElements>
    <a:clrScheme name="Aegon dec2022">
      <a:dk1>
        <a:srgbClr val="281805"/>
      </a:dk1>
      <a:lt1>
        <a:srgbClr val="FFFFFF"/>
      </a:lt1>
      <a:dk2>
        <a:srgbClr val="1D2550"/>
      </a:dk2>
      <a:lt2>
        <a:srgbClr val="E7FF00"/>
      </a:lt2>
      <a:accent1>
        <a:srgbClr val="4CD300"/>
      </a:accent1>
      <a:accent2>
        <a:srgbClr val="641EE0"/>
      </a:accent2>
      <a:accent3>
        <a:srgbClr val="FA69FF"/>
      </a:accent3>
      <a:accent4>
        <a:srgbClr val="1D2550"/>
      </a:accent4>
      <a:accent5>
        <a:srgbClr val="ADD6FB"/>
      </a:accent5>
      <a:accent6>
        <a:srgbClr val="AAA29C"/>
      </a:accent6>
      <a:hlink>
        <a:srgbClr val="641EE0"/>
      </a:hlink>
      <a:folHlink>
        <a:srgbClr val="81368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6350">
          <a:solidFill>
            <a:srgbClr val="28180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28180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0800" tIns="50800" rIns="50800" bIns="50800" rtlCol="0">
        <a:noAutofit/>
      </a:bodyPr>
      <a:lstStyle>
        <a:defPPr algn="l">
          <a:defRPr kern="100" spc="-30" smtClean="0"/>
        </a:defPPr>
      </a:lstStyle>
    </a:txDef>
  </a:objectDefaults>
  <a:extraClrSchemeLst/>
  <a:custClrLst>
    <a:custClr name="Warm Black">
      <a:srgbClr val="281805"/>
    </a:custClr>
    <a:custClr name="Fresh Lime">
      <a:srgbClr val="E7FF00"/>
    </a:custClr>
    <a:custClr name="Grass Green">
      <a:srgbClr val="4CD300"/>
    </a:custClr>
    <a:custClr name="Hot Pink">
      <a:srgbClr val="FA69FF"/>
    </a:custClr>
    <a:custClr name="Sky Blue">
      <a:srgbClr val="63B6FF"/>
    </a:custClr>
    <a:custClr name="Lavender Purple">
      <a:srgbClr val="641EE0"/>
    </a:custClr>
    <a:custClr name="Crimson Red">
      <a:srgbClr val="CF0000"/>
    </a:custClr>
    <a:custClr name="Chocolate Brown">
      <a:srgbClr val="5E3930"/>
    </a:custClr>
    <a:custClr name="Forest Green">
      <a:srgbClr val="0B3F2D"/>
    </a:custClr>
    <a:custClr name="Night Blue">
      <a:srgbClr val="1D2550"/>
    </a:custClr>
    <a:custClr name="Pure White">
      <a:srgbClr val="FFFFFF"/>
    </a:custClr>
    <a:custClr>
      <a:srgbClr val="FFFFFF"/>
    </a:custClr>
    <a:custClr name="Grass Green 75%">
      <a:srgbClr val="77DD3E"/>
    </a:custClr>
    <a:custClr name="Hot Pink 75%">
      <a:srgbClr val="FA8BFD"/>
    </a:custClr>
    <a:custClr name="Sky Blue 75%">
      <a:srgbClr val="89C6FD"/>
    </a:custClr>
    <a:custClr name="Lavender Purple 75%">
      <a:srgbClr val="894AE6"/>
    </a:custClr>
    <a:custClr name="Crimson Red 75%">
      <a:srgbClr val="D93D3D"/>
    </a:custClr>
    <a:custClr>
      <a:srgbClr val="FFFFFF"/>
    </a:custClr>
    <a:custClr>
      <a:srgbClr val="FFFFFF"/>
    </a:custClr>
    <a:custClr name="Night Blue 75%">
      <a:srgbClr val="565C7C"/>
    </a:custClr>
    <a:custClr>
      <a:srgbClr val="FFFFFF"/>
    </a:custClr>
    <a:custClr>
      <a:srgbClr val="FFFFFF"/>
    </a:custClr>
    <a:custClr name="Grass Green 50%">
      <a:srgbClr val="A1E67B"/>
    </a:custClr>
    <a:custClr name="Hot Pink 50%">
      <a:srgbClr val="F9AFFB"/>
    </a:custClr>
    <a:custClr name="Sky Blue 50%">
      <a:srgbClr val="ADD6FB"/>
    </a:custClr>
    <a:custClr name="Lavender Purple 50%">
      <a:srgbClr val="AE82EC"/>
    </a:custClr>
    <a:custClr name="Crimson Red 50%">
      <a:srgbClr val="E17A7A"/>
    </a:custClr>
    <a:custClr>
      <a:srgbClr val="FFFFFF"/>
    </a:custClr>
    <a:custClr>
      <a:srgbClr val="FFFFFF"/>
    </a:custClr>
    <a:custClr name="Night Blue 50%">
      <a:srgbClr val="8E92A7"/>
    </a:custClr>
    <a:custClr>
      <a:srgbClr val="FFFFFF"/>
    </a:custClr>
    <a:custClr>
      <a:srgbClr val="FFFFFF"/>
    </a:custClr>
    <a:custClr name="Grass Green 25%">
      <a:srgbClr val="CCEEB8"/>
    </a:custClr>
    <a:custClr name="Hot Pink 25%">
      <a:srgbClr val="F7D2F8"/>
    </a:custClr>
    <a:custClr name="Sky Blue 25%">
      <a:srgbClr val="D1E6F8"/>
    </a:custClr>
    <a:custClr name="Lavender Purple 25%">
      <a:srgbClr val="D2BCF1"/>
    </a:custClr>
    <a:custClr name="Crimson Red 25%">
      <a:srgbClr val="EBB8B8"/>
    </a:custClr>
    <a:custClr>
      <a:srgbClr val="FFFFFF"/>
    </a:custClr>
    <a:custClr>
      <a:srgbClr val="FFFFFF"/>
    </a:custClr>
    <a:custClr name="Night Blue 25%">
      <a:srgbClr val="C6C8D3"/>
    </a:custClr>
    <a:custClr name="Aegon Blue">
      <a:srgbClr val="0066FF"/>
    </a:custClr>
    <a:custClr name="TransAmerica Red">
      <a:srgbClr val="FF2800"/>
    </a:custClr>
    <a:custClr name="Gray">
      <a:srgbClr val="AAA29C"/>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60e1596b470e64c977d1e4ce9ac99787">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2bba0ad704353081834050430544496a"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Model1" minOccurs="0"/>
                <xsd:element ref="ns2:Technology" minOccurs="0"/>
                <xsd:element ref="ns2:AppDomain" minOccurs="0"/>
                <xsd:element ref="ns2:Business_x0020_App" minOccurs="0"/>
                <xsd:element ref="ns2:Keyword" minOccurs="0"/>
                <xsd:element ref="ns2:Pattern"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odel1" ma:index="21" nillable="true" ma:displayName="Hosting" ma:description="Operational Hosting Model of the Solution" ma:format="Dropdown" ma:internalName="Model1">
      <xsd:simpleType>
        <xsd:restriction base="dms:Choice">
          <xsd:enumeration value="IAAS"/>
          <xsd:enumeration value="PAAS"/>
          <xsd:enumeration value="SAAS"/>
          <xsd:enumeration value="DAAS"/>
          <xsd:enumeration value="AWS"/>
          <xsd:enumeration value="AZURE"/>
          <xsd:enumeration value="GCP"/>
          <xsd:enumeration value="THIRD PARTY"/>
          <xsd:enumeration value="DC"/>
          <xsd:enumeration value="HYBRID"/>
        </xsd:restriction>
      </xsd:simpleType>
    </xsd:element>
    <xsd:element name="Technology" ma:index="22" nillable="true" ma:displayName="Service" ma:description="Architecture or Technology Stack or GTS Service Area" ma:format="Dropdown" ma:internalName="Technology">
      <xsd:simpleType>
        <xsd:union memberTypes="dms:Text">
          <xsd:simpleType>
            <xsd:restriction base="dms:Choice">
              <xsd:enumeration value="SSO"/>
              <xsd:enumeration value="AD"/>
              <xsd:enumeration value="Security"/>
              <xsd:enumeration value="Storage"/>
              <xsd:enumeration value="Container"/>
              <xsd:enumeration value="Windows"/>
              <xsd:enumeration value="Appliance"/>
              <xsd:enumeration value="SQL"/>
              <xsd:enumeration value="MySQL"/>
              <xsd:enumeration value="DB2"/>
              <xsd:enumeration value="ORACLE"/>
              <xsd:enumeration value="Apple"/>
              <xsd:enumeration value="Citrix"/>
              <xsd:enumeration value="VDI"/>
              <xsd:enumeration value="Workspace"/>
              <xsd:enumeration value="O365"/>
              <xsd:enumeration value="Data Lake"/>
              <xsd:enumeration value="Ecosysyem"/>
              <xsd:enumeration value="Network"/>
              <xsd:enumeration value="RA"/>
              <xsd:enumeration value="MQ"/>
              <xsd:enumeration value="SFTP"/>
              <xsd:enumeration value="ISAM"/>
              <xsd:enumeration value="TEL"/>
              <xsd:enumeration value="Service"/>
              <xsd:enumeration value="Application"/>
              <xsd:enumeration value="Development"/>
              <xsd:enumeration value="Plugin"/>
              <xsd:enumeration value="Risk"/>
              <xsd:enumeration value="ITSM"/>
              <xsd:enumeration value="Messaging"/>
              <xsd:enumeration value="Jira"/>
              <xsd:enumeration value="Migration"/>
              <xsd:enumeration value="VPN"/>
              <xsd:enumeration value="PING"/>
              <xsd:enumeration value="OKTA"/>
              <xsd:enumeration value="Web"/>
              <xsd:enumeration value="Social"/>
              <xsd:enumeration value="Chat"/>
              <xsd:enumeration value="Phone"/>
              <xsd:enumeration value="SMS"/>
              <xsd:enumeration value="Video"/>
              <xsd:enumeration value="DR"/>
              <xsd:enumeration value="DLP"/>
              <xsd:enumeration value="CICD"/>
              <xsd:enumeration value="ETL"/>
              <xsd:enumeration value="Compute"/>
              <xsd:enumeration value="Classification"/>
              <xsd:enumeration value="Data"/>
              <xsd:enumeration value="End Point"/>
              <xsd:enumeration value="API"/>
              <xsd:enumeration value="Search"/>
              <xsd:enumeration value="Data Gateway"/>
              <xsd:enumeration value="Mobile"/>
              <xsd:enumeration value="M365"/>
              <xsd:enumeration value="D365"/>
              <xsd:enumeration value="Docker"/>
              <xsd:enumeration value="DNS"/>
              <xsd:enumeration value="LMS"/>
              <xsd:enumeration value="SMTP"/>
              <xsd:enumeration value="LDAP"/>
              <xsd:enumeration value="SIEM"/>
              <xsd:enumeration value="OVA"/>
              <xsd:enumeration value="Identity"/>
              <xsd:enumeration value="Data Protection"/>
              <xsd:enumeration value="ITAM"/>
              <xsd:enumeration value="Cyber Security"/>
            </xsd:restriction>
          </xsd:simpleType>
        </xsd:union>
      </xsd:simpleType>
    </xsd:element>
    <xsd:element name="AppDomain" ma:index="23" nillable="true" ma:displayName="Application" ma:description="Application Area" ma:format="Dropdown" ma:internalName="AppDomain">
      <xsd:simpleType>
        <xsd:restriction base="dms:Choice">
          <xsd:enumeration value="WFM"/>
          <xsd:enumeration value="DMS"/>
          <xsd:enumeration value="CMS"/>
          <xsd:enumeration value="COL"/>
          <xsd:enumeration value="SNOW"/>
          <xsd:enumeration value="LOG"/>
          <xsd:enumeration value="MON"/>
          <xsd:enumeration value="DBA"/>
          <xsd:enumeration value="APM"/>
          <xsd:enumeration value="AM"/>
          <xsd:enumeration value="DLP"/>
          <xsd:enumeration value="SECRETS"/>
          <xsd:enumeration value="PAM"/>
          <xsd:enumeration value="ROB"/>
          <xsd:enumeration value="WEB"/>
          <xsd:enumeration value="SCH"/>
          <xsd:enumeration value="O365"/>
          <xsd:enumeration value="PBI"/>
          <xsd:enumeration value="TEL"/>
          <xsd:enumeration value="AI"/>
          <xsd:enumeration value="FIN"/>
          <xsd:enumeration value="CLD"/>
          <xsd:enumeration value="RA"/>
          <xsd:enumeration value="REF"/>
          <xsd:enumeration value="PS"/>
          <xsd:enumeration value="NET"/>
          <xsd:enumeration value="LIC"/>
          <xsd:enumeration value="RPA"/>
          <xsd:enumeration value="LMS"/>
          <xsd:enumeration value="ERM"/>
          <xsd:enumeration value="ESign"/>
          <xsd:enumeration value="DIR"/>
          <xsd:enumeration value="CRM"/>
          <xsd:enumeration value="DNS"/>
          <xsd:enumeration value="WRK"/>
          <xsd:enumeration value="ANA"/>
          <xsd:enumeration value="CICD"/>
          <xsd:enumeration value="DVM"/>
          <xsd:enumeration value="SFTP"/>
          <xsd:enumeration value="ML"/>
        </xsd:restriction>
      </xsd:simpleType>
    </xsd:element>
    <xsd:element name="Business_x0020_App" ma:index="24" nillable="true" ma:displayName="Domain" ma:default="Unknown" ma:description="Short description of business function, used for seach function" ma:format="Dropdown" ma:internalName="Business_x0020_App">
      <xsd:simpleType>
        <xsd:union memberTypes="dms:Text">
          <xsd:simpleType>
            <xsd:restriction base="dms:Choice">
              <xsd:enumeration value="Pension Calculation"/>
              <xsd:enumeration value="Actuarial"/>
              <xsd:enumeration value="Unknown"/>
              <xsd:enumeration value="Legal"/>
              <xsd:enumeration value="Finance"/>
              <xsd:enumeration value="Mortgages"/>
              <xsd:enumeration value="Funds"/>
              <xsd:enumeration value="Health"/>
              <xsd:enumeration value="Advice"/>
              <xsd:enumeration value="Other"/>
              <xsd:enumeration value="Non-Life"/>
              <xsd:enumeration value="Life"/>
              <xsd:enumeration value="Loan Services"/>
              <xsd:enumeration value="Facilities"/>
              <xsd:enumeration value="Fraud"/>
              <xsd:enumeration value="Global"/>
              <xsd:enumeration value="Assets Management"/>
              <xsd:enumeration value="Service Management"/>
              <xsd:enumeration value="Workplace"/>
              <xsd:enumeration value="Investment Management"/>
              <xsd:enumeration value="Bank"/>
              <xsd:enumeration value="Risk"/>
              <xsd:enumeration value="Security"/>
              <xsd:enumeration value="Sales"/>
              <xsd:enumeration value="External"/>
              <xsd:enumeration value="SIEM"/>
              <xsd:enumeration value="Call Center"/>
              <xsd:enumeration value="Human Resource"/>
              <xsd:enumeration value="Pension"/>
            </xsd:restriction>
          </xsd:simpleType>
        </xsd:union>
      </xsd:simpleType>
    </xsd:element>
    <xsd:element name="Keyword" ma:index="25"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Pattern" ma:index="26" nillable="true" ma:displayName="Pattern" ma:description="Approved or know pattern" ma:format="Dropdown" ma:internalName="Pattern">
      <xsd:simpleType>
        <xsd:restriction base="dms:Choice">
          <xsd:enumeration value="iChannel"/>
          <xsd:enumeration value="ISAM"/>
          <xsd:enumeration value="B2B"/>
          <xsd:enumeration value="B2C"/>
          <xsd:enumeration value="Hosting"/>
          <xsd:enumeration value="Browsing"/>
          <xsd:enumeration value="EKS"/>
          <xsd:enumeration value="SSO"/>
          <xsd:enumeration value="Inter VPC"/>
          <xsd:enumeration value="AWS to DC"/>
          <xsd:enumeration value="AWS Region"/>
          <xsd:enumeration value="ClamAV"/>
          <xsd:enumeration value="VPC"/>
          <xsd:enumeration value="ServiceNow"/>
          <xsd:enumeration value="Salesforce"/>
          <xsd:enumeration value="Third Party Access"/>
          <xsd:enumeration value="Ping"/>
          <xsd:enumeration value="WAF"/>
          <xsd:enumeration value="Mobile"/>
          <xsd:enumeration value="API"/>
          <xsd:enumeration value="Data Lake"/>
        </xsd:restrictio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30" nillable="true" ma:displayName="MediaLengthInSeconds" ma:hidden="true" ma:internalName="MediaLengthInSeconds" ma:readOnly="true">
      <xsd:simpleType>
        <xsd:restriction base="dms:Unknown"/>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90f8d83-fd29-439e-ae91-cfcefa340f30">
      <UserInfo>
        <DisplayName>Marinas, Pelayo</DisplayName>
        <AccountId>84</AccountId>
        <AccountType/>
      </UserInfo>
      <UserInfo>
        <DisplayName>Ramos, Edgar</DisplayName>
        <AccountId>236</AccountId>
        <AccountType/>
      </UserInfo>
      <UserInfo>
        <DisplayName>Gomez, Jesus</DisplayName>
        <AccountId>240</AccountId>
        <AccountType/>
      </UserInfo>
      <UserInfo>
        <DisplayName>Jauregui, Bernard</DisplayName>
        <AccountId>5731</AccountId>
        <AccountType/>
      </UserInfo>
      <UserInfo>
        <DisplayName>Biliczky, Roland</DisplayName>
        <AccountId>20</AccountId>
        <AccountType/>
      </UserInfo>
      <UserInfo>
        <DisplayName>Lieuw  A Joeng, Henny</DisplayName>
        <AccountId>21</AccountId>
        <AccountType/>
      </UserInfo>
      <UserInfo>
        <DisplayName>Newport, Ben</DisplayName>
        <AccountId>56</AccountId>
        <AccountType/>
      </UserInfo>
      <UserInfo>
        <DisplayName>Apel, Nick</DisplayName>
        <AccountId>3097</AccountId>
        <AccountType/>
      </UserInfo>
      <UserInfo>
        <DisplayName>De Prado, Maria</DisplayName>
        <AccountId>306</AccountId>
        <AccountType/>
      </UserInfo>
      <UserInfo>
        <DisplayName>Martín, Álvaro</DisplayName>
        <AccountId>549</AccountId>
        <AccountType/>
      </UserInfo>
    </SharedWithUsers>
    <Keyword xmlns="7bc1719e-3073-4a83-a8aa-5d9b5543732c" xsi:nil="true"/>
    <_ip_UnifiedCompliancePolicyUIAction xmlns="http://schemas.microsoft.com/sharepoint/v3" xsi:nil="true"/>
    <AppDomain xmlns="7bc1719e-3073-4a83-a8aa-5d9b5543732c" xsi:nil="true"/>
    <lcf76f155ced4ddcb4097134ff3c332f xmlns="7bc1719e-3073-4a83-a8aa-5d9b5543732c">
      <Terms xmlns="http://schemas.microsoft.com/office/infopath/2007/PartnerControls"/>
    </lcf76f155ced4ddcb4097134ff3c332f>
    <Technology xmlns="7bc1719e-3073-4a83-a8aa-5d9b5543732c" xsi:nil="true"/>
    <TaxCatchAll xmlns="bfe6e0b6-a5a6-435d-956e-8490d4b03c3e" xsi:nil="true"/>
    <Model1 xmlns="7bc1719e-3073-4a83-a8aa-5d9b5543732c" xsi:nil="true"/>
    <_ip_UnifiedCompliancePolicyProperties xmlns="http://schemas.microsoft.com/sharepoint/v3" xsi:nil="true"/>
    <Pattern xmlns="7bc1719e-3073-4a83-a8aa-5d9b5543732c" xsi:nil="true"/>
    <Business_x0020_App xmlns="7bc1719e-3073-4a83-a8aa-5d9b5543732c">Unknown</Business_x0020_App>
  </documentManagement>
</p:properties>
</file>

<file path=customXml/itemProps1.xml><?xml version="1.0" encoding="utf-8"?>
<ds:datastoreItem xmlns:ds="http://schemas.openxmlformats.org/officeDocument/2006/customXml" ds:itemID="{F7F714FA-B1B6-4F34-89C8-479259BFD6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bc1719e-3073-4a83-a8aa-5d9b5543732c"/>
    <ds:schemaRef ds:uri="290f8d83-fd29-439e-ae91-cfcefa340f30"/>
    <ds:schemaRef ds:uri="bfe6e0b6-a5a6-435d-956e-8490d4b03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37AA49-A9B9-43FF-8776-4650CED3C4EB}">
  <ds:schemaRefs>
    <ds:schemaRef ds:uri="http://schemas.microsoft.com/sharepoint/v3/contenttype/forms"/>
  </ds:schemaRefs>
</ds:datastoreItem>
</file>

<file path=customXml/itemProps3.xml><?xml version="1.0" encoding="utf-8"?>
<ds:datastoreItem xmlns:ds="http://schemas.openxmlformats.org/officeDocument/2006/customXml" ds:itemID="{487B9F05-37E0-4F35-828D-076429559AB8}">
  <ds:schemaRefs>
    <ds:schemaRef ds:uri="http://schemas.microsoft.com/sharepoint/v3"/>
    <ds:schemaRef ds:uri="http://schemas.openxmlformats.org/package/2006/metadata/core-properties"/>
    <ds:schemaRef ds:uri="http://purl.org/dc/terms/"/>
    <ds:schemaRef ds:uri="http://schemas.microsoft.com/office/infopath/2007/PartnerControls"/>
    <ds:schemaRef ds:uri="http://purl.org/dc/dcmitype/"/>
    <ds:schemaRef ds:uri="290f8d83-fd29-439e-ae91-cfcefa340f30"/>
    <ds:schemaRef ds:uri="http://schemas.microsoft.com/office/2006/documentManagement/types"/>
    <ds:schemaRef ds:uri="http://purl.org/dc/elements/1.1/"/>
    <ds:schemaRef ds:uri="http://schemas.microsoft.com/office/2006/metadata/properties"/>
    <ds:schemaRef ds:uri="7bc1719e-3073-4a83-a8aa-5d9b5543732c"/>
    <ds:schemaRef ds:uri="bfe6e0b6-a5a6-435d-956e-8490d4b03c3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1040</TotalTime>
  <Words>812</Words>
  <Application>Microsoft Office PowerPoint</Application>
  <PresentationFormat>Widescreen</PresentationFormat>
  <Paragraphs>159</Paragraphs>
  <Slides>12</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0" baseType="lpstr">
      <vt:lpstr>Arial</vt:lpstr>
      <vt:lpstr>Calibri</vt:lpstr>
      <vt:lpstr>Calibri Light</vt:lpstr>
      <vt:lpstr>Helvetica Neue</vt:lpstr>
      <vt:lpstr>Wingdings</vt:lpstr>
      <vt:lpstr>aegon 2023</vt:lpstr>
      <vt:lpstr>1_aegon 2023</vt:lpstr>
      <vt:lpstr>think-cell Slide</vt:lpstr>
      <vt:lpstr>[ACBSD-3265] [Intercom equipment installation in AUK]</vt:lpstr>
      <vt:lpstr>Version Control</vt:lpstr>
      <vt:lpstr>Design Pattern Description</vt:lpstr>
      <vt:lpstr>Principles Alignment</vt:lpstr>
      <vt:lpstr>Original Architecture Diagram (UK Office)</vt:lpstr>
      <vt:lpstr>Design Pattern Architecture Diagram</vt:lpstr>
      <vt:lpstr>Data Classification &amp; Data Use Compliance</vt:lpstr>
      <vt:lpstr>Security and Compliance Controls &amp; Configurations</vt:lpstr>
      <vt:lpstr>Exceptions</vt:lpstr>
      <vt:lpstr>Pattern Implementation &amp; Operations Support Playbook</vt:lpstr>
      <vt:lpstr>Questions?</vt:lpstr>
      <vt:lpstr>End of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ACBSD-XXXX TITLE</dc:title>
  <dc:creator>Reynolds, Stephanie</dc:creator>
  <dc:description>august 2023</dc:description>
  <cp:lastModifiedBy>Kerbachi, Mohamed - GTS Global ENG &amp; ARCH</cp:lastModifiedBy>
  <cp:revision>1</cp:revision>
  <cp:lastPrinted>2022-11-30T15:12:21Z</cp:lastPrinted>
  <dcterms:created xsi:type="dcterms:W3CDTF">2024-11-26T17:49:06Z</dcterms:created>
  <dcterms:modified xsi:type="dcterms:W3CDTF">2025-06-30T18:42:48Z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0x0101006BDAF3E3634C144D9EC799C876E6F9A3</vt:lpwstr>
  </property>
</Properties>
</file>
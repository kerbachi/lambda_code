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145705877" r:id="rId5"/>
    <p:sldId id="2145705898" r:id="rId6"/>
    <p:sldId id="2145705926" r:id="rId7"/>
    <p:sldId id="2145705937" r:id="rId8"/>
    <p:sldId id="2145705934" r:id="rId9"/>
    <p:sldId id="2145705938" r:id="rId10"/>
    <p:sldId id="2145705925" r:id="rId11"/>
    <p:sldId id="2145705931" r:id="rId12"/>
    <p:sldId id="2145705930" r:id="rId13"/>
    <p:sldId id="2145705927" r:id="rId14"/>
    <p:sldId id="2145705928" r:id="rId15"/>
    <p:sldId id="2145705936" r:id="rId16"/>
    <p:sldId id="2145705935" r:id="rId17"/>
    <p:sldId id="2145705933" r:id="rId18"/>
    <p:sldId id="214570593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1B442D-F2A1-4F36-0192-BD24B231C052}" name="Reynolds, Stephanie" initials="RS" userId="S::stephanie.reynolds@transamerica.com::1f88be43-2847-49d0-80bb-1c7c6421f5eb" providerId="AD"/>
  <p188:author id="{A63E6A45-10CA-4641-4AB0-A4938772B0EF}" name="Reynolds, Stephanie" initials="SR" userId="S::Stephanie.Reynolds@transamerica.com::1f88be43-2847-49d0-80bb-1c7c6421f5eb" providerId="AD"/>
  <p188:author id="{3F7E094C-D569-8125-38C8-449AF1B080AA}" name="Everest, Neil" initials="RE" userId="S::Neil.Everest@aegon.com::7abe4f5f-2529-4917-872c-a7c627cd255c" providerId="AD"/>
  <p188:author id="{3D164B6F-D555-EAA1-7ABA-36BEDD2DFC53}" name="Reynolds, Stephanie" initials="RS" userId="S::Stephanie.Reynolds@Transamerica.com::1f88be43-2847-49d0-80bb-1c7c6421f5eb" providerId="AD"/>
  <p188:author id="{43088EEF-A013-E811-CB69-ADABF81AA9A3}" name="Everest, Neil" initials="EN" userId="S::neil.everest@aegon.com::7abe4f5f-2529-4917-872c-a7c627cd255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Shubham" userId="87291331-3e05-4940-9694-2f9cf7b09d65" providerId="ADAL" clId="{0F91B298-E0B6-4D48-AFE6-8BB728485F79}"/>
    <pc:docChg chg="custSel modSld">
      <pc:chgData name="Mishra, Shubham" userId="87291331-3e05-4940-9694-2f9cf7b09d65" providerId="ADAL" clId="{0F91B298-E0B6-4D48-AFE6-8BB728485F79}" dt="2024-05-02T12:39:20.833" v="481"/>
      <pc:docMkLst>
        <pc:docMk/>
      </pc:docMkLst>
      <pc:sldChg chg="modSp mod">
        <pc:chgData name="Mishra, Shubham" userId="87291331-3e05-4940-9694-2f9cf7b09d65" providerId="ADAL" clId="{0F91B298-E0B6-4D48-AFE6-8BB728485F79}" dt="2024-05-02T12:31:18.594" v="109" actId="20577"/>
        <pc:sldMkLst>
          <pc:docMk/>
          <pc:sldMk cId="2918751337" sldId="2145705925"/>
        </pc:sldMkLst>
        <pc:graphicFrameChg chg="mod modGraphic">
          <ac:chgData name="Mishra, Shubham" userId="87291331-3e05-4940-9694-2f9cf7b09d65" providerId="ADAL" clId="{0F91B298-E0B6-4D48-AFE6-8BB728485F79}" dt="2024-05-02T12:31:18.594" v="109" actId="20577"/>
          <ac:graphicFrameMkLst>
            <pc:docMk/>
            <pc:sldMk cId="2918751337" sldId="2145705925"/>
            <ac:graphicFrameMk id="4" creationId="{D8BC453B-8A34-B21E-0D79-BB58D2A679EE}"/>
          </ac:graphicFrameMkLst>
        </pc:graphicFrameChg>
      </pc:sldChg>
      <pc:sldChg chg="modSp mod">
        <pc:chgData name="Mishra, Shubham" userId="87291331-3e05-4940-9694-2f9cf7b09d65" providerId="ADAL" clId="{0F91B298-E0B6-4D48-AFE6-8BB728485F79}" dt="2024-05-02T12:35:41.201" v="338" actId="20577"/>
        <pc:sldMkLst>
          <pc:docMk/>
          <pc:sldMk cId="517833043" sldId="2145705927"/>
        </pc:sldMkLst>
        <pc:graphicFrameChg chg="mod modGraphic">
          <ac:chgData name="Mishra, Shubham" userId="87291331-3e05-4940-9694-2f9cf7b09d65" providerId="ADAL" clId="{0F91B298-E0B6-4D48-AFE6-8BB728485F79}" dt="2024-05-02T12:35:41.201" v="338" actId="20577"/>
          <ac:graphicFrameMkLst>
            <pc:docMk/>
            <pc:sldMk cId="517833043" sldId="2145705927"/>
            <ac:graphicFrameMk id="4" creationId="{D8BC453B-8A34-B21E-0D79-BB58D2A679EE}"/>
          </ac:graphicFrameMkLst>
        </pc:graphicFrameChg>
      </pc:sldChg>
      <pc:sldChg chg="modSp mod">
        <pc:chgData name="Mishra, Shubham" userId="87291331-3e05-4940-9694-2f9cf7b09d65" providerId="ADAL" clId="{0F91B298-E0B6-4D48-AFE6-8BB728485F79}" dt="2024-05-02T12:36:44.341" v="445" actId="20577"/>
        <pc:sldMkLst>
          <pc:docMk/>
          <pc:sldMk cId="3159657211" sldId="2145705928"/>
        </pc:sldMkLst>
        <pc:graphicFrameChg chg="modGraphic">
          <ac:chgData name="Mishra, Shubham" userId="87291331-3e05-4940-9694-2f9cf7b09d65" providerId="ADAL" clId="{0F91B298-E0B6-4D48-AFE6-8BB728485F79}" dt="2024-05-02T12:36:44.341" v="445" actId="20577"/>
          <ac:graphicFrameMkLst>
            <pc:docMk/>
            <pc:sldMk cId="3159657211" sldId="2145705928"/>
            <ac:graphicFrameMk id="4" creationId="{D8BC453B-8A34-B21E-0D79-BB58D2A679EE}"/>
          </ac:graphicFrameMkLst>
        </pc:graphicFrameChg>
      </pc:sldChg>
      <pc:sldChg chg="modSp mod">
        <pc:chgData name="Mishra, Shubham" userId="87291331-3e05-4940-9694-2f9cf7b09d65" providerId="ADAL" clId="{0F91B298-E0B6-4D48-AFE6-8BB728485F79}" dt="2024-05-02T12:33:22.251" v="155" actId="122"/>
        <pc:sldMkLst>
          <pc:docMk/>
          <pc:sldMk cId="3224616478" sldId="2145705930"/>
        </pc:sldMkLst>
        <pc:graphicFrameChg chg="modGraphic">
          <ac:chgData name="Mishra, Shubham" userId="87291331-3e05-4940-9694-2f9cf7b09d65" providerId="ADAL" clId="{0F91B298-E0B6-4D48-AFE6-8BB728485F79}" dt="2024-05-02T12:33:22.251" v="155" actId="122"/>
          <ac:graphicFrameMkLst>
            <pc:docMk/>
            <pc:sldMk cId="3224616478" sldId="2145705930"/>
            <ac:graphicFrameMk id="4" creationId="{D8BC453B-8A34-B21E-0D79-BB58D2A679EE}"/>
          </ac:graphicFrameMkLst>
        </pc:graphicFrameChg>
      </pc:sldChg>
      <pc:sldChg chg="modSp mod">
        <pc:chgData name="Mishra, Shubham" userId="87291331-3e05-4940-9694-2f9cf7b09d65" providerId="ADAL" clId="{0F91B298-E0B6-4D48-AFE6-8BB728485F79}" dt="2024-05-02T12:38:33.218" v="480" actId="404"/>
        <pc:sldMkLst>
          <pc:docMk/>
          <pc:sldMk cId="3174156705" sldId="2145705932"/>
        </pc:sldMkLst>
        <pc:spChg chg="mod">
          <ac:chgData name="Mishra, Shubham" userId="87291331-3e05-4940-9694-2f9cf7b09d65" providerId="ADAL" clId="{0F91B298-E0B6-4D48-AFE6-8BB728485F79}" dt="2024-05-02T12:38:33.218" v="480" actId="404"/>
          <ac:spMkLst>
            <pc:docMk/>
            <pc:sldMk cId="3174156705" sldId="2145705932"/>
            <ac:spMk id="17" creationId="{0B9E93A7-E5A7-9BFC-37C3-7DEED9E119B3}"/>
          </ac:spMkLst>
        </pc:spChg>
      </pc:sldChg>
      <pc:sldChg chg="modSp mod">
        <pc:chgData name="Mishra, Shubham" userId="87291331-3e05-4940-9694-2f9cf7b09d65" providerId="ADAL" clId="{0F91B298-E0B6-4D48-AFE6-8BB728485F79}" dt="2024-05-02T12:29:22.346" v="18" actId="404"/>
        <pc:sldMkLst>
          <pc:docMk/>
          <pc:sldMk cId="1033958952" sldId="2145705934"/>
        </pc:sldMkLst>
        <pc:spChg chg="mod">
          <ac:chgData name="Mishra, Shubham" userId="87291331-3e05-4940-9694-2f9cf7b09d65" providerId="ADAL" clId="{0F91B298-E0B6-4D48-AFE6-8BB728485F79}" dt="2024-05-02T12:29:22.346" v="18" actId="404"/>
          <ac:spMkLst>
            <pc:docMk/>
            <pc:sldMk cId="1033958952" sldId="2145705934"/>
            <ac:spMk id="5" creationId="{0A103234-33B3-3D42-CE5C-B0D02BAE588D}"/>
          </ac:spMkLst>
        </pc:spChg>
      </pc:sldChg>
      <pc:sldChg chg="modSp">
        <pc:chgData name="Mishra, Shubham" userId="87291331-3e05-4940-9694-2f9cf7b09d65" providerId="ADAL" clId="{0F91B298-E0B6-4D48-AFE6-8BB728485F79}" dt="2024-05-02T12:39:20.833" v="481"/>
        <pc:sldMkLst>
          <pc:docMk/>
          <pc:sldMk cId="3813168544" sldId="2145705936"/>
        </pc:sldMkLst>
        <pc:graphicFrameChg chg="mod">
          <ac:chgData name="Mishra, Shubham" userId="87291331-3e05-4940-9694-2f9cf7b09d65" providerId="ADAL" clId="{0F91B298-E0B6-4D48-AFE6-8BB728485F79}" dt="2024-05-02T12:39:20.833" v="481"/>
          <ac:graphicFrameMkLst>
            <pc:docMk/>
            <pc:sldMk cId="3813168544" sldId="2145705936"/>
            <ac:graphicFrameMk id="4" creationId="{D8BC453B-8A34-B21E-0D79-BB58D2A679EE}"/>
          </ac:graphicFrameMkLst>
        </pc:graphicFrameChg>
      </pc:sldChg>
      <pc:sldChg chg="modSp mod">
        <pc:chgData name="Mishra, Shubham" userId="87291331-3e05-4940-9694-2f9cf7b09d65" providerId="ADAL" clId="{0F91B298-E0B6-4D48-AFE6-8BB728485F79}" dt="2024-05-02T12:28:56.625" v="2" actId="404"/>
        <pc:sldMkLst>
          <pc:docMk/>
          <pc:sldMk cId="1204745258" sldId="2145705937"/>
        </pc:sldMkLst>
        <pc:spChg chg="mod">
          <ac:chgData name="Mishra, Shubham" userId="87291331-3e05-4940-9694-2f9cf7b09d65" providerId="ADAL" clId="{0F91B298-E0B6-4D48-AFE6-8BB728485F79}" dt="2024-05-02T12:28:56.625" v="2" actId="404"/>
          <ac:spMkLst>
            <pc:docMk/>
            <pc:sldMk cId="1204745258" sldId="2145705937"/>
            <ac:spMk id="5" creationId="{0A103234-33B3-3D42-CE5C-B0D02BAE588D}"/>
          </ac:spMkLst>
        </pc:spChg>
      </pc:sldChg>
    </pc:docChg>
  </pc:docChgLst>
  <pc:docChgLst>
    <pc:chgData name="Biliczky, Roland" userId="8a55e59b-69a4-4963-85c8-7ee18a256d59" providerId="ADAL" clId="{646ABF2A-07E7-4B93-90CE-0DF6F8FBC38B}"/>
    <pc:docChg chg="undo custSel modSld">
      <pc:chgData name="Biliczky, Roland" userId="8a55e59b-69a4-4963-85c8-7ee18a256d59" providerId="ADAL" clId="{646ABF2A-07E7-4B93-90CE-0DF6F8FBC38B}" dt="2024-06-27T11:23:34.614" v="5" actId="14734"/>
      <pc:docMkLst>
        <pc:docMk/>
      </pc:docMkLst>
      <pc:sldChg chg="modSp mod">
        <pc:chgData name="Biliczky, Roland" userId="8a55e59b-69a4-4963-85c8-7ee18a256d59" providerId="ADAL" clId="{646ABF2A-07E7-4B93-90CE-0DF6F8FBC38B}" dt="2024-06-27T11:23:34.614" v="5" actId="14734"/>
        <pc:sldMkLst>
          <pc:docMk/>
          <pc:sldMk cId="2918751337" sldId="2145705925"/>
        </pc:sldMkLst>
        <pc:graphicFrameChg chg="modGraphic">
          <ac:chgData name="Biliczky, Roland" userId="8a55e59b-69a4-4963-85c8-7ee18a256d59" providerId="ADAL" clId="{646ABF2A-07E7-4B93-90CE-0DF6F8FBC38B}" dt="2024-06-27T11:23:34.614" v="5" actId="14734"/>
          <ac:graphicFrameMkLst>
            <pc:docMk/>
            <pc:sldMk cId="2918751337" sldId="2145705925"/>
            <ac:graphicFrameMk id="4" creationId="{D8BC453B-8A34-B21E-0D79-BB58D2A679EE}"/>
          </ac:graphicFrameMkLst>
        </pc:graphicFrameChg>
      </pc:sldChg>
      <pc:sldChg chg="modSp mod">
        <pc:chgData name="Biliczky, Roland" userId="8a55e59b-69a4-4963-85c8-7ee18a256d59" providerId="ADAL" clId="{646ABF2A-07E7-4B93-90CE-0DF6F8FBC38B}" dt="2024-06-19T11:32:13.718" v="4" actId="6549"/>
        <pc:sldMkLst>
          <pc:docMk/>
          <pc:sldMk cId="3159657211" sldId="2145705928"/>
        </pc:sldMkLst>
        <pc:graphicFrameChg chg="modGraphic">
          <ac:chgData name="Biliczky, Roland" userId="8a55e59b-69a4-4963-85c8-7ee18a256d59" providerId="ADAL" clId="{646ABF2A-07E7-4B93-90CE-0DF6F8FBC38B}" dt="2024-06-19T11:32:13.718" v="4" actId="6549"/>
          <ac:graphicFrameMkLst>
            <pc:docMk/>
            <pc:sldMk cId="3159657211" sldId="2145705928"/>
            <ac:graphicFrameMk id="4" creationId="{D8BC453B-8A34-B21E-0D79-BB58D2A679EE}"/>
          </ac:graphicFrameMkLst>
        </pc:graphicFrameChg>
      </pc:sldChg>
    </pc:docChg>
  </pc:docChgLst>
  <pc:docChgLst>
    <pc:chgData name="Reynolds, Stephanie" userId="1f88be43-2847-49d0-80bb-1c7c6421f5eb" providerId="ADAL" clId="{E01B0259-B92A-4A84-9509-038634BF02B2}"/>
    <pc:docChg chg="addSld delSld modSld">
      <pc:chgData name="Reynolds, Stephanie" userId="1f88be43-2847-49d0-80bb-1c7c6421f5eb" providerId="ADAL" clId="{E01B0259-B92A-4A84-9509-038634BF02B2}" dt="2024-04-23T17:10:06.503" v="15" actId="20577"/>
      <pc:docMkLst>
        <pc:docMk/>
      </pc:docMkLst>
      <pc:sldChg chg="add del">
        <pc:chgData name="Reynolds, Stephanie" userId="1f88be43-2847-49d0-80bb-1c7c6421f5eb" providerId="ADAL" clId="{E01B0259-B92A-4A84-9509-038634BF02B2}" dt="2024-04-23T13:50:18.848" v="7"/>
        <pc:sldMkLst>
          <pc:docMk/>
          <pc:sldMk cId="3029006354" sldId="2145705877"/>
        </pc:sldMkLst>
      </pc:sldChg>
      <pc:sldChg chg="add del delCm">
        <pc:chgData name="Reynolds, Stephanie" userId="1f88be43-2847-49d0-80bb-1c7c6421f5eb" providerId="ADAL" clId="{E01B0259-B92A-4A84-9509-038634BF02B2}" dt="2024-04-23T13:50:18.848" v="7"/>
        <pc:sldMkLst>
          <pc:docMk/>
          <pc:sldMk cId="543785216" sldId="2145705898"/>
        </pc:sldMkLst>
        <pc:extLst>
          <p:ext xmlns:p="http://schemas.openxmlformats.org/presentationml/2006/main" uri="{D6D511B9-2390-475A-947B-AFAB55BFBCF1}">
            <pc226:cmChg xmlns:pc226="http://schemas.microsoft.com/office/powerpoint/2022/06/main/command" chg="del">
              <pc226:chgData name="Reynolds, Stephanie" userId="1f88be43-2847-49d0-80bb-1c7c6421f5eb" providerId="ADAL" clId="{E01B0259-B92A-4A84-9509-038634BF02B2}" dt="2024-04-23T12:35:20.288" v="0"/>
              <pc2:cmMkLst xmlns:pc2="http://schemas.microsoft.com/office/powerpoint/2019/9/main/command">
                <pc:docMk/>
                <pc:sldMk cId="543785216" sldId="2145705898"/>
                <pc2:cmMk id="{99A979A0-A460-4329-8DE0-C86F32D5A058}"/>
              </pc2:cmMkLst>
            </pc226:cmChg>
          </p:ext>
        </pc:extLst>
      </pc:sldChg>
      <pc:sldChg chg="add del">
        <pc:chgData name="Reynolds, Stephanie" userId="1f88be43-2847-49d0-80bb-1c7c6421f5eb" providerId="ADAL" clId="{E01B0259-B92A-4A84-9509-038634BF02B2}" dt="2024-04-23T13:50:18.848" v="7"/>
        <pc:sldMkLst>
          <pc:docMk/>
          <pc:sldMk cId="2918751337" sldId="2145705925"/>
        </pc:sldMkLst>
      </pc:sldChg>
      <pc:sldChg chg="modSp add del mod">
        <pc:chgData name="Reynolds, Stephanie" userId="1f88be43-2847-49d0-80bb-1c7c6421f5eb" providerId="ADAL" clId="{E01B0259-B92A-4A84-9509-038634BF02B2}" dt="2024-04-23T17:10:06.503" v="15" actId="20577"/>
        <pc:sldMkLst>
          <pc:docMk/>
          <pc:sldMk cId="3215503377" sldId="2145705926"/>
        </pc:sldMkLst>
        <pc:spChg chg="mod">
          <ac:chgData name="Reynolds, Stephanie" userId="1f88be43-2847-49d0-80bb-1c7c6421f5eb" providerId="ADAL" clId="{E01B0259-B92A-4A84-9509-038634BF02B2}" dt="2024-04-23T17:10:06.503" v="15" actId="20577"/>
          <ac:spMkLst>
            <pc:docMk/>
            <pc:sldMk cId="3215503377" sldId="2145705926"/>
            <ac:spMk id="5" creationId="{0A103234-33B3-3D42-CE5C-B0D02BAE588D}"/>
          </ac:spMkLst>
        </pc:spChg>
      </pc:sldChg>
      <pc:sldChg chg="add del delCm">
        <pc:chgData name="Reynolds, Stephanie" userId="1f88be43-2847-49d0-80bb-1c7c6421f5eb" providerId="ADAL" clId="{E01B0259-B92A-4A84-9509-038634BF02B2}" dt="2024-04-23T13:50:18.848" v="7"/>
        <pc:sldMkLst>
          <pc:docMk/>
          <pc:sldMk cId="517833043" sldId="2145705927"/>
        </pc:sldMkLst>
        <pc:extLst>
          <p:ext xmlns:p="http://schemas.openxmlformats.org/presentationml/2006/main" uri="{D6D511B9-2390-475A-947B-AFAB55BFBCF1}">
            <pc226:cmChg xmlns:pc226="http://schemas.microsoft.com/office/powerpoint/2022/06/main/command" chg="del">
              <pc226:chgData name="Reynolds, Stephanie" userId="1f88be43-2847-49d0-80bb-1c7c6421f5eb" providerId="ADAL" clId="{E01B0259-B92A-4A84-9509-038634BF02B2}" dt="2024-04-23T12:35:28.475" v="1"/>
              <pc2:cmMkLst xmlns:pc2="http://schemas.microsoft.com/office/powerpoint/2019/9/main/command">
                <pc:docMk/>
                <pc:sldMk cId="517833043" sldId="2145705927"/>
                <pc2:cmMk id="{A09C1797-03EE-4335-9490-1B61C989A842}"/>
              </pc2:cmMkLst>
            </pc226:cmChg>
          </p:ext>
        </pc:extLst>
      </pc:sldChg>
      <pc:sldChg chg="add del">
        <pc:chgData name="Reynolds, Stephanie" userId="1f88be43-2847-49d0-80bb-1c7c6421f5eb" providerId="ADAL" clId="{E01B0259-B92A-4A84-9509-038634BF02B2}" dt="2024-04-23T13:50:18.848" v="7"/>
        <pc:sldMkLst>
          <pc:docMk/>
          <pc:sldMk cId="3159657211" sldId="2145705928"/>
        </pc:sldMkLst>
      </pc:sldChg>
      <pc:sldChg chg="add del">
        <pc:chgData name="Reynolds, Stephanie" userId="1f88be43-2847-49d0-80bb-1c7c6421f5eb" providerId="ADAL" clId="{E01B0259-B92A-4A84-9509-038634BF02B2}" dt="2024-04-23T13:50:18.848" v="7"/>
        <pc:sldMkLst>
          <pc:docMk/>
          <pc:sldMk cId="3224616478" sldId="2145705930"/>
        </pc:sldMkLst>
      </pc:sldChg>
      <pc:sldChg chg="add del">
        <pc:chgData name="Reynolds, Stephanie" userId="1f88be43-2847-49d0-80bb-1c7c6421f5eb" providerId="ADAL" clId="{E01B0259-B92A-4A84-9509-038634BF02B2}" dt="2024-04-23T13:50:18.848" v="7"/>
        <pc:sldMkLst>
          <pc:docMk/>
          <pc:sldMk cId="3819895356" sldId="2145705931"/>
        </pc:sldMkLst>
      </pc:sldChg>
      <pc:sldChg chg="add del">
        <pc:chgData name="Reynolds, Stephanie" userId="1f88be43-2847-49d0-80bb-1c7c6421f5eb" providerId="ADAL" clId="{E01B0259-B92A-4A84-9509-038634BF02B2}" dt="2024-04-23T13:50:18.848" v="7"/>
        <pc:sldMkLst>
          <pc:docMk/>
          <pc:sldMk cId="3174156705" sldId="2145705932"/>
        </pc:sldMkLst>
      </pc:sldChg>
      <pc:sldChg chg="modSp add del mod">
        <pc:chgData name="Reynolds, Stephanie" userId="1f88be43-2847-49d0-80bb-1c7c6421f5eb" providerId="ADAL" clId="{E01B0259-B92A-4A84-9509-038634BF02B2}" dt="2024-04-23T13:50:18.848" v="7"/>
        <pc:sldMkLst>
          <pc:docMk/>
          <pc:sldMk cId="3173098985" sldId="2145705933"/>
        </pc:sldMkLst>
        <pc:graphicFrameChg chg="modGraphic">
          <ac:chgData name="Reynolds, Stephanie" userId="1f88be43-2847-49d0-80bb-1c7c6421f5eb" providerId="ADAL" clId="{E01B0259-B92A-4A84-9509-038634BF02B2}" dt="2024-04-23T12:36:32.567" v="5" actId="6549"/>
          <ac:graphicFrameMkLst>
            <pc:docMk/>
            <pc:sldMk cId="3173098985" sldId="2145705933"/>
            <ac:graphicFrameMk id="4" creationId="{D8BC453B-8A34-B21E-0D79-BB58D2A679EE}"/>
          </ac:graphicFrameMkLst>
        </pc:graphicFrameChg>
      </pc:sldChg>
      <pc:sldChg chg="add del">
        <pc:chgData name="Reynolds, Stephanie" userId="1f88be43-2847-49d0-80bb-1c7c6421f5eb" providerId="ADAL" clId="{E01B0259-B92A-4A84-9509-038634BF02B2}" dt="2024-04-23T13:50:18.848" v="7"/>
        <pc:sldMkLst>
          <pc:docMk/>
          <pc:sldMk cId="1033958952" sldId="2145705934"/>
        </pc:sldMkLst>
      </pc:sldChg>
      <pc:sldChg chg="add del setBg delCm">
        <pc:chgData name="Reynolds, Stephanie" userId="1f88be43-2847-49d0-80bb-1c7c6421f5eb" providerId="ADAL" clId="{E01B0259-B92A-4A84-9509-038634BF02B2}" dt="2024-04-23T13:50:18.848" v="7"/>
        <pc:sldMkLst>
          <pc:docMk/>
          <pc:sldMk cId="970186999" sldId="2145705935"/>
        </pc:sldMkLst>
        <pc:extLst>
          <p:ext xmlns:p="http://schemas.openxmlformats.org/presentationml/2006/main" uri="{D6D511B9-2390-475A-947B-AFAB55BFBCF1}">
            <pc226:cmChg xmlns:pc226="http://schemas.microsoft.com/office/powerpoint/2022/06/main/command" chg="del">
              <pc226:chgData name="Reynolds, Stephanie" userId="1f88be43-2847-49d0-80bb-1c7c6421f5eb" providerId="ADAL" clId="{E01B0259-B92A-4A84-9509-038634BF02B2}" dt="2024-04-23T12:36:18.981" v="4"/>
              <pc2:cmMkLst xmlns:pc2="http://schemas.microsoft.com/office/powerpoint/2019/9/main/command">
                <pc:docMk/>
                <pc:sldMk cId="970186999" sldId="2145705935"/>
                <pc2:cmMk id="{0EA8651F-6DC6-4832-8061-FB8C63E1D119}"/>
              </pc2:cmMkLst>
            </pc226:cmChg>
          </p:ext>
        </pc:extLst>
      </pc:sldChg>
      <pc:sldChg chg="add del delCm">
        <pc:chgData name="Reynolds, Stephanie" userId="1f88be43-2847-49d0-80bb-1c7c6421f5eb" providerId="ADAL" clId="{E01B0259-B92A-4A84-9509-038634BF02B2}" dt="2024-04-23T13:50:18.848" v="7"/>
        <pc:sldMkLst>
          <pc:docMk/>
          <pc:sldMk cId="3813168544" sldId="2145705936"/>
        </pc:sldMkLst>
        <pc:extLst>
          <p:ext xmlns:p="http://schemas.openxmlformats.org/presentationml/2006/main" uri="{D6D511B9-2390-475A-947B-AFAB55BFBCF1}">
            <pc226:cmChg xmlns:pc226="http://schemas.microsoft.com/office/powerpoint/2022/06/main/command" chg="del">
              <pc226:chgData name="Reynolds, Stephanie" userId="1f88be43-2847-49d0-80bb-1c7c6421f5eb" providerId="ADAL" clId="{E01B0259-B92A-4A84-9509-038634BF02B2}" dt="2024-04-23T12:35:50.936" v="2"/>
              <pc2:cmMkLst xmlns:pc2="http://schemas.microsoft.com/office/powerpoint/2019/9/main/command">
                <pc:docMk/>
                <pc:sldMk cId="3813168544" sldId="2145705936"/>
                <pc2:cmMk id="{28E3C422-6DBA-4F8A-9628-FEEF7EDA7DEA}"/>
              </pc2:cmMkLst>
            </pc226:cmChg>
            <pc226:cmChg xmlns:pc226="http://schemas.microsoft.com/office/powerpoint/2022/06/main/command" chg="del">
              <pc226:chgData name="Reynolds, Stephanie" userId="1f88be43-2847-49d0-80bb-1c7c6421f5eb" providerId="ADAL" clId="{E01B0259-B92A-4A84-9509-038634BF02B2}" dt="2024-04-23T12:35:55.919" v="3"/>
              <pc2:cmMkLst xmlns:pc2="http://schemas.microsoft.com/office/powerpoint/2019/9/main/command">
                <pc:docMk/>
                <pc:sldMk cId="3813168544" sldId="2145705936"/>
                <pc2:cmMk id="{731DA5E0-A9E9-4251-A390-AC30334DC3DA}"/>
              </pc2:cmMkLst>
            </pc226:cmChg>
          </p:ext>
        </pc:extLst>
      </pc:sldChg>
      <pc:sldChg chg="add">
        <pc:chgData name="Reynolds, Stephanie" userId="1f88be43-2847-49d0-80bb-1c7c6421f5eb" providerId="ADAL" clId="{E01B0259-B92A-4A84-9509-038634BF02B2}" dt="2024-04-23T13:50:18.848" v="7"/>
        <pc:sldMkLst>
          <pc:docMk/>
          <pc:sldMk cId="1204745258" sldId="2145705937"/>
        </pc:sldMkLst>
      </pc:sldChg>
      <pc:sldChg chg="add">
        <pc:chgData name="Reynolds, Stephanie" userId="1f88be43-2847-49d0-80bb-1c7c6421f5eb" providerId="ADAL" clId="{E01B0259-B92A-4A84-9509-038634BF02B2}" dt="2024-04-23T13:50:18.848" v="7"/>
        <pc:sldMkLst>
          <pc:docMk/>
          <pc:sldMk cId="2466569821" sldId="2145705938"/>
        </pc:sldMkLst>
      </pc:sldChg>
      <pc:sldMasterChg chg="delSldLayout">
        <pc:chgData name="Reynolds, Stephanie" userId="1f88be43-2847-49d0-80bb-1c7c6421f5eb" providerId="ADAL" clId="{E01B0259-B92A-4A84-9509-038634BF02B2}" dt="2024-04-23T13:50:13.859" v="6" actId="47"/>
        <pc:sldMasterMkLst>
          <pc:docMk/>
          <pc:sldMasterMk cId="46555384" sldId="2147483648"/>
        </pc:sldMasterMkLst>
        <pc:sldLayoutChg chg="del">
          <pc:chgData name="Reynolds, Stephanie" userId="1f88be43-2847-49d0-80bb-1c7c6421f5eb" providerId="ADAL" clId="{E01B0259-B92A-4A84-9509-038634BF02B2}" dt="2024-04-23T13:50:13.859" v="6" actId="47"/>
          <pc:sldLayoutMkLst>
            <pc:docMk/>
            <pc:sldMasterMk cId="46555384" sldId="2147483648"/>
            <pc:sldLayoutMk cId="2796974130" sldId="2147483666"/>
          </pc:sldLayoutMkLst>
        </pc:sldLayoutChg>
        <pc:sldLayoutChg chg="del">
          <pc:chgData name="Reynolds, Stephanie" userId="1f88be43-2847-49d0-80bb-1c7c6421f5eb" providerId="ADAL" clId="{E01B0259-B92A-4A84-9509-038634BF02B2}" dt="2024-04-23T13:50:13.859" v="6" actId="47"/>
          <pc:sldLayoutMkLst>
            <pc:docMk/>
            <pc:sldMasterMk cId="46555384" sldId="2147483648"/>
            <pc:sldLayoutMk cId="672241157" sldId="2147483667"/>
          </pc:sldLayoutMkLst>
        </pc:sldLayoutChg>
        <pc:sldLayoutChg chg="del">
          <pc:chgData name="Reynolds, Stephanie" userId="1f88be43-2847-49d0-80bb-1c7c6421f5eb" providerId="ADAL" clId="{E01B0259-B92A-4A84-9509-038634BF02B2}" dt="2024-04-23T13:50:13.859" v="6" actId="47"/>
          <pc:sldLayoutMkLst>
            <pc:docMk/>
            <pc:sldMasterMk cId="46555384" sldId="2147483648"/>
            <pc:sldLayoutMk cId="2383241073"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47BDA-7D3F-4203-AD05-B385567E6FD9}" type="datetimeFigureOut">
              <a:rPr lang="en-US" smtClean="0"/>
              <a:t>6/27/2024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21407-2CD1-4DB0-A3EF-2D828502E394}" type="slidenum">
              <a:rPr lang="en-US" smtClean="0"/>
              <a:t>‹#›</a:t>
            </a:fld>
            <a:endParaRPr lang="en-US"/>
          </a:p>
        </p:txBody>
      </p:sp>
    </p:spTree>
    <p:extLst>
      <p:ext uri="{BB962C8B-B14F-4D97-AF65-F5344CB8AC3E}">
        <p14:creationId xmlns:p14="http://schemas.microsoft.com/office/powerpoint/2010/main" val="346960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a:t>
            </a:fld>
            <a:endParaRPr lang="nl-NL" dirty="0"/>
          </a:p>
        </p:txBody>
      </p:sp>
    </p:spTree>
    <p:extLst>
      <p:ext uri="{BB962C8B-B14F-4D97-AF65-F5344CB8AC3E}">
        <p14:creationId xmlns:p14="http://schemas.microsoft.com/office/powerpoint/2010/main" val="111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2</a:t>
            </a:fld>
            <a:endParaRPr lang="nl-NL"/>
          </a:p>
        </p:txBody>
      </p:sp>
    </p:spTree>
    <p:extLst>
      <p:ext uri="{BB962C8B-B14F-4D97-AF65-F5344CB8AC3E}">
        <p14:creationId xmlns:p14="http://schemas.microsoft.com/office/powerpoint/2010/main" val="3722035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3</a:t>
            </a:fld>
            <a:endParaRPr lang="nl-NL"/>
          </a:p>
        </p:txBody>
      </p:sp>
    </p:spTree>
    <p:extLst>
      <p:ext uri="{BB962C8B-B14F-4D97-AF65-F5344CB8AC3E}">
        <p14:creationId xmlns:p14="http://schemas.microsoft.com/office/powerpoint/2010/main" val="83316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4</a:t>
            </a:fld>
            <a:endParaRPr lang="nl-NL"/>
          </a:p>
        </p:txBody>
      </p:sp>
    </p:spTree>
    <p:extLst>
      <p:ext uri="{BB962C8B-B14F-4D97-AF65-F5344CB8AC3E}">
        <p14:creationId xmlns:p14="http://schemas.microsoft.com/office/powerpoint/2010/main" val="108264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5</a:t>
            </a:fld>
            <a:endParaRPr lang="nl-NL"/>
          </a:p>
        </p:txBody>
      </p:sp>
    </p:spTree>
    <p:extLst>
      <p:ext uri="{BB962C8B-B14F-4D97-AF65-F5344CB8AC3E}">
        <p14:creationId xmlns:p14="http://schemas.microsoft.com/office/powerpoint/2010/main" val="705992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6</a:t>
            </a:fld>
            <a:endParaRPr lang="nl-NL"/>
          </a:p>
        </p:txBody>
      </p:sp>
    </p:spTree>
    <p:extLst>
      <p:ext uri="{BB962C8B-B14F-4D97-AF65-F5344CB8AC3E}">
        <p14:creationId xmlns:p14="http://schemas.microsoft.com/office/powerpoint/2010/main" val="1835155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7</a:t>
            </a:fld>
            <a:endParaRPr lang="nl-NL"/>
          </a:p>
        </p:txBody>
      </p:sp>
    </p:spTree>
    <p:extLst>
      <p:ext uri="{BB962C8B-B14F-4D97-AF65-F5344CB8AC3E}">
        <p14:creationId xmlns:p14="http://schemas.microsoft.com/office/powerpoint/2010/main" val="2424693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8</a:t>
            </a:fld>
            <a:endParaRPr lang="nl-NL"/>
          </a:p>
        </p:txBody>
      </p:sp>
    </p:spTree>
    <p:extLst>
      <p:ext uri="{BB962C8B-B14F-4D97-AF65-F5344CB8AC3E}">
        <p14:creationId xmlns:p14="http://schemas.microsoft.com/office/powerpoint/2010/main" val="30604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9</a:t>
            </a:fld>
            <a:endParaRPr lang="nl-NL"/>
          </a:p>
        </p:txBody>
      </p:sp>
    </p:spTree>
    <p:extLst>
      <p:ext uri="{BB962C8B-B14F-4D97-AF65-F5344CB8AC3E}">
        <p14:creationId xmlns:p14="http://schemas.microsoft.com/office/powerpoint/2010/main" val="76403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10</a:t>
            </a:fld>
            <a:endParaRPr lang="nl-NL"/>
          </a:p>
        </p:txBody>
      </p:sp>
    </p:spTree>
    <p:extLst>
      <p:ext uri="{BB962C8B-B14F-4D97-AF65-F5344CB8AC3E}">
        <p14:creationId xmlns:p14="http://schemas.microsoft.com/office/powerpoint/2010/main" val="3986539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11</a:t>
            </a:fld>
            <a:endParaRPr lang="nl-NL"/>
          </a:p>
        </p:txBody>
      </p:sp>
    </p:spTree>
    <p:extLst>
      <p:ext uri="{BB962C8B-B14F-4D97-AF65-F5344CB8AC3E}">
        <p14:creationId xmlns:p14="http://schemas.microsoft.com/office/powerpoint/2010/main" val="1218846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12</a:t>
            </a:fld>
            <a:endParaRPr lang="nl-NL"/>
          </a:p>
        </p:txBody>
      </p:sp>
    </p:spTree>
    <p:extLst>
      <p:ext uri="{BB962C8B-B14F-4D97-AF65-F5344CB8AC3E}">
        <p14:creationId xmlns:p14="http://schemas.microsoft.com/office/powerpoint/2010/main" val="450624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13</a:t>
            </a:fld>
            <a:endParaRPr lang="nl-NL"/>
          </a:p>
        </p:txBody>
      </p:sp>
    </p:spTree>
    <p:extLst>
      <p:ext uri="{BB962C8B-B14F-4D97-AF65-F5344CB8AC3E}">
        <p14:creationId xmlns:p14="http://schemas.microsoft.com/office/powerpoint/2010/main" val="571235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14</a:t>
            </a:fld>
            <a:endParaRPr lang="nl-NL"/>
          </a:p>
        </p:txBody>
      </p:sp>
    </p:spTree>
    <p:extLst>
      <p:ext uri="{BB962C8B-B14F-4D97-AF65-F5344CB8AC3E}">
        <p14:creationId xmlns:p14="http://schemas.microsoft.com/office/powerpoint/2010/main" val="1302181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43FB1B-E0F4-426A-B06A-F89B35785A4F}" type="slidenum">
              <a:rPr lang="nl-NL" smtClean="0"/>
              <a:t>15</a:t>
            </a:fld>
            <a:endParaRPr lang="nl-NL"/>
          </a:p>
        </p:txBody>
      </p:sp>
    </p:spTree>
    <p:extLst>
      <p:ext uri="{BB962C8B-B14F-4D97-AF65-F5344CB8AC3E}">
        <p14:creationId xmlns:p14="http://schemas.microsoft.com/office/powerpoint/2010/main" val="103532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01EF-4F39-49BE-D92D-4FE43C063D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73AC09-1C7F-C08C-8935-4AB0CE6AE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3E0A92-A367-9810-0450-BFB4A7831387}"/>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719B6243-FAA1-1EB7-0769-76EE66B39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5ADC7-1B95-6B9E-676A-5AD98D7DDFA3}"/>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82156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4CF3B-FDEA-E8BC-E4CB-3DE06E3AD5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DC06E7-053E-2188-BCBF-9A1417BE7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24612-6BB4-7949-4CC7-08F9F2B5941D}"/>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057FAB5D-1A2E-F6F4-2328-9904419B9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03C815-5CCF-7D70-DFE8-21581A88F783}"/>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128494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4DCE3-4348-857F-2060-969997DCD4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D222C0-AA29-C936-6A87-94AF775932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ED2F0F-FCAF-861D-67CB-7042944D63F2}"/>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6AFE379E-3E82-EBB5-5572-382340635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1FA0D-C656-3D3D-602A-7C1D29D01B96}"/>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227834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CDAF7-7288-26AD-AAC1-F44249C3E2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B7552-A96B-08E0-412E-794551E0F2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FBF850-16CA-BB51-9813-1179C3DB18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01AB11-9B18-4A0C-B6C7-954CD8AFC22F}"/>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6" name="Footer Placeholder 5">
            <a:extLst>
              <a:ext uri="{FF2B5EF4-FFF2-40B4-BE49-F238E27FC236}">
                <a16:creationId xmlns:a16="http://schemas.microsoft.com/office/drawing/2014/main" id="{58EA4C7F-74DD-9AED-8DC7-D854BBE66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2B7551-8F52-9508-6586-73D4104B91E7}"/>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02642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0563-2CE5-222A-900B-ABA56C62FC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5A42AE-D960-40B5-6361-6D599C7810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32659A-9E7E-C400-54F5-E0ED20E7D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0A4281-D0CF-3C4A-9C1D-FD83D11E0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23F5B6-A9AC-41C0-0ABB-1FCDD43459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403DB5-8E5B-A389-8C07-033D2A6E88DF}"/>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8" name="Footer Placeholder 7">
            <a:extLst>
              <a:ext uri="{FF2B5EF4-FFF2-40B4-BE49-F238E27FC236}">
                <a16:creationId xmlns:a16="http://schemas.microsoft.com/office/drawing/2014/main" id="{BC109128-5423-C7DC-E098-DDF0242F88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87315E-9967-E362-BB4D-0238B631EAB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942470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E8AD-51EF-96BA-5BFC-609F6E0C05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E8ECFC-EE04-8EE6-58EB-00248381DE04}"/>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4" name="Footer Placeholder 3">
            <a:extLst>
              <a:ext uri="{FF2B5EF4-FFF2-40B4-BE49-F238E27FC236}">
                <a16:creationId xmlns:a16="http://schemas.microsoft.com/office/drawing/2014/main" id="{A3F597EF-25E7-1CA7-14BD-E44E079660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4B8D4E-4440-AEFF-3B15-88FB775DD14A}"/>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79012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1706F-661B-F996-004C-14310B610256}"/>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3" name="Footer Placeholder 2">
            <a:extLst>
              <a:ext uri="{FF2B5EF4-FFF2-40B4-BE49-F238E27FC236}">
                <a16:creationId xmlns:a16="http://schemas.microsoft.com/office/drawing/2014/main" id="{C6C9E97E-E2BA-B2B7-6C6C-BCE3ADDCA0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37D5C1-3167-AF02-6CB1-C2FD11A50EED}"/>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066085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A71DC-37D1-DF0F-8EB2-63478CEA9A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CA72C9-7C90-16ED-E798-058AAB20AA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7317DD-162A-D776-E2E5-7CF8B5F3DE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CAFE0-7D4F-D061-60F7-FFD3DF795A0B}"/>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6" name="Footer Placeholder 5">
            <a:extLst>
              <a:ext uri="{FF2B5EF4-FFF2-40B4-BE49-F238E27FC236}">
                <a16:creationId xmlns:a16="http://schemas.microsoft.com/office/drawing/2014/main" id="{2C32E592-C92C-04E9-11AB-3127D8289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8C933A-8C8A-EDD3-287A-E04104F83497}"/>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141869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E73D-4A62-8E9A-7F8C-F09499DF94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094F49-95D1-4849-EA2E-3D7C070459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7AC7F6-4B95-5B79-1860-29D80E186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80897-DC09-0512-82E7-2B81B104E057}"/>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6" name="Footer Placeholder 5">
            <a:extLst>
              <a:ext uri="{FF2B5EF4-FFF2-40B4-BE49-F238E27FC236}">
                <a16:creationId xmlns:a16="http://schemas.microsoft.com/office/drawing/2014/main" id="{8DB97559-4DED-A372-9816-0AFB9C40F2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A3C64-8439-9394-74E8-6EC3FF5FD5B6}"/>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3720284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3A742-9312-100A-B486-50612A604F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7A3A61-43B2-AA52-5627-D3B2F2638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843D1B-1464-8FFF-CF5C-BF10DB6ED8CA}"/>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26A6CF1D-D2C6-0577-BC90-0EF0F7025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B59A7-4B7F-8243-039D-A7EA22E7C1E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4121856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6B7200-6AF3-E7C4-A694-79EBA13B39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FB037D-DC0A-F989-CFCA-5141C7718A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97741F-7DE1-1459-A9CC-9BDE17451C3A}"/>
              </a:ext>
            </a:extLst>
          </p:cNvPr>
          <p:cNvSpPr>
            <a:spLocks noGrp="1"/>
          </p:cNvSpPr>
          <p:nvPr>
            <p:ph type="dt" sz="half" idx="10"/>
          </p:nvPr>
        </p:nvSpPr>
        <p:spPr/>
        <p:txBody>
          <a:body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5474A69E-F36D-C828-8F5B-C9F0525DCE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07689-179C-0F83-149F-6BCB0318BF9F}"/>
              </a:ext>
            </a:extLst>
          </p:cNvPr>
          <p:cNvSpPr>
            <a:spLocks noGrp="1"/>
          </p:cNvSpPr>
          <p:nvPr>
            <p:ph type="sldNum" sz="quarter" idx="12"/>
          </p:nvPr>
        </p:nvSpPr>
        <p:spPr/>
        <p:txBody>
          <a:bodyPr/>
          <a:lstStyle/>
          <a:p>
            <a:fld id="{A9675EB6-4D36-4627-B4C8-99174A54A2D1}" type="slidenum">
              <a:rPr lang="en-US" smtClean="0"/>
              <a:t>‹#›</a:t>
            </a:fld>
            <a:endParaRPr lang="en-US"/>
          </a:p>
        </p:txBody>
      </p:sp>
    </p:spTree>
    <p:extLst>
      <p:ext uri="{BB962C8B-B14F-4D97-AF65-F5344CB8AC3E}">
        <p14:creationId xmlns:p14="http://schemas.microsoft.com/office/powerpoint/2010/main" val="2920771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9DA44C5-759C-86D6-2BFE-0A72E0BD523B}"/>
              </a:ext>
            </a:extLst>
          </p:cNvPr>
          <p:cNvGraphicFramePr>
            <a:graphicFrameLocks noChangeAspect="1"/>
          </p:cNvGraphicFramePr>
          <p:nvPr userDrawn="1">
            <p:custDataLst>
              <p:tags r:id="rId1"/>
            </p:custDataLst>
            <p:extLst>
              <p:ext uri="{D42A27DB-BD31-4B8C-83A1-F6EECF244321}">
                <p14:modId xmlns:p14="http://schemas.microsoft.com/office/powerpoint/2010/main" val="413382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6" name="think-cell data - do not delete" hidden="1">
                        <a:extLst>
                          <a:ext uri="{FF2B5EF4-FFF2-40B4-BE49-F238E27FC236}">
                            <a16:creationId xmlns:a16="http://schemas.microsoft.com/office/drawing/2014/main" id="{39DA44C5-759C-86D6-2BFE-0A72E0BD5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A86874A-FA12-2517-B453-C324E0434187}"/>
              </a:ext>
            </a:extLst>
          </p:cNvPr>
          <p:cNvSpPr>
            <a:spLocks noGrp="1"/>
          </p:cNvSpPr>
          <p:nvPr>
            <p:ph type="ctrTitle" hasCustomPrompt="1"/>
          </p:nvPr>
        </p:nvSpPr>
        <p:spPr>
          <a:xfrm>
            <a:off x="480000" y="1044000"/>
            <a:ext cx="9360104" cy="2448000"/>
          </a:xfrm>
        </p:spPr>
        <p:txBody>
          <a:bodyPr vert="horz" wrap="square" anchor="b" anchorCtr="0">
            <a:noAutofit/>
          </a:bodyPr>
          <a:lstStyle>
            <a:lvl1pPr algn="l">
              <a:lnSpc>
                <a:spcPct val="85000"/>
              </a:lnSpc>
              <a:defRPr sz="5400" kern="100" spc="-120" baseline="0"/>
            </a:lvl1pPr>
          </a:lstStyle>
          <a:p>
            <a:r>
              <a:rPr lang="en-US" dirty="0"/>
              <a:t>Click to edit title</a:t>
            </a:r>
          </a:p>
        </p:txBody>
      </p:sp>
      <p:sp>
        <p:nvSpPr>
          <p:cNvPr id="3" name="Subtitle 2">
            <a:extLst>
              <a:ext uri="{FF2B5EF4-FFF2-40B4-BE49-F238E27FC236}">
                <a16:creationId xmlns:a16="http://schemas.microsoft.com/office/drawing/2014/main" id="{D9322BA0-7900-6548-8C91-5C883FA22AAA}"/>
              </a:ext>
            </a:extLst>
          </p:cNvPr>
          <p:cNvSpPr>
            <a:spLocks noGrp="1"/>
          </p:cNvSpPr>
          <p:nvPr>
            <p:ph type="subTitle" idx="1"/>
          </p:nvPr>
        </p:nvSpPr>
        <p:spPr>
          <a:xfrm>
            <a:off x="480000" y="3708000"/>
            <a:ext cx="9360104" cy="432000"/>
          </a:xfrm>
        </p:spPr>
        <p:txBody>
          <a:bodyPr anchor="t" anchorCtr="0">
            <a:noAutofit/>
          </a:bodyPr>
          <a:lstStyle>
            <a:lvl1pPr marL="0" indent="0" algn="l">
              <a:buNone/>
              <a:defRPr sz="2400" b="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Text Placeholder 7">
            <a:extLst>
              <a:ext uri="{FF2B5EF4-FFF2-40B4-BE49-F238E27FC236}">
                <a16:creationId xmlns:a16="http://schemas.microsoft.com/office/drawing/2014/main" id="{BDAA084D-363D-B650-0E58-F7892FE1196E}"/>
              </a:ext>
            </a:extLst>
          </p:cNvPr>
          <p:cNvSpPr>
            <a:spLocks noGrp="1"/>
          </p:cNvSpPr>
          <p:nvPr>
            <p:ph type="body" sz="quarter" idx="17" hasCustomPrompt="1"/>
          </p:nvPr>
        </p:nvSpPr>
        <p:spPr>
          <a:xfrm>
            <a:off x="480000" y="4752000"/>
            <a:ext cx="7920000" cy="288000"/>
          </a:xfrm>
        </p:spPr>
        <p:txBody>
          <a:bodyPr>
            <a:noAutofit/>
          </a:bodyPr>
          <a:lstStyle>
            <a:lvl1pPr>
              <a:spcBef>
                <a:spcPts val="0"/>
              </a:spcBef>
              <a:defRPr sz="1600" b="1"/>
            </a:lvl1pPr>
          </a:lstStyle>
          <a:p>
            <a:pPr lvl="0"/>
            <a:r>
              <a:rPr lang="en-US" dirty="0"/>
              <a:t>[Presenter name]</a:t>
            </a:r>
          </a:p>
        </p:txBody>
      </p:sp>
      <p:sp>
        <p:nvSpPr>
          <p:cNvPr id="8" name="Text Placeholder 7">
            <a:extLst>
              <a:ext uri="{FF2B5EF4-FFF2-40B4-BE49-F238E27FC236}">
                <a16:creationId xmlns:a16="http://schemas.microsoft.com/office/drawing/2014/main" id="{42BC1D38-D6E1-7E0C-EF78-D061302A3DF8}"/>
              </a:ext>
            </a:extLst>
          </p:cNvPr>
          <p:cNvSpPr>
            <a:spLocks noGrp="1"/>
          </p:cNvSpPr>
          <p:nvPr>
            <p:ph type="body" sz="quarter" idx="13" hasCustomPrompt="1"/>
          </p:nvPr>
        </p:nvSpPr>
        <p:spPr>
          <a:xfrm>
            <a:off x="480000" y="5040000"/>
            <a:ext cx="7920000" cy="252000"/>
          </a:xfrm>
        </p:spPr>
        <p:txBody>
          <a:bodyPr>
            <a:noAutofit/>
          </a:bodyPr>
          <a:lstStyle>
            <a:lvl1pPr>
              <a:spcBef>
                <a:spcPts val="0"/>
              </a:spcBef>
              <a:defRPr sz="1600"/>
            </a:lvl1pPr>
          </a:lstStyle>
          <a:p>
            <a:pPr lvl="0"/>
            <a:r>
              <a:rPr lang="en-US" dirty="0"/>
              <a:t>[Month date year]</a:t>
            </a:r>
          </a:p>
        </p:txBody>
      </p:sp>
      <p:sp>
        <p:nvSpPr>
          <p:cNvPr id="10" name="Text Placeholder 7">
            <a:extLst>
              <a:ext uri="{FF2B5EF4-FFF2-40B4-BE49-F238E27FC236}">
                <a16:creationId xmlns:a16="http://schemas.microsoft.com/office/drawing/2014/main" id="{6667F62F-CC07-72CC-6EE6-BFC83E0447FA}"/>
              </a:ext>
            </a:extLst>
          </p:cNvPr>
          <p:cNvSpPr>
            <a:spLocks noGrp="1"/>
          </p:cNvSpPr>
          <p:nvPr>
            <p:ph type="body" sz="quarter" idx="18" hasCustomPrompt="1"/>
          </p:nvPr>
        </p:nvSpPr>
        <p:spPr>
          <a:xfrm>
            <a:off x="480000" y="5687336"/>
            <a:ext cx="1194628" cy="298870"/>
          </a:xfrm>
          <a:solidFill>
            <a:srgbClr val="1D2550"/>
          </a:solidFill>
        </p:spPr>
        <p:txBody>
          <a:bodyPr wrap="none" lIns="75600" tIns="75600" rIns="75600" bIns="75600" anchor="b" anchorCtr="0">
            <a:spAutoFit/>
          </a:bodyPr>
          <a:lstStyle>
            <a:lvl1pPr>
              <a:spcBef>
                <a:spcPts val="0"/>
              </a:spcBef>
              <a:defRPr sz="1000">
                <a:solidFill>
                  <a:schemeClr val="bg1"/>
                </a:solidFill>
              </a:defRPr>
            </a:lvl1pPr>
          </a:lstStyle>
          <a:p>
            <a:pPr lvl="0"/>
            <a:r>
              <a:rPr lang="en-US" dirty="0"/>
              <a:t>[Audience indicator]</a:t>
            </a:r>
          </a:p>
        </p:txBody>
      </p:sp>
      <p:sp>
        <p:nvSpPr>
          <p:cNvPr id="4" name="Disclaimer">
            <a:extLst>
              <a:ext uri="{FF2B5EF4-FFF2-40B4-BE49-F238E27FC236}">
                <a16:creationId xmlns:a16="http://schemas.microsoft.com/office/drawing/2014/main" id="{0CC4EF57-160A-9B3D-8186-1D6FB2CFB8B8}"/>
              </a:ext>
            </a:extLst>
          </p:cNvPr>
          <p:cNvSpPr>
            <a:spLocks noGrp="1"/>
          </p:cNvSpPr>
          <p:nvPr>
            <p:ph type="body" sz="quarter" idx="14" hasCustomPrompt="1"/>
          </p:nvPr>
        </p:nvSpPr>
        <p:spPr>
          <a:xfrm>
            <a:off x="480000" y="6078150"/>
            <a:ext cx="7920000" cy="576650"/>
          </a:xfrm>
        </p:spPr>
        <p:txBody>
          <a:bodyPr bIns="0" anchor="b" anchorCtr="0"/>
          <a:lstStyle>
            <a:lvl1pPr>
              <a:lnSpc>
                <a:spcPct val="90000"/>
              </a:lnSpc>
              <a:spcBef>
                <a:spcPts val="0"/>
              </a:spcBef>
              <a:defRPr sz="800" spc="-40" baseline="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disclaimer [this field will not be displayed when it is not filled in]</a:t>
            </a:r>
          </a:p>
        </p:txBody>
      </p:sp>
      <p:pic>
        <p:nvPicPr>
          <p:cNvPr id="5" name="Logo">
            <a:extLst>
              <a:ext uri="{FF2B5EF4-FFF2-40B4-BE49-F238E27FC236}">
                <a16:creationId xmlns:a16="http://schemas.microsoft.com/office/drawing/2014/main" id="{53289920-CD43-7CB8-0AAA-A2C3754FB3A8}"/>
              </a:ext>
            </a:extLst>
          </p:cNvPr>
          <p:cNvPicPr preferRelativeResize="0">
            <a:picLocks noChangeAspect="1"/>
          </p:cNvPicPr>
          <p:nvPr userDrawn="1"/>
        </p:nvPicPr>
        <p:blipFill>
          <a:blip r:embed="rId5">
            <a:extLst>
              <a:ext uri="{96DAC541-7B7A-43D3-8B79-37D633B846F1}">
                <asvg:svgBlip xmlns:asvg="http://schemas.microsoft.com/office/drawing/2016/SVG/main" r:embed="rId6"/>
              </a:ext>
            </a:extLst>
          </a:blip>
          <a:srcRect l="64" r="64"/>
          <a:stretch/>
        </p:blipFill>
        <p:spPr>
          <a:xfrm>
            <a:off x="-118516" y="-126587"/>
            <a:ext cx="3526712" cy="1859646"/>
          </a:xfrm>
          <a:prstGeom prst="rect">
            <a:avLst/>
          </a:prstGeom>
        </p:spPr>
      </p:pic>
    </p:spTree>
    <p:extLst>
      <p:ext uri="{BB962C8B-B14F-4D97-AF65-F5344CB8AC3E}">
        <p14:creationId xmlns:p14="http://schemas.microsoft.com/office/powerpoint/2010/main" val="25812244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C4E14-4B7F-3052-254F-707D77C5CE26}"/>
              </a:ext>
            </a:extLst>
          </p:cNvPr>
          <p:cNvSpPr>
            <a:spLocks noGrp="1"/>
          </p:cNvSpPr>
          <p:nvPr>
            <p:ph idx="1"/>
          </p:nvPr>
        </p:nvSpPr>
        <p:spPr>
          <a:xfrm>
            <a:off x="480000" y="1414800"/>
            <a:ext cx="11232000" cy="4679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notes">
            <a:extLst>
              <a:ext uri="{FF2B5EF4-FFF2-40B4-BE49-F238E27FC236}">
                <a16:creationId xmlns:a16="http://schemas.microsoft.com/office/drawing/2014/main" id="{FE4C5731-EBC5-5F94-2A14-4F3B770ED7A3}"/>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footnote/source [this field will not be displayed when it is not filled in]</a:t>
            </a:r>
          </a:p>
        </p:txBody>
      </p:sp>
      <p:sp>
        <p:nvSpPr>
          <p:cNvPr id="6" name="Title 5">
            <a:extLst>
              <a:ext uri="{FF2B5EF4-FFF2-40B4-BE49-F238E27FC236}">
                <a16:creationId xmlns:a16="http://schemas.microsoft.com/office/drawing/2014/main" id="{1FC4E808-7203-4917-098B-02B3326D186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7A93D9DA-2B5A-DFC9-85FC-EDE989E49381}"/>
              </a:ext>
            </a:extLst>
          </p:cNvPr>
          <p:cNvSpPr>
            <a:spLocks noGrp="1"/>
          </p:cNvSpPr>
          <p:nvPr>
            <p:ph type="sldNum" sz="quarter" idx="15"/>
          </p:nvPr>
        </p:nvSpPr>
        <p:spPr/>
        <p:txBody>
          <a:bodyPr/>
          <a:lstStyle/>
          <a:p>
            <a:fld id="{1C1606C5-D483-4832-A0E9-CF578A9B5883}" type="slidenum">
              <a:rPr lang="en-US" smtClean="0"/>
              <a:pPr/>
              <a:t>‹#›</a:t>
            </a:fld>
            <a:endParaRPr lang="en-US" dirty="0"/>
          </a:p>
        </p:txBody>
      </p:sp>
    </p:spTree>
    <p:extLst>
      <p:ext uri="{BB962C8B-B14F-4D97-AF65-F5344CB8AC3E}">
        <p14:creationId xmlns:p14="http://schemas.microsoft.com/office/powerpoint/2010/main" val="216988204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with subtitel">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6C979-AA63-ADCB-CFCE-8AF6D43E8492}"/>
              </a:ext>
            </a:extLst>
          </p:cNvPr>
          <p:cNvSpPr>
            <a:spLocks noGrp="1"/>
          </p:cNvSpPr>
          <p:nvPr>
            <p:ph type="title"/>
          </p:nvPr>
        </p:nvSpPr>
        <p:spPr/>
        <p:txBody>
          <a:bodyPr/>
          <a:lstStyle/>
          <a:p>
            <a:r>
              <a:rPr lang="en-US"/>
              <a:t>Click to edit Master title style</a:t>
            </a:r>
            <a:endParaRPr lang="en-US" dirty="0"/>
          </a:p>
        </p:txBody>
      </p:sp>
      <p:sp>
        <p:nvSpPr>
          <p:cNvPr id="13" name="Subtitle">
            <a:extLst>
              <a:ext uri="{FF2B5EF4-FFF2-40B4-BE49-F238E27FC236}">
                <a16:creationId xmlns:a16="http://schemas.microsoft.com/office/drawing/2014/main" id="{20D6B804-4D45-977C-0430-B1BB52485EB6}"/>
              </a:ext>
            </a:extLst>
          </p:cNvPr>
          <p:cNvSpPr>
            <a:spLocks noGrp="1"/>
          </p:cNvSpPr>
          <p:nvPr>
            <p:ph type="body" sz="quarter" idx="13" hasCustomPrompt="1"/>
          </p:nvPr>
        </p:nvSpPr>
        <p:spPr>
          <a:xfrm>
            <a:off x="480000" y="1414800"/>
            <a:ext cx="11232000" cy="324000"/>
          </a:xfrm>
        </p:spPr>
        <p:txBody>
          <a:bodyPr>
            <a:noAutofit/>
          </a:bodyPr>
          <a:lstStyle>
            <a:lvl1pPr>
              <a:defRPr sz="1800" b="1">
                <a:latin typeface="+mj-lt"/>
              </a:defRPr>
            </a:lvl1pPr>
          </a:lstStyle>
          <a:p>
            <a:pPr lvl="0"/>
            <a:r>
              <a:rPr lang="en-US" dirty="0"/>
              <a:t>Click to edit subheading</a:t>
            </a:r>
          </a:p>
        </p:txBody>
      </p:sp>
      <p:sp>
        <p:nvSpPr>
          <p:cNvPr id="8" name="Content Placeholder 3">
            <a:extLst>
              <a:ext uri="{FF2B5EF4-FFF2-40B4-BE49-F238E27FC236}">
                <a16:creationId xmlns:a16="http://schemas.microsoft.com/office/drawing/2014/main" id="{D66EF941-EE88-DD77-B4D2-7DFEB2329BA4}"/>
              </a:ext>
            </a:extLst>
          </p:cNvPr>
          <p:cNvSpPr>
            <a:spLocks noGrp="1"/>
          </p:cNvSpPr>
          <p:nvPr>
            <p:ph sz="half" idx="2"/>
          </p:nvPr>
        </p:nvSpPr>
        <p:spPr>
          <a:xfrm>
            <a:off x="480000" y="1774800"/>
            <a:ext cx="11232000" cy="432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notes">
            <a:extLst>
              <a:ext uri="{FF2B5EF4-FFF2-40B4-BE49-F238E27FC236}">
                <a16:creationId xmlns:a16="http://schemas.microsoft.com/office/drawing/2014/main" id="{EB88EC37-0DCF-39F3-5807-BBBEAE6AAA56}"/>
              </a:ext>
            </a:extLst>
          </p:cNvPr>
          <p:cNvSpPr>
            <a:spLocks noGrp="1"/>
          </p:cNvSpPr>
          <p:nvPr>
            <p:ph type="body" sz="quarter" idx="14" hasCustomPrompt="1"/>
          </p:nvPr>
        </p:nvSpPr>
        <p:spPr>
          <a:xfrm>
            <a:off x="2352000" y="6102000"/>
            <a:ext cx="9360000" cy="756000"/>
          </a:xfrm>
        </p:spPr>
        <p:txBody>
          <a:bodyPr bIns="154800" anchor="b" anchorCtr="0"/>
          <a:lstStyle>
            <a:lvl1pPr>
              <a:lnSpc>
                <a:spcPct val="90000"/>
              </a:lnSpc>
              <a:spcBef>
                <a:spcPts val="0"/>
              </a:spcBef>
              <a:defRPr sz="800"/>
            </a:lvl1pPr>
            <a:lvl2pPr>
              <a:spcBef>
                <a:spcPts val="0"/>
              </a:spcBef>
              <a:defRPr sz="800"/>
            </a:lvl2pPr>
            <a:lvl3pPr>
              <a:spcBef>
                <a:spcPts val="0"/>
              </a:spcBef>
              <a:defRPr sz="800"/>
            </a:lvl3pPr>
            <a:lvl4pPr>
              <a:spcBef>
                <a:spcPts val="0"/>
              </a:spcBef>
              <a:defRPr sz="800"/>
            </a:lvl4pPr>
            <a:lvl5pPr>
              <a:spcBef>
                <a:spcPts val="0"/>
              </a:spcBef>
              <a:defRPr sz="800"/>
            </a:lvl5pPr>
          </a:lstStyle>
          <a:p>
            <a:pPr lvl="0"/>
            <a:r>
              <a:rPr lang="en-US" dirty="0"/>
              <a:t>Click to edit footnote/source [this field will not be displayed when it is not filled in]</a:t>
            </a:r>
          </a:p>
        </p:txBody>
      </p:sp>
      <p:sp>
        <p:nvSpPr>
          <p:cNvPr id="3" name="Slide Number Placeholder 2">
            <a:extLst>
              <a:ext uri="{FF2B5EF4-FFF2-40B4-BE49-F238E27FC236}">
                <a16:creationId xmlns:a16="http://schemas.microsoft.com/office/drawing/2014/main" id="{428AA125-81EB-634A-58F7-F6ED1D26FC0C}"/>
              </a:ext>
            </a:extLst>
          </p:cNvPr>
          <p:cNvSpPr>
            <a:spLocks noGrp="1"/>
          </p:cNvSpPr>
          <p:nvPr>
            <p:ph type="sldNum" sz="quarter" idx="15"/>
          </p:nvPr>
        </p:nvSpPr>
        <p:spPr/>
        <p:txBody>
          <a:bodyPr/>
          <a:lstStyle/>
          <a:p>
            <a:fld id="{1C1606C5-D483-4832-A0E9-CF578A9B5883}" type="slidenum">
              <a:rPr lang="en-US" smtClean="0"/>
              <a:pPr/>
              <a:t>‹#›</a:t>
            </a:fld>
            <a:endParaRPr lang="en-US" dirty="0"/>
          </a:p>
        </p:txBody>
      </p:sp>
    </p:spTree>
    <p:extLst>
      <p:ext uri="{BB962C8B-B14F-4D97-AF65-F5344CB8AC3E}">
        <p14:creationId xmlns:p14="http://schemas.microsoft.com/office/powerpoint/2010/main" val="351487086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4602B2-286A-539B-D0A9-40A614E38E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940248-A777-B881-DBDF-EE9ACE128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EE7240-76DB-BCE3-2CC0-B17BABAAD2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198B06-B48E-4FE5-84D2-7D02FC2FA5A8}" type="datetimeFigureOut">
              <a:rPr lang="en-US" smtClean="0"/>
              <a:t>6/27/2024</a:t>
            </a:fld>
            <a:endParaRPr lang="en-US"/>
          </a:p>
        </p:txBody>
      </p:sp>
      <p:sp>
        <p:nvSpPr>
          <p:cNvPr id="5" name="Footer Placeholder 4">
            <a:extLst>
              <a:ext uri="{FF2B5EF4-FFF2-40B4-BE49-F238E27FC236}">
                <a16:creationId xmlns:a16="http://schemas.microsoft.com/office/drawing/2014/main" id="{1B779B21-961C-3CD5-2B49-030C05CFBE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612D11-47EB-817C-30AC-2A2657EB54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675EB6-4D36-4627-B4C8-99174A54A2D1}" type="slidenum">
              <a:rPr lang="en-US" smtClean="0"/>
              <a:t>‹#›</a:t>
            </a:fld>
            <a:endParaRPr lang="en-US"/>
          </a:p>
        </p:txBody>
      </p:sp>
    </p:spTree>
    <p:extLst>
      <p:ext uri="{BB962C8B-B14F-4D97-AF65-F5344CB8AC3E}">
        <p14:creationId xmlns:p14="http://schemas.microsoft.com/office/powerpoint/2010/main" val="46555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2.x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hyperlink" Target="https://aegonna.sharepoint.com/sites/GTS-ICC/Intranet/ITCF/Shared%20Documents/Forms/AllItems.aspx?csf=1&amp;web=1&amp;e=q9LAYE&amp;ovuser=46e16835%2Dc804%2D41de%2Dbe3c%2D55835d14dee4%2CDaniel%2ELartey%40transamerica%2Ecom&amp;OR=Teams%2DHL&amp;CT=1712150676102&amp;clickparams=eyJBcHBOYW1lIjoiVGVhbXMtRGVza3RvcCIsIkFwcFZlcnNpb24iOiI0OS8yNDAyMTUyODYxNSIsIkhhc0ZlZGVyYXRlZFVzZXIiOmZhbHNlfQ%3D%3D&amp;cid=6953cf1a%2D4708%2D4a62%2Db66c%2Ddeb3ea56b07c&amp;FolderCTID=0x012000E035F8AFB69860479F9EADAF3C29FAC1&amp;id=%2Fsites%2FGTS%2DICC%2FIntranet%2FITCF%2FShared%20Documents%2FEnablers%20%26%20Checklists%2FProtect%20Domain%2FP04%2E01%2E02%20%2D%20Information%20Security%20Classification%20Standard%2Epdf&amp;parent=%2Fsites%2FGTS%2DICC%2FIntranet%2FITCF%2FShared%20Documents%2FEnablers%20%26%20Checklists%2FProtect%20Domain"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s://aegonna.sharepoint.com/sites/GTS-ICC/Intranet/ITCF/Shared%20Documents/Forms/AllItems.aspx?csf=1&amp;web=1&amp;e=q9LAYE&amp;ovuser=46e16835%2Dc804%2D41de%2Dbe3c%2D55835d14dee4%2CDaniel%2ELartey%40transamerica%2Ecom&amp;OR=Teams%2DHL&amp;CT=1712150676102&amp;clickparams=eyJBcHBOYW1lIjoiVGVhbXMtRGVza3RvcCIsIkFwcFZlcnNpb24iOiI0OS8yNDAyMTUyODYxNSIsIkhhc0ZlZGVyYXRlZFVzZXIiOmZhbHNlfQ%3D%3D&amp;cid=6953cf1a%2D4708%2D4a62%2Db66c%2Ddeb3ea56b07c&amp;FolderCTID=0x012000E035F8AFB69860479F9EADAF3C29FAC1&amp;id=%2Fsites%2FGTS%2DICC%2FIntranet%2FITCF%2FShared%20Documents%2FEnablers%20%26%20Checklists%2FProtect%20Domain%2FP04%2E01%2E02%20%2D%20Information%20Security%20Classification%20Standard%2Epdf&amp;parent=%2Fsites%2FGTS%2DICC%2FIntranet%2FITCF%2FShared%20Documents%2FEnablers%20%26%20Checklists%2FProtect%20Domain"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3.xml"/><Relationship Id="rId5" Type="http://schemas.openxmlformats.org/officeDocument/2006/relationships/image" Target="../media/image4.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4901B36-4345-7D13-D40E-A9A6C1547980}"/>
              </a:ext>
            </a:extLst>
          </p:cNvPr>
          <p:cNvSpPr>
            <a:spLocks noGrp="1"/>
          </p:cNvSpPr>
          <p:nvPr>
            <p:ph type="body" sz="quarter" idx="13"/>
          </p:nvPr>
        </p:nvSpPr>
        <p:spPr/>
        <p:txBody>
          <a:bodyPr/>
          <a:lstStyle/>
          <a:p>
            <a:r>
              <a:rPr lang="en-US" dirty="0"/>
              <a:t>22 April 2024</a:t>
            </a:r>
          </a:p>
        </p:txBody>
      </p:sp>
      <p:sp>
        <p:nvSpPr>
          <p:cNvPr id="11" name="Text Placeholder 10">
            <a:extLst>
              <a:ext uri="{FF2B5EF4-FFF2-40B4-BE49-F238E27FC236}">
                <a16:creationId xmlns:a16="http://schemas.microsoft.com/office/drawing/2014/main" id="{E9F661E0-2423-AA68-1D3F-2A46A7B5AE57}"/>
              </a:ext>
            </a:extLst>
          </p:cNvPr>
          <p:cNvSpPr>
            <a:spLocks noGrp="1"/>
          </p:cNvSpPr>
          <p:nvPr>
            <p:ph type="body" sz="quarter" idx="18"/>
          </p:nvPr>
        </p:nvSpPr>
        <p:spPr>
          <a:xfrm>
            <a:off x="480000" y="5687336"/>
            <a:ext cx="1701225" cy="298870"/>
          </a:xfrm>
        </p:spPr>
        <p:txBody>
          <a:bodyPr/>
          <a:lstStyle/>
          <a:p>
            <a:r>
              <a:rPr lang="en-US" dirty="0"/>
              <a:t>Confidential</a:t>
            </a:r>
          </a:p>
        </p:txBody>
      </p:sp>
      <p:sp>
        <p:nvSpPr>
          <p:cNvPr id="2" name="Title 1">
            <a:extLst>
              <a:ext uri="{FF2B5EF4-FFF2-40B4-BE49-F238E27FC236}">
                <a16:creationId xmlns:a16="http://schemas.microsoft.com/office/drawing/2014/main" id="{4B82A4C7-6774-0CB4-4145-6A6D56610E2A}"/>
              </a:ext>
            </a:extLst>
          </p:cNvPr>
          <p:cNvSpPr>
            <a:spLocks noGrp="1"/>
          </p:cNvSpPr>
          <p:nvPr>
            <p:ph type="ctrTitle"/>
          </p:nvPr>
        </p:nvSpPr>
        <p:spPr/>
        <p:txBody>
          <a:bodyPr/>
          <a:lstStyle/>
          <a:p>
            <a:r>
              <a:rPr lang="en-US" dirty="0"/>
              <a:t>Architecture Intake Requirements</a:t>
            </a:r>
          </a:p>
        </p:txBody>
      </p:sp>
    </p:spTree>
    <p:extLst>
      <p:ext uri="{BB962C8B-B14F-4D97-AF65-F5344CB8AC3E}">
        <p14:creationId xmlns:p14="http://schemas.microsoft.com/office/powerpoint/2010/main" val="3029006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510654-3B0E-BDDB-986A-7FC81C2000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B510654-3B0E-BDDB-986A-7FC81C2000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vert="horz"/>
          <a:lstStyle/>
          <a:p>
            <a:r>
              <a:rPr lang="en-US" dirty="0"/>
              <a:t>Architecture Intake Requirements</a:t>
            </a:r>
          </a:p>
        </p:txBody>
      </p:sp>
      <p:sp>
        <p:nvSpPr>
          <p:cNvPr id="17" name="Content Placeholder 16">
            <a:extLst>
              <a:ext uri="{FF2B5EF4-FFF2-40B4-BE49-F238E27FC236}">
                <a16:creationId xmlns:a16="http://schemas.microsoft.com/office/drawing/2014/main" id="{0B9E93A7-E5A7-9BFC-37C3-7DEED9E119B3}"/>
              </a:ext>
            </a:extLst>
          </p:cNvPr>
          <p:cNvSpPr>
            <a:spLocks noGrp="1"/>
          </p:cNvSpPr>
          <p:nvPr>
            <p:ph idx="1"/>
          </p:nvPr>
        </p:nvSpPr>
        <p:spPr>
          <a:xfrm>
            <a:off x="480000" y="1414800"/>
            <a:ext cx="11232000" cy="4679998"/>
          </a:xfrm>
        </p:spPr>
        <p:txBody>
          <a:bodyPr>
            <a:normAutofit/>
          </a:bodyPr>
          <a:lstStyle/>
          <a:p>
            <a:pPr marL="457200" lvl="1" indent="0">
              <a:buNone/>
            </a:pPr>
            <a:r>
              <a:rPr lang="en-US" dirty="0"/>
              <a:t>The purpose of this document is to provide a template for information needed by GTS Architecture. It is essential to provide of clear and well-documented requirements, budget documentation, stakeholder involvement, and upfront information to streamline the process and ensure the solution meets objectives efficiently. </a:t>
            </a:r>
          </a:p>
          <a:p>
            <a:pPr marL="457200" lvl="1" indent="0">
              <a:buNone/>
            </a:pPr>
            <a:endParaRPr lang="en-US" dirty="0"/>
          </a:p>
          <a:p>
            <a:pPr marL="457200" lvl="1" indent="0">
              <a:buNone/>
            </a:pPr>
            <a:r>
              <a:rPr lang="en-US" dirty="0"/>
              <a:t>Having clear and well-documented requirements helps ensure that the architecture solution aligns with the overall goals and objectives of the project. It allows the architecture team to understand the scope of work and make informed decisions about the design and implementation of the system.</a:t>
            </a:r>
          </a:p>
          <a:p>
            <a:pPr marL="457200" lvl="1" indent="0">
              <a:buNone/>
            </a:pPr>
            <a:endParaRPr lang="en-US" dirty="0"/>
          </a:p>
          <a:p>
            <a:pPr marL="457200" lvl="1" indent="0">
              <a:buNone/>
            </a:pPr>
            <a:r>
              <a:rPr lang="en-US" dirty="0"/>
              <a:t>Providing upfront information saves time and effort, streamlining the process and ensuring the solution meets objectives efficiently.</a:t>
            </a:r>
          </a:p>
          <a:p>
            <a:pPr marL="457200" lvl="1" indent="0">
              <a:buNone/>
            </a:pPr>
            <a:endParaRPr lang="en-US" dirty="0"/>
          </a:p>
        </p:txBody>
      </p:sp>
      <p:sp>
        <p:nvSpPr>
          <p:cNvPr id="29" name="Slide Number Placeholder 28">
            <a:extLst>
              <a:ext uri="{FF2B5EF4-FFF2-40B4-BE49-F238E27FC236}">
                <a16:creationId xmlns:a16="http://schemas.microsoft.com/office/drawing/2014/main" id="{111E2913-9BA6-07FC-0B76-C6FC2E781F97}"/>
              </a:ext>
            </a:extLst>
          </p:cNvPr>
          <p:cNvSpPr>
            <a:spLocks noGrp="1"/>
          </p:cNvSpPr>
          <p:nvPr>
            <p:ph type="sldNum" sz="quarter" idx="15"/>
          </p:nvPr>
        </p:nvSpPr>
        <p:spPr/>
        <p:txBody>
          <a:bodyPr/>
          <a:lstStyle/>
          <a:p>
            <a:fld id="{1C1606C5-D483-4832-A0E9-CF578A9B5883}" type="slidenum">
              <a:rPr lang="en-US" smtClean="0"/>
              <a:pPr/>
              <a:t>2</a:t>
            </a:fld>
            <a:endParaRPr lang="en-US" dirty="0"/>
          </a:p>
        </p:txBody>
      </p:sp>
    </p:spTree>
    <p:extLst>
      <p:ext uri="{BB962C8B-B14F-4D97-AF65-F5344CB8AC3E}">
        <p14:creationId xmlns:p14="http://schemas.microsoft.com/office/powerpoint/2010/main" val="543785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Architecture Intake Requirements</a:t>
            </a: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3</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normAutofit fontScale="55000" lnSpcReduction="20000"/>
          </a:bodyPr>
          <a:lstStyle/>
          <a:p>
            <a:pPr marL="514350" indent="-514350">
              <a:buFont typeface="+mj-lt"/>
              <a:buAutoNum type="arabicPeriod"/>
            </a:pPr>
            <a:r>
              <a:rPr lang="en-US" dirty="0"/>
              <a:t>Business Problem</a:t>
            </a:r>
          </a:p>
          <a:p>
            <a:pPr marL="514350" indent="-514350">
              <a:buFont typeface="+mj-lt"/>
              <a:buAutoNum type="arabicPeriod"/>
            </a:pPr>
            <a:r>
              <a:rPr lang="en-US" dirty="0"/>
              <a:t>Business Value</a:t>
            </a:r>
          </a:p>
          <a:p>
            <a:pPr marL="514350" indent="-514350">
              <a:buFont typeface="+mj-lt"/>
              <a:buAutoNum type="arabicPeriod"/>
            </a:pPr>
            <a:r>
              <a:rPr lang="en-US" dirty="0"/>
              <a:t>A high-level design from your business unit architecture group</a:t>
            </a:r>
          </a:p>
          <a:p>
            <a:pPr marL="514350" indent="-514350">
              <a:buFont typeface="+mj-lt"/>
              <a:buAutoNum type="arabicPeriod"/>
            </a:pPr>
            <a:r>
              <a:rPr lang="en-US" dirty="0"/>
              <a:t>List of Stakeholders: i.e.. Executive Sponsor, Product Owner, local architect contact, budget holder</a:t>
            </a:r>
          </a:p>
          <a:p>
            <a:pPr marL="514350" indent="-514350">
              <a:buFont typeface="+mj-lt"/>
              <a:buAutoNum type="arabicPeriod"/>
            </a:pPr>
            <a:r>
              <a:rPr lang="en-US" dirty="0"/>
              <a:t>Key Contributors/SMEs to consult.</a:t>
            </a:r>
          </a:p>
          <a:p>
            <a:pPr marL="514350" indent="-514350">
              <a:buFont typeface="+mj-lt"/>
              <a:buAutoNum type="arabicPeriod"/>
            </a:pPr>
            <a:r>
              <a:rPr lang="en-US" dirty="0"/>
              <a:t>Business Units Impacted</a:t>
            </a:r>
          </a:p>
          <a:p>
            <a:pPr marL="514350" indent="-514350">
              <a:buFont typeface="+mj-lt"/>
              <a:buAutoNum type="arabicPeriod"/>
            </a:pPr>
            <a:r>
              <a:rPr lang="en-US" dirty="0"/>
              <a:t>Business Requirements</a:t>
            </a:r>
          </a:p>
          <a:p>
            <a:pPr marL="514350" indent="-514350">
              <a:buFont typeface="+mj-lt"/>
              <a:buAutoNum type="arabicPeriod"/>
            </a:pPr>
            <a:r>
              <a:rPr lang="en-US"/>
              <a:t>Success Criteria</a:t>
            </a:r>
            <a:endParaRPr lang="en-US" dirty="0"/>
          </a:p>
          <a:p>
            <a:pPr marL="514350" indent="-514350">
              <a:buFont typeface="+mj-lt"/>
              <a:buAutoNum type="arabicPeriod"/>
            </a:pPr>
            <a:r>
              <a:rPr lang="en-US" dirty="0"/>
              <a:t>Functional and Non-Functional Requirements</a:t>
            </a:r>
          </a:p>
          <a:p>
            <a:pPr marL="514350" indent="-514350">
              <a:buFont typeface="+mj-lt"/>
              <a:buAutoNum type="arabicPeriod"/>
            </a:pPr>
            <a:r>
              <a:rPr lang="en-US" dirty="0">
                <a:hlinkClick r:id="rId3"/>
              </a:rPr>
              <a:t>Data Classification (Confidential, Strictly Confidential, Internal, Public) </a:t>
            </a:r>
            <a:r>
              <a:rPr lang="en-US" dirty="0"/>
              <a:t>See Page 5 for examples.</a:t>
            </a:r>
          </a:p>
          <a:p>
            <a:pPr marL="514350" indent="-514350">
              <a:buFont typeface="+mj-lt"/>
              <a:buAutoNum type="arabicPeriod"/>
            </a:pPr>
            <a:r>
              <a:rPr lang="en-US" dirty="0"/>
              <a:t>Project name and project number</a:t>
            </a:r>
          </a:p>
          <a:p>
            <a:pPr marL="514350" indent="-514350">
              <a:buFont typeface="+mj-lt"/>
              <a:buAutoNum type="arabicPeriod"/>
            </a:pPr>
            <a:r>
              <a:rPr lang="en-US" dirty="0"/>
              <a:t>Cost Center</a:t>
            </a:r>
          </a:p>
          <a:p>
            <a:pPr marL="514350" indent="-514350">
              <a:buFont typeface="+mj-lt"/>
              <a:buAutoNum type="arabicPeriod"/>
            </a:pPr>
            <a:r>
              <a:rPr lang="en-US" dirty="0"/>
              <a:t>Cost Center Owner</a:t>
            </a:r>
          </a:p>
          <a:p>
            <a:pPr marL="514350" indent="-514350">
              <a:buFont typeface="+mj-lt"/>
              <a:buAutoNum type="arabicPeriod"/>
            </a:pPr>
            <a:r>
              <a:rPr lang="en-US" dirty="0"/>
              <a:t>Budget</a:t>
            </a:r>
          </a:p>
        </p:txBody>
      </p:sp>
    </p:spTree>
    <p:extLst>
      <p:ext uri="{BB962C8B-B14F-4D97-AF65-F5344CB8AC3E}">
        <p14:creationId xmlns:p14="http://schemas.microsoft.com/office/powerpoint/2010/main" val="321550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Problem</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Please provide a detailed summary of the business problem you are trying to solve and the motivation for change.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4</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normAutofit/>
          </a:bodyPr>
          <a:lstStyle/>
          <a:p>
            <a:pPr marL="0" indent="0">
              <a:buNone/>
            </a:pPr>
            <a:r>
              <a:rPr lang="en-GB" sz="2400" dirty="0"/>
              <a:t>Migration of Edinburgh Building Management System(BMS), currently third parties are connected into the system via BT broadband and we need to migrate we decommission the BT broadband line</a:t>
            </a:r>
            <a:endParaRPr lang="en-US" sz="2400" dirty="0"/>
          </a:p>
        </p:txBody>
      </p:sp>
    </p:spTree>
    <p:extLst>
      <p:ext uri="{BB962C8B-B14F-4D97-AF65-F5344CB8AC3E}">
        <p14:creationId xmlns:p14="http://schemas.microsoft.com/office/powerpoint/2010/main" val="1204745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Value</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What is the business value of solving the problem?</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5</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normAutofit/>
          </a:bodyPr>
          <a:lstStyle/>
          <a:p>
            <a:pPr marL="0" indent="0">
              <a:buNone/>
            </a:pPr>
            <a:r>
              <a:rPr lang="en-GB" sz="2400" dirty="0"/>
              <a:t>Business value is to get rid of BT broadband line before it get depreciated in June 2024</a:t>
            </a:r>
            <a:endParaRPr lang="en-US" sz="2400" dirty="0"/>
          </a:p>
        </p:txBody>
      </p:sp>
    </p:spTree>
    <p:extLst>
      <p:ext uri="{BB962C8B-B14F-4D97-AF65-F5344CB8AC3E}">
        <p14:creationId xmlns:p14="http://schemas.microsoft.com/office/powerpoint/2010/main" val="1033958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High Level Design</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pPr>
              <a:spcBef>
                <a:spcPts val="0"/>
              </a:spcBef>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A high-level design from your business unit architecture group</a:t>
            </a:r>
          </a:p>
        </p:txBody>
      </p:sp>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6</a:t>
            </a:fld>
            <a:endParaRPr lang="en-US" dirty="0"/>
          </a:p>
        </p:txBody>
      </p:sp>
      <p:sp>
        <p:nvSpPr>
          <p:cNvPr id="5" name="Content Placeholder 4">
            <a:extLst>
              <a:ext uri="{FF2B5EF4-FFF2-40B4-BE49-F238E27FC236}">
                <a16:creationId xmlns:a16="http://schemas.microsoft.com/office/drawing/2014/main" id="{0A103234-33B3-3D42-CE5C-B0D02BAE588D}"/>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246656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Key Stakeholders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r>
              <a:rPr lang="en-GB" dirty="0">
                <a:latin typeface="Calibri" panose="020F0502020204030204" pitchFamily="34" charset="0"/>
                <a:ea typeface="Times New Roman" panose="02020603050405020304" pitchFamily="18" charset="0"/>
                <a:cs typeface="Times New Roman" panose="02020603050405020304" pitchFamily="18" charset="0"/>
              </a:rPr>
              <a:t>Examples include </a:t>
            </a:r>
            <a:r>
              <a:rPr lang="en-GB" sz="1800" dirty="0">
                <a:effectLst/>
                <a:latin typeface="Calibri" panose="020F0502020204030204" pitchFamily="34" charset="0"/>
                <a:ea typeface="Times New Roman" panose="02020603050405020304" pitchFamily="18" charset="0"/>
                <a:cs typeface="Times New Roman" panose="02020603050405020304" pitchFamily="18" charset="0"/>
              </a:rPr>
              <a:t>Executive Sponsor, Product Owner, local architect contact, budget holder</a:t>
            </a:r>
            <a:endParaRPr lang="en-US" dirty="0"/>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614257694"/>
              </p:ext>
            </p:extLst>
          </p:nvPr>
        </p:nvGraphicFramePr>
        <p:xfrm>
          <a:off x="511728" y="1774825"/>
          <a:ext cx="9680896" cy="2946400"/>
        </p:xfrm>
        <a:graphic>
          <a:graphicData uri="http://schemas.openxmlformats.org/drawingml/2006/table">
            <a:tbl>
              <a:tblPr firstRow="1" bandRow="1">
                <a:tableStyleId>{9D7B26C5-4107-4FEC-AEDC-1716B250A1EF}</a:tableStyleId>
              </a:tblPr>
              <a:tblGrid>
                <a:gridCol w="2323751">
                  <a:extLst>
                    <a:ext uri="{9D8B030D-6E8A-4147-A177-3AD203B41FA5}">
                      <a16:colId xmlns:a16="http://schemas.microsoft.com/office/drawing/2014/main" val="48039064"/>
                    </a:ext>
                  </a:extLst>
                </a:gridCol>
                <a:gridCol w="7357145">
                  <a:extLst>
                    <a:ext uri="{9D8B030D-6E8A-4147-A177-3AD203B41FA5}">
                      <a16:colId xmlns:a16="http://schemas.microsoft.com/office/drawing/2014/main" val="1109581400"/>
                    </a:ext>
                  </a:extLst>
                </a:gridCol>
              </a:tblGrid>
              <a:tr h="589280">
                <a:tc>
                  <a:txBody>
                    <a:bodyPr/>
                    <a:lstStyle/>
                    <a:p>
                      <a:pPr algn="l"/>
                      <a:r>
                        <a:rPr lang="en-US" sz="1600" dirty="0"/>
                        <a:t>Stakeholder</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Role</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kern="1200" dirty="0" err="1">
                          <a:solidFill>
                            <a:schemeClr val="dk1"/>
                          </a:solidFill>
                          <a:latin typeface="+mn-lt"/>
                          <a:ea typeface="+mn-ea"/>
                          <a:cs typeface="Open Sans Light"/>
                        </a:rPr>
                        <a:t>lynsey</a:t>
                      </a:r>
                      <a:r>
                        <a:rPr lang="en-GB" sz="1600" kern="1200" dirty="0">
                          <a:solidFill>
                            <a:schemeClr val="dk1"/>
                          </a:solidFill>
                          <a:latin typeface="+mn-lt"/>
                          <a:ea typeface="+mn-ea"/>
                          <a:cs typeface="Open Sans Light"/>
                        </a:rPr>
                        <a:t> </a:t>
                      </a:r>
                      <a:r>
                        <a:rPr lang="en-GB" sz="1600" kern="1200" dirty="0" err="1">
                          <a:solidFill>
                            <a:schemeClr val="dk1"/>
                          </a:solidFill>
                          <a:latin typeface="+mn-lt"/>
                          <a:ea typeface="+mn-ea"/>
                          <a:cs typeface="Open Sans Light"/>
                        </a:rPr>
                        <a:t>fotheringham</a:t>
                      </a:r>
                      <a:endParaRPr lang="en-US" sz="1600" kern="1200" dirty="0">
                        <a:solidFill>
                          <a:schemeClr val="dk1"/>
                        </a:solidFill>
                        <a:latin typeface="+mn-lt"/>
                        <a:ea typeface="+mn-ea"/>
                        <a:cs typeface="Open Sans Light"/>
                      </a:endParaRPr>
                    </a:p>
                  </a:txBody>
                  <a:tcPr anchor="ctr"/>
                </a:tc>
                <a:tc>
                  <a:txBody>
                    <a:bodyPr/>
                    <a:lstStyle/>
                    <a:p>
                      <a:r>
                        <a:rPr lang="en-GB" sz="1600" kern="1200" dirty="0">
                          <a:solidFill>
                            <a:schemeClr val="dk1"/>
                          </a:solidFill>
                          <a:latin typeface="+mn-lt"/>
                          <a:ea typeface="+mn-ea"/>
                          <a:cs typeface="Open Sans Light"/>
                        </a:rPr>
                        <a:t>Head of Property</a:t>
                      </a:r>
                      <a:endParaRPr lang="en-US" sz="1600" dirty="0"/>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kern="1200" dirty="0">
                          <a:solidFill>
                            <a:schemeClr val="dk1"/>
                          </a:solidFill>
                          <a:latin typeface="+mn-lt"/>
                          <a:ea typeface="+mn-ea"/>
                          <a:cs typeface="Open Sans Light"/>
                        </a:rPr>
                        <a:t>Jonathan Corrin</a:t>
                      </a:r>
                      <a:endParaRPr lang="en-US" sz="1600" kern="1200" dirty="0">
                        <a:solidFill>
                          <a:schemeClr val="dk1"/>
                        </a:solidFill>
                        <a:latin typeface="+mn-lt"/>
                        <a:ea typeface="+mn-ea"/>
                        <a:cs typeface="Open Sans Light"/>
                      </a:endParaRPr>
                    </a:p>
                  </a:txBody>
                  <a:tcPr anchor="ctr"/>
                </a:tc>
                <a:tc>
                  <a:txBody>
                    <a:bodyPr/>
                    <a:lstStyle/>
                    <a:p>
                      <a:r>
                        <a:rPr lang="en-US" sz="1600" dirty="0"/>
                        <a:t>Solution Architect</a:t>
                      </a:r>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kern="1200" dirty="0">
                          <a:solidFill>
                            <a:schemeClr val="dk1"/>
                          </a:solidFill>
                          <a:latin typeface="+mn-lt"/>
                          <a:ea typeface="+mn-ea"/>
                          <a:cs typeface="Open Sans Light"/>
                        </a:rPr>
                        <a:t>David Campbell</a:t>
                      </a:r>
                      <a:endParaRPr lang="en-US" sz="1600" kern="1200" dirty="0">
                        <a:solidFill>
                          <a:schemeClr val="dk1"/>
                        </a:solidFill>
                        <a:latin typeface="+mn-lt"/>
                        <a:ea typeface="+mn-ea"/>
                        <a:cs typeface="Open Sans Light"/>
                      </a:endParaRPr>
                    </a:p>
                  </a:txBody>
                  <a:tcPr anchor="ctr"/>
                </a:tc>
                <a:tc>
                  <a:txBody>
                    <a:bodyPr/>
                    <a:lstStyle/>
                    <a:p>
                      <a:r>
                        <a:rPr lang="en-US" sz="1600" dirty="0"/>
                        <a:t>Information Security Manager</a:t>
                      </a:r>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Shubham Mishra</a:t>
                      </a:r>
                    </a:p>
                  </a:txBody>
                  <a:tcPr anchor="ctr"/>
                </a:tc>
                <a:tc>
                  <a:txBody>
                    <a:bodyPr/>
                    <a:lstStyle/>
                    <a:p>
                      <a:r>
                        <a:rPr lang="en-US" sz="1600" dirty="0"/>
                        <a:t>Project Manager</a:t>
                      </a:r>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7</a:t>
            </a:fld>
            <a:endParaRPr lang="en-US" dirty="0"/>
          </a:p>
        </p:txBody>
      </p:sp>
      <p:sp>
        <p:nvSpPr>
          <p:cNvPr id="5" name="Text Placeholder 4">
            <a:extLst>
              <a:ext uri="{FF2B5EF4-FFF2-40B4-BE49-F238E27FC236}">
                <a16:creationId xmlns:a16="http://schemas.microsoft.com/office/drawing/2014/main" id="{A990DF15-DD22-1B74-0942-BB4BFE79F9CB}"/>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291875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Key Contributors/SMEs </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endParaRPr lang="en-US" dirty="0"/>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nvPr>
        </p:nvGraphicFramePr>
        <p:xfrm>
          <a:off x="479425" y="1774825"/>
          <a:ext cx="11233148" cy="2946400"/>
        </p:xfrm>
        <a:graphic>
          <a:graphicData uri="http://schemas.openxmlformats.org/drawingml/2006/table">
            <a:tbl>
              <a:tblPr firstRow="1" bandRow="1">
                <a:tableStyleId>{9D7B26C5-4107-4FEC-AEDC-1716B250A1EF}</a:tableStyleId>
              </a:tblPr>
              <a:tblGrid>
                <a:gridCol w="2808287">
                  <a:extLst>
                    <a:ext uri="{9D8B030D-6E8A-4147-A177-3AD203B41FA5}">
                      <a16:colId xmlns:a16="http://schemas.microsoft.com/office/drawing/2014/main" val="48039064"/>
                    </a:ext>
                  </a:extLst>
                </a:gridCol>
                <a:gridCol w="2808287">
                  <a:extLst>
                    <a:ext uri="{9D8B030D-6E8A-4147-A177-3AD203B41FA5}">
                      <a16:colId xmlns:a16="http://schemas.microsoft.com/office/drawing/2014/main" val="1109581400"/>
                    </a:ext>
                  </a:extLst>
                </a:gridCol>
                <a:gridCol w="2808287">
                  <a:extLst>
                    <a:ext uri="{9D8B030D-6E8A-4147-A177-3AD203B41FA5}">
                      <a16:colId xmlns:a16="http://schemas.microsoft.com/office/drawing/2014/main" val="3498011201"/>
                    </a:ext>
                  </a:extLst>
                </a:gridCol>
                <a:gridCol w="2808287">
                  <a:extLst>
                    <a:ext uri="{9D8B030D-6E8A-4147-A177-3AD203B41FA5}">
                      <a16:colId xmlns:a16="http://schemas.microsoft.com/office/drawing/2014/main" val="2452554725"/>
                    </a:ext>
                  </a:extLst>
                </a:gridCol>
              </a:tblGrid>
              <a:tr h="589280">
                <a:tc>
                  <a:txBody>
                    <a:bodyPr/>
                    <a:lstStyle/>
                    <a:p>
                      <a:pPr algn="l"/>
                      <a:r>
                        <a:rPr lang="en-US" sz="1600" dirty="0"/>
                        <a:t>Key Contributor/SME</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Role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Subject</a:t>
                      </a:r>
                      <a:r>
                        <a:rPr lang="en-US" sz="1600" baseline="0" dirty="0"/>
                        <a:t> 02</a:t>
                      </a:r>
                      <a:endParaRPr lang="en-US" sz="1600" dirty="0">
                        <a:solidFill>
                          <a:schemeClr val="accent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Subject</a:t>
                      </a:r>
                      <a:r>
                        <a:rPr lang="en-US" sz="1600" baseline="0" dirty="0"/>
                        <a:t> 03</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8</a:t>
            </a:fld>
            <a:endParaRPr lang="en-US" dirty="0"/>
          </a:p>
        </p:txBody>
      </p:sp>
      <p:sp>
        <p:nvSpPr>
          <p:cNvPr id="5" name="Text Placeholder 4">
            <a:extLst>
              <a:ext uri="{FF2B5EF4-FFF2-40B4-BE49-F238E27FC236}">
                <a16:creationId xmlns:a16="http://schemas.microsoft.com/office/drawing/2014/main" id="{AFFF17CE-9C93-6218-261B-B3DCEC7289F2}"/>
              </a:ext>
            </a:extLst>
          </p:cNvPr>
          <p:cNvSpPr>
            <a:spLocks noGrp="1"/>
          </p:cNvSpPr>
          <p:nvPr>
            <p:ph type="body" sz="quarter" idx="14"/>
          </p:nvPr>
        </p:nvSpPr>
        <p:spPr/>
        <p:txBody>
          <a:bodyPr/>
          <a:lstStyle/>
          <a:p>
            <a:endParaRPr lang="en-US" dirty="0"/>
          </a:p>
        </p:txBody>
      </p:sp>
    </p:spTree>
    <p:extLst>
      <p:ext uri="{BB962C8B-B14F-4D97-AF65-F5344CB8AC3E}">
        <p14:creationId xmlns:p14="http://schemas.microsoft.com/office/powerpoint/2010/main" val="381989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a:lstStyle/>
          <a:p>
            <a:r>
              <a:rPr lang="en-US" dirty="0"/>
              <a:t>Business Unit(s)/Team(s) Impacted</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p:txBody>
          <a:bodyPr/>
          <a:lstStyle/>
          <a:p>
            <a:r>
              <a:rPr lang="en-US" dirty="0"/>
              <a:t>What business unit and teams are impacted</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37184946"/>
              </p:ext>
            </p:extLst>
          </p:nvPr>
        </p:nvGraphicFramePr>
        <p:xfrm>
          <a:off x="479425" y="1774825"/>
          <a:ext cx="10149426" cy="2946400"/>
        </p:xfrm>
        <a:graphic>
          <a:graphicData uri="http://schemas.openxmlformats.org/drawingml/2006/table">
            <a:tbl>
              <a:tblPr firstRow="1" bandRow="1">
                <a:tableStyleId>{9D7B26C5-4107-4FEC-AEDC-1716B250A1EF}</a:tableStyleId>
              </a:tblPr>
              <a:tblGrid>
                <a:gridCol w="4134520">
                  <a:extLst>
                    <a:ext uri="{9D8B030D-6E8A-4147-A177-3AD203B41FA5}">
                      <a16:colId xmlns:a16="http://schemas.microsoft.com/office/drawing/2014/main" val="48039064"/>
                    </a:ext>
                  </a:extLst>
                </a:gridCol>
                <a:gridCol w="6014906">
                  <a:extLst>
                    <a:ext uri="{9D8B030D-6E8A-4147-A177-3AD203B41FA5}">
                      <a16:colId xmlns:a16="http://schemas.microsoft.com/office/drawing/2014/main" val="1109581400"/>
                    </a:ext>
                  </a:extLst>
                </a:gridCol>
              </a:tblGrid>
              <a:tr h="589280">
                <a:tc>
                  <a:txBody>
                    <a:bodyPr/>
                    <a:lstStyle/>
                    <a:p>
                      <a:pPr algn="l"/>
                      <a:r>
                        <a:rPr lang="en-US" sz="1600" dirty="0"/>
                        <a:t>BU/Team</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Contact</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Open Sans Light"/>
                        </a:rPr>
                        <a:t>AUK- Property Team- BMS</a:t>
                      </a:r>
                    </a:p>
                  </a:txBody>
                  <a:tcPr anchor="ctr"/>
                </a:tc>
                <a:tc>
                  <a:txBody>
                    <a:bodyPr/>
                    <a:lstStyle/>
                    <a:p>
                      <a:pPr algn="ctr"/>
                      <a:r>
                        <a:rPr lang="en-US" sz="1600" dirty="0"/>
                        <a:t>Michelle Marnock</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9</a:t>
            </a:fld>
            <a:endParaRPr lang="en-US" dirty="0"/>
          </a:p>
        </p:txBody>
      </p:sp>
    </p:spTree>
    <p:extLst>
      <p:ext uri="{BB962C8B-B14F-4D97-AF65-F5344CB8AC3E}">
        <p14:creationId xmlns:p14="http://schemas.microsoft.com/office/powerpoint/2010/main" val="3224616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Business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a:spcBef>
                <a:spcPts val="0"/>
              </a:spcBef>
            </a:pPr>
            <a:r>
              <a:rPr lang="en-US" dirty="0">
                <a:solidFill>
                  <a:srgbClr val="5F6368"/>
                </a:solidFill>
                <a:latin typeface="Roboto" panose="02000000000000000000" pitchFamily="2" charset="0"/>
              </a:rPr>
              <a:t>D</a:t>
            </a:r>
            <a:r>
              <a:rPr lang="en-US" b="1" i="0" dirty="0">
                <a:solidFill>
                  <a:srgbClr val="5F6368"/>
                </a:solidFill>
                <a:effectLst/>
                <a:latin typeface="Roboto" panose="02000000000000000000" pitchFamily="2" charset="0"/>
              </a:rPr>
              <a:t>escribe why the project is needed, whom it will benefit, when and where it will take place, and</a:t>
            </a:r>
            <a:r>
              <a:rPr lang="en-US" b="0" i="0" dirty="0">
                <a:solidFill>
                  <a:srgbClr val="4D5156"/>
                </a:solidFill>
                <a:effectLst/>
                <a:latin typeface="Roboto" panose="02000000000000000000" pitchFamily="2" charset="0"/>
              </a:rPr>
              <a:t> what standards will be used to evaluate it.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80532245"/>
              </p:ext>
            </p:extLst>
          </p:nvPr>
        </p:nvGraphicFramePr>
        <p:xfrm>
          <a:off x="479425" y="1774825"/>
          <a:ext cx="10635988" cy="3206837"/>
        </p:xfrm>
        <a:graphic>
          <a:graphicData uri="http://schemas.openxmlformats.org/drawingml/2006/table">
            <a:tbl>
              <a:tblPr firstRow="1" bandRow="1">
                <a:tableStyleId>{9D7B26C5-4107-4FEC-AEDC-1716B250A1EF}</a:tableStyleId>
              </a:tblPr>
              <a:tblGrid>
                <a:gridCol w="1609434">
                  <a:extLst>
                    <a:ext uri="{9D8B030D-6E8A-4147-A177-3AD203B41FA5}">
                      <a16:colId xmlns:a16="http://schemas.microsoft.com/office/drawing/2014/main" val="48039064"/>
                    </a:ext>
                  </a:extLst>
                </a:gridCol>
                <a:gridCol w="9026554">
                  <a:extLst>
                    <a:ext uri="{9D8B030D-6E8A-4147-A177-3AD203B41FA5}">
                      <a16:colId xmlns:a16="http://schemas.microsoft.com/office/drawing/2014/main" val="1109581400"/>
                    </a:ext>
                  </a:extLst>
                </a:gridCol>
              </a:tblGrid>
              <a:tr h="616037">
                <a:tc>
                  <a:txBody>
                    <a:bodyPr/>
                    <a:lstStyle/>
                    <a:p>
                      <a:pPr algn="l"/>
                      <a:r>
                        <a:rPr lang="en-US" sz="1600" dirty="0">
                          <a:solidFill>
                            <a:schemeClr val="tx1"/>
                          </a:solidFill>
                        </a:rPr>
                        <a:t>Requirement ID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1</a:t>
                      </a:r>
                      <a:endParaRPr lang="en-US" sz="1600" kern="1200" dirty="0">
                        <a:solidFill>
                          <a:schemeClr val="dk1"/>
                        </a:solidFill>
                        <a:latin typeface="+mn-lt"/>
                        <a:ea typeface="+mn-ea"/>
                        <a:cs typeface="Open Sans Light"/>
                      </a:endParaRPr>
                    </a:p>
                  </a:txBody>
                  <a:tcPr anchor="ctr"/>
                </a:tc>
                <a:tc>
                  <a:txBody>
                    <a:bodyPr/>
                    <a:lstStyle/>
                    <a:p>
                      <a:r>
                        <a:rPr lang="en-US" sz="1600" i="1" dirty="0">
                          <a:solidFill>
                            <a:schemeClr val="accent1"/>
                          </a:solidFill>
                        </a:rPr>
                        <a:t>There is a requirement to </a:t>
                      </a:r>
                      <a:r>
                        <a:rPr lang="en-GB" sz="1600" i="1" dirty="0">
                          <a:solidFill>
                            <a:schemeClr val="accent1"/>
                          </a:solidFill>
                        </a:rPr>
                        <a:t>implement a solution for removing dependencies for removing BT broadband lines. This may be in the form of a separate network enclave, it will benefit AUK as BT will be depreciated in June 2024 and there will be no support for it, it will take place in AUK Edinburgh</a:t>
                      </a:r>
                      <a:endParaRPr lang="en-US" sz="1600" i="1" dirty="0">
                        <a:solidFill>
                          <a:schemeClr val="accent1"/>
                        </a:solidFill>
                      </a:endParaRP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BR.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10</a:t>
            </a:fld>
            <a:endParaRPr lang="en-US" dirty="0"/>
          </a:p>
        </p:txBody>
      </p:sp>
    </p:spTree>
    <p:extLst>
      <p:ext uri="{BB962C8B-B14F-4D97-AF65-F5344CB8AC3E}">
        <p14:creationId xmlns:p14="http://schemas.microsoft.com/office/powerpoint/2010/main" val="517833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Success Criteria and Measurement</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a:spcBef>
                <a:spcPts val="0"/>
              </a:spcBef>
            </a:pPr>
            <a:r>
              <a:rPr lang="en-US" b="0" i="0" dirty="0">
                <a:solidFill>
                  <a:srgbClr val="040C28"/>
                </a:solidFill>
                <a:effectLst/>
                <a:latin typeface="Google Sans"/>
              </a:rPr>
              <a:t>What measures will be used to determine whether a project has been successful?</a:t>
            </a:r>
            <a:r>
              <a:rPr lang="en-US" b="0" i="0" dirty="0">
                <a:solidFill>
                  <a:srgbClr val="474747"/>
                </a:solidFill>
                <a:effectLst/>
                <a:latin typeface="Google Sans"/>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3915582538"/>
              </p:ext>
            </p:extLst>
          </p:nvPr>
        </p:nvGraphicFramePr>
        <p:xfrm>
          <a:off x="479425" y="1774825"/>
          <a:ext cx="10459818" cy="2946400"/>
        </p:xfrm>
        <a:graphic>
          <a:graphicData uri="http://schemas.openxmlformats.org/drawingml/2006/table">
            <a:tbl>
              <a:tblPr firstRow="1" bandRow="1">
                <a:tableStyleId>{9D7B26C5-4107-4FEC-AEDC-1716B250A1EF}</a:tableStyleId>
              </a:tblPr>
              <a:tblGrid>
                <a:gridCol w="1726880">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Req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1</a:t>
                      </a:r>
                      <a:endParaRPr lang="en-US" sz="1600" kern="1200" dirty="0">
                        <a:solidFill>
                          <a:schemeClr val="dk1"/>
                        </a:solidFill>
                        <a:latin typeface="+mn-lt"/>
                        <a:ea typeface="+mn-ea"/>
                        <a:cs typeface="Open Sans Light"/>
                      </a:endParaRPr>
                    </a:p>
                  </a:txBody>
                  <a:tcPr anchor="ctr"/>
                </a:tc>
                <a:tc>
                  <a:txBody>
                    <a:bodyPr/>
                    <a:lstStyle/>
                    <a:p>
                      <a:r>
                        <a:rPr lang="en-US" sz="1600" dirty="0"/>
                        <a:t>Will test the current BMS(BT Platform) against the BMS(new</a:t>
                      </a:r>
                      <a:r>
                        <a:rPr lang="hu-HU" sz="1600"/>
                        <a:t> </a:t>
                      </a:r>
                      <a:r>
                        <a:rPr lang="en-US" sz="1600"/>
                        <a:t> enclave </a:t>
                      </a:r>
                      <a:r>
                        <a:rPr lang="en-US" sz="1600" dirty="0"/>
                        <a:t>created)</a:t>
                      </a:r>
                    </a:p>
                  </a:txBody>
                  <a:tcPr/>
                </a:tc>
                <a:tc>
                  <a:txBody>
                    <a:bodyPr/>
                    <a:lstStyle/>
                    <a:p>
                      <a:r>
                        <a:rPr lang="en-US" sz="1600" dirty="0"/>
                        <a:t>It should work AS-IS</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SC.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11</a:t>
            </a:fld>
            <a:endParaRPr lang="en-US" dirty="0"/>
          </a:p>
        </p:txBody>
      </p:sp>
    </p:spTree>
    <p:extLst>
      <p:ext uri="{BB962C8B-B14F-4D97-AF65-F5344CB8AC3E}">
        <p14:creationId xmlns:p14="http://schemas.microsoft.com/office/powerpoint/2010/main" val="315965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Functional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normAutofit lnSpcReduction="10000"/>
          </a:bodyPr>
          <a:lstStyle/>
          <a:p>
            <a:pPr marL="0" indent="0">
              <a:spcBef>
                <a:spcPts val="0"/>
              </a:spcBef>
              <a:buNone/>
            </a:pPr>
            <a:r>
              <a:rPr lang="en-GB" b="0" dirty="0">
                <a:solidFill>
                  <a:srgbClr val="040C28"/>
                </a:solidFill>
                <a:latin typeface="Google Sans"/>
              </a:rPr>
              <a:t>A Function requirement will capture the required behaviour in terms of functionality and the technology implementation of the business processes. A FR should outline the expected outcome from a stakeholder viewpoint.</a:t>
            </a:r>
            <a:endParaRPr lang="en-US" b="0" dirty="0">
              <a:solidFill>
                <a:srgbClr val="040C28"/>
              </a:solidFill>
              <a:latin typeface="Google Sans"/>
            </a:endParaRP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extLst>
              <p:ext uri="{D42A27DB-BD31-4B8C-83A1-F6EECF244321}">
                <p14:modId xmlns:p14="http://schemas.microsoft.com/office/powerpoint/2010/main" val="441446740"/>
              </p:ext>
            </p:extLst>
          </p:nvPr>
        </p:nvGraphicFramePr>
        <p:xfrm>
          <a:off x="479425" y="1774825"/>
          <a:ext cx="10459818" cy="3180080"/>
        </p:xfrm>
        <a:graphic>
          <a:graphicData uri="http://schemas.openxmlformats.org/drawingml/2006/table">
            <a:tbl>
              <a:tblPr firstRow="1" bandRow="1">
                <a:tableStyleId>{9D7B26C5-4107-4FEC-AEDC-1716B250A1EF}</a:tableStyleId>
              </a:tblPr>
              <a:tblGrid>
                <a:gridCol w="1726880">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FR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1</a:t>
                      </a:r>
                      <a:endParaRPr lang="en-US" sz="1600" kern="1200" dirty="0">
                        <a:solidFill>
                          <a:schemeClr val="dk1"/>
                        </a:solidFill>
                        <a:latin typeface="+mn-lt"/>
                        <a:ea typeface="+mn-ea"/>
                        <a:cs typeface="Open Sans Light"/>
                      </a:endParaRPr>
                    </a:p>
                  </a:txBody>
                  <a:tcPr anchor="ctr"/>
                </a:tc>
                <a:tc>
                  <a:txBody>
                    <a:bodyPr/>
                    <a:lstStyle/>
                    <a:p>
                      <a:r>
                        <a:rPr lang="en-GB" sz="1600" i="1" dirty="0">
                          <a:solidFill>
                            <a:schemeClr val="accent1"/>
                          </a:solidFill>
                        </a:rPr>
                        <a:t>Need to do the impact analysis and to share an architectural flow to finalize a solution , make the changes as well, solution architecture, implementation plan etc</a:t>
                      </a:r>
                      <a:endParaRPr lang="en-US" sz="1600" i="1" dirty="0">
                        <a:solidFill>
                          <a:schemeClr val="accent1"/>
                        </a:solidFill>
                      </a:endParaRPr>
                    </a:p>
                  </a:txBody>
                  <a:tcPr/>
                </a:tc>
                <a:tc>
                  <a:txBody>
                    <a:bodyPr/>
                    <a:lstStyle/>
                    <a:p>
                      <a:endParaRPr lang="en-US" sz="1600" i="1">
                        <a:solidFill>
                          <a:schemeClr val="accent1"/>
                        </a:solidFill>
                      </a:endParaRP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FR.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12</a:t>
            </a:fld>
            <a:endParaRPr lang="en-US" dirty="0"/>
          </a:p>
        </p:txBody>
      </p:sp>
    </p:spTree>
    <p:extLst>
      <p:ext uri="{BB962C8B-B14F-4D97-AF65-F5344CB8AC3E}">
        <p14:creationId xmlns:p14="http://schemas.microsoft.com/office/powerpoint/2010/main" val="3813168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Non-Functional Requirements</a:t>
            </a:r>
          </a:p>
        </p:txBody>
      </p:sp>
      <p:sp>
        <p:nvSpPr>
          <p:cNvPr id="25" name="Text Placeholder 24">
            <a:extLst>
              <a:ext uri="{FF2B5EF4-FFF2-40B4-BE49-F238E27FC236}">
                <a16:creationId xmlns:a16="http://schemas.microsoft.com/office/drawing/2014/main" id="{BDA3DBD6-06F5-7EAD-6B71-0D05C5D1082A}"/>
              </a:ext>
            </a:extLst>
          </p:cNvPr>
          <p:cNvSpPr>
            <a:spLocks noGrp="1"/>
          </p:cNvSpPr>
          <p:nvPr>
            <p:ph type="body" sz="quarter" idx="13"/>
          </p:nvPr>
        </p:nvSpPr>
        <p:spPr>
          <a:xfrm>
            <a:off x="480000" y="1157681"/>
            <a:ext cx="11232000" cy="581119"/>
          </a:xfrm>
        </p:spPr>
        <p:txBody>
          <a:bodyPr/>
          <a:lstStyle/>
          <a:p>
            <a:pPr marL="0" indent="0">
              <a:spcBef>
                <a:spcPts val="0"/>
              </a:spcBef>
              <a:buNone/>
            </a:pPr>
            <a:r>
              <a:rPr lang="en-US" b="0" dirty="0">
                <a:solidFill>
                  <a:srgbClr val="040C28"/>
                </a:solidFill>
                <a:latin typeface="Google Sans"/>
              </a:rPr>
              <a:t>Focused on how the system goes about delivering a specific function. </a:t>
            </a:r>
            <a:r>
              <a:rPr lang="en-US" b="0" dirty="0" err="1">
                <a:solidFill>
                  <a:srgbClr val="040C28"/>
                </a:solidFill>
                <a:latin typeface="Google Sans"/>
              </a:rPr>
              <a:t>Ie</a:t>
            </a:r>
            <a:r>
              <a:rPr lang="en-US" b="0" dirty="0">
                <a:solidFill>
                  <a:srgbClr val="040C28"/>
                </a:solidFill>
                <a:latin typeface="Google Sans"/>
              </a:rPr>
              <a:t>. Speed, Availability, Capacity. NRFs usually have a metric that can be measured. (e.g. Availability/RPO/RTO)</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nvPr>
        </p:nvGraphicFramePr>
        <p:xfrm>
          <a:off x="479425" y="1774825"/>
          <a:ext cx="10131526" cy="2946400"/>
        </p:xfrm>
        <a:graphic>
          <a:graphicData uri="http://schemas.openxmlformats.org/drawingml/2006/table">
            <a:tbl>
              <a:tblPr firstRow="1" bandRow="1">
                <a:tableStyleId>{9D7B26C5-4107-4FEC-AEDC-1716B250A1EF}</a:tableStyleId>
              </a:tblPr>
              <a:tblGrid>
                <a:gridCol w="1398588">
                  <a:extLst>
                    <a:ext uri="{9D8B030D-6E8A-4147-A177-3AD203B41FA5}">
                      <a16:colId xmlns:a16="http://schemas.microsoft.com/office/drawing/2014/main" val="48039064"/>
                    </a:ext>
                  </a:extLst>
                </a:gridCol>
                <a:gridCol w="5246332">
                  <a:extLst>
                    <a:ext uri="{9D8B030D-6E8A-4147-A177-3AD203B41FA5}">
                      <a16:colId xmlns:a16="http://schemas.microsoft.com/office/drawing/2014/main" val="1109581400"/>
                    </a:ext>
                  </a:extLst>
                </a:gridCol>
                <a:gridCol w="3486606">
                  <a:extLst>
                    <a:ext uri="{9D8B030D-6E8A-4147-A177-3AD203B41FA5}">
                      <a16:colId xmlns:a16="http://schemas.microsoft.com/office/drawing/2014/main" val="3498011201"/>
                    </a:ext>
                  </a:extLst>
                </a:gridCol>
              </a:tblGrid>
              <a:tr h="589280">
                <a:tc>
                  <a:txBody>
                    <a:bodyPr/>
                    <a:lstStyle/>
                    <a:p>
                      <a:pPr algn="l"/>
                      <a:r>
                        <a:rPr lang="en-US" sz="1600" dirty="0">
                          <a:solidFill>
                            <a:schemeClr val="tx1"/>
                          </a:solidFill>
                        </a:rPr>
                        <a:t>Req ID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Requirement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Measure</a:t>
                      </a:r>
                      <a:endParaRPr lang="en-US" sz="1600" dirty="0">
                        <a:solidFill>
                          <a:schemeClr val="accent1"/>
                        </a:solidFill>
                      </a:endParaRP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1</a:t>
                      </a:r>
                      <a:endParaRPr lang="en-US" sz="1600" kern="1200" dirty="0">
                        <a:solidFill>
                          <a:schemeClr val="dk1"/>
                        </a:solidFill>
                        <a:latin typeface="+mn-lt"/>
                        <a:ea typeface="+mn-ea"/>
                        <a:cs typeface="Open Sans Light"/>
                      </a:endParaRPr>
                    </a:p>
                  </a:txBody>
                  <a:tcPr anchor="ctr"/>
                </a:tc>
                <a:tc>
                  <a:txBody>
                    <a:bodyPr/>
                    <a:lstStyle/>
                    <a:p>
                      <a:r>
                        <a:rPr lang="en-US" sz="1600" i="1">
                          <a:solidFill>
                            <a:schemeClr val="accent1"/>
                          </a:solidFill>
                        </a:rPr>
                        <a:t>The is business critical and must meet target availability metrics for a critical service.</a:t>
                      </a:r>
                    </a:p>
                  </a:txBody>
                  <a:tcPr/>
                </a:tc>
                <a:tc>
                  <a:txBody>
                    <a:bodyPr/>
                    <a:lstStyle/>
                    <a:p>
                      <a:r>
                        <a:rPr lang="en-US" sz="1600" i="1">
                          <a:solidFill>
                            <a:schemeClr val="accent1"/>
                          </a:solidFill>
                        </a:rPr>
                        <a:t>99.99%</a:t>
                      </a:r>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2</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3</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a:t>NFR. 4</a:t>
                      </a:r>
                      <a:endParaRPr lang="en-US" sz="16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13</a:t>
            </a:fld>
            <a:endParaRPr lang="en-US" dirty="0"/>
          </a:p>
        </p:txBody>
      </p:sp>
    </p:spTree>
    <p:extLst>
      <p:ext uri="{BB962C8B-B14F-4D97-AF65-F5344CB8AC3E}">
        <p14:creationId xmlns:p14="http://schemas.microsoft.com/office/powerpoint/2010/main" val="970186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a:xfrm>
            <a:off x="813732" y="365125"/>
            <a:ext cx="10540068" cy="1049675"/>
          </a:xfrm>
        </p:spPr>
        <p:txBody>
          <a:bodyPr/>
          <a:lstStyle/>
          <a:p>
            <a:r>
              <a:rPr lang="en-US" dirty="0"/>
              <a:t>Data Classification</a:t>
            </a:r>
          </a:p>
        </p:txBody>
      </p:sp>
      <p:graphicFrame>
        <p:nvGraphicFramePr>
          <p:cNvPr id="4" name="Content Placeholder 5">
            <a:extLst>
              <a:ext uri="{FF2B5EF4-FFF2-40B4-BE49-F238E27FC236}">
                <a16:creationId xmlns:a16="http://schemas.microsoft.com/office/drawing/2014/main" id="{D8BC453B-8A34-B21E-0D79-BB58D2A679EE}"/>
              </a:ext>
            </a:extLst>
          </p:cNvPr>
          <p:cNvGraphicFramePr>
            <a:graphicFrameLocks noGrp="1"/>
          </p:cNvGraphicFramePr>
          <p:nvPr>
            <p:ph sz="half" idx="2"/>
          </p:nvPr>
        </p:nvGraphicFramePr>
        <p:xfrm>
          <a:off x="479425" y="1774825"/>
          <a:ext cx="10577265" cy="2946400"/>
        </p:xfrm>
        <a:graphic>
          <a:graphicData uri="http://schemas.openxmlformats.org/drawingml/2006/table">
            <a:tbl>
              <a:tblPr firstRow="1" bandRow="1">
                <a:tableStyleId>{9D7B26C5-4107-4FEC-AEDC-1716B250A1EF}</a:tableStyleId>
              </a:tblPr>
              <a:tblGrid>
                <a:gridCol w="6349214">
                  <a:extLst>
                    <a:ext uri="{9D8B030D-6E8A-4147-A177-3AD203B41FA5}">
                      <a16:colId xmlns:a16="http://schemas.microsoft.com/office/drawing/2014/main" val="48039064"/>
                    </a:ext>
                  </a:extLst>
                </a:gridCol>
                <a:gridCol w="2181137">
                  <a:extLst>
                    <a:ext uri="{9D8B030D-6E8A-4147-A177-3AD203B41FA5}">
                      <a16:colId xmlns:a16="http://schemas.microsoft.com/office/drawing/2014/main" val="1109581400"/>
                    </a:ext>
                  </a:extLst>
                </a:gridCol>
                <a:gridCol w="2046914">
                  <a:extLst>
                    <a:ext uri="{9D8B030D-6E8A-4147-A177-3AD203B41FA5}">
                      <a16:colId xmlns:a16="http://schemas.microsoft.com/office/drawing/2014/main" val="3498011201"/>
                    </a:ext>
                  </a:extLst>
                </a:gridCol>
              </a:tblGrid>
              <a:tr h="589280">
                <a:tc>
                  <a:txBody>
                    <a:bodyPr/>
                    <a:lstStyle/>
                    <a:p>
                      <a:pPr algn="l"/>
                      <a:r>
                        <a:rPr lang="en-US" sz="1600" dirty="0"/>
                        <a:t>Class Definition</a:t>
                      </a:r>
                      <a:endParaRPr lang="en-US" sz="16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Yes</a:t>
                      </a:r>
                      <a:endParaRPr lang="en-US" sz="1600" dirty="0">
                        <a:solidFill>
                          <a:schemeClr val="accent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accent1"/>
                          </a:solidFill>
                        </a:rPr>
                        <a:t>No</a:t>
                      </a:r>
                    </a:p>
                  </a:txBody>
                  <a:tcPr anchor="ctr"/>
                </a:tc>
                <a:extLst>
                  <a:ext uri="{0D108BD9-81ED-4DB2-BD59-A6C34878D82A}">
                    <a16:rowId xmlns:a16="http://schemas.microsoft.com/office/drawing/2014/main" val="267909137"/>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Strictly Confidential: </a:t>
                      </a:r>
                      <a:r>
                        <a:rPr lang="en-US" sz="1400" kern="1200" dirty="0"/>
                        <a:t>Information that is extremely sensitive.</a:t>
                      </a:r>
                      <a:endParaRPr lang="en-US" sz="14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56226593"/>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Confidential: </a:t>
                      </a:r>
                      <a:r>
                        <a:rPr lang="en-US" sz="1400" kern="1200" dirty="0"/>
                        <a:t>Information that is sensitive</a:t>
                      </a:r>
                      <a:endParaRPr lang="en-US" sz="1400"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063826984"/>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Internal: </a:t>
                      </a:r>
                      <a:r>
                        <a:rPr lang="en-US" sz="1400" kern="1200" dirty="0"/>
                        <a:t>Information owned by Aegon and utilized in day-to-day business operations.</a:t>
                      </a: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3638731570"/>
                  </a:ext>
                </a:extLst>
              </a:tr>
              <a:tr h="589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t>Public: </a:t>
                      </a:r>
                      <a:r>
                        <a:rPr lang="en-US" sz="1400" kern="1200" dirty="0">
                          <a:solidFill>
                            <a:schemeClr val="tx1"/>
                          </a:solidFill>
                          <a:latin typeface="+mn-lt"/>
                          <a:ea typeface="+mn-ea"/>
                          <a:cs typeface="+mn-cs"/>
                        </a:rPr>
                        <a:t>Comes from public sources or available to general public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kern="1200" dirty="0">
                        <a:solidFill>
                          <a:schemeClr val="dk1"/>
                        </a:solidFill>
                        <a:latin typeface="+mn-lt"/>
                        <a:ea typeface="+mn-ea"/>
                        <a:cs typeface="Open Sans Light"/>
                      </a:endParaRPr>
                    </a:p>
                  </a:txBody>
                  <a:tcPr anchor="ct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1353176680"/>
                  </a:ext>
                </a:extLst>
              </a:tr>
            </a:tbl>
          </a:graphicData>
        </a:graphic>
      </p:graphicFrame>
      <p:sp>
        <p:nvSpPr>
          <p:cNvPr id="2" name="Slide Number Placeholder 1">
            <a:extLst>
              <a:ext uri="{FF2B5EF4-FFF2-40B4-BE49-F238E27FC236}">
                <a16:creationId xmlns:a16="http://schemas.microsoft.com/office/drawing/2014/main" id="{32B667E4-9B26-7FA8-B26F-FFDD8BD9F170}"/>
              </a:ext>
            </a:extLst>
          </p:cNvPr>
          <p:cNvSpPr>
            <a:spLocks noGrp="1"/>
          </p:cNvSpPr>
          <p:nvPr>
            <p:ph type="sldNum" sz="quarter" idx="15"/>
          </p:nvPr>
        </p:nvSpPr>
        <p:spPr/>
        <p:txBody>
          <a:bodyPr/>
          <a:lstStyle/>
          <a:p>
            <a:fld id="{1C1606C5-D483-4832-A0E9-CF578A9B5883}" type="slidenum">
              <a:rPr lang="en-US" smtClean="0"/>
              <a:pPr/>
              <a:t>14</a:t>
            </a:fld>
            <a:endParaRPr lang="en-US" dirty="0"/>
          </a:p>
        </p:txBody>
      </p:sp>
      <p:sp>
        <p:nvSpPr>
          <p:cNvPr id="10" name="Text Placeholder 9">
            <a:extLst>
              <a:ext uri="{FF2B5EF4-FFF2-40B4-BE49-F238E27FC236}">
                <a16:creationId xmlns:a16="http://schemas.microsoft.com/office/drawing/2014/main" id="{7D059F6E-05E7-5CDA-B816-31F3B8D08454}"/>
              </a:ext>
            </a:extLst>
          </p:cNvPr>
          <p:cNvSpPr>
            <a:spLocks noGrp="1"/>
          </p:cNvSpPr>
          <p:nvPr>
            <p:ph type="body" sz="quarter" idx="13"/>
          </p:nvPr>
        </p:nvSpPr>
        <p:spPr>
          <a:xfrm>
            <a:off x="480000" y="1090569"/>
            <a:ext cx="11232000" cy="648231"/>
          </a:xfrm>
        </p:spPr>
        <p:txBody>
          <a:bodyPr/>
          <a:lstStyle/>
          <a:p>
            <a:r>
              <a:rPr lang="en-US" dirty="0"/>
              <a:t>Please provide the data classification related to any data this request will impact.  Examples can be found on page 5 of </a:t>
            </a:r>
            <a:r>
              <a:rPr lang="en-US" dirty="0">
                <a:hlinkClick r:id="rId3"/>
              </a:rPr>
              <a:t>this document. </a:t>
            </a:r>
            <a:endParaRPr lang="en-US" dirty="0"/>
          </a:p>
        </p:txBody>
      </p:sp>
    </p:spTree>
    <p:extLst>
      <p:ext uri="{BB962C8B-B14F-4D97-AF65-F5344CB8AC3E}">
        <p14:creationId xmlns:p14="http://schemas.microsoft.com/office/powerpoint/2010/main" val="3173098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510654-3B0E-BDDB-986A-7FC81C2000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3" name="think-cell data - do not delete" hidden="1">
                        <a:extLst>
                          <a:ext uri="{FF2B5EF4-FFF2-40B4-BE49-F238E27FC236}">
                            <a16:creationId xmlns:a16="http://schemas.microsoft.com/office/drawing/2014/main" id="{8B510654-3B0E-BDDB-986A-7FC81C2000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E30310F-CAE8-9727-C00D-60883C6576CA}"/>
              </a:ext>
            </a:extLst>
          </p:cNvPr>
          <p:cNvSpPr>
            <a:spLocks noGrp="1"/>
          </p:cNvSpPr>
          <p:nvPr>
            <p:ph type="title"/>
          </p:nvPr>
        </p:nvSpPr>
        <p:spPr/>
        <p:txBody>
          <a:bodyPr vert="horz"/>
          <a:lstStyle/>
          <a:p>
            <a:r>
              <a:rPr lang="en-US" dirty="0"/>
              <a:t>Other Information: Project Number/Financial</a:t>
            </a:r>
          </a:p>
        </p:txBody>
      </p:sp>
      <p:sp>
        <p:nvSpPr>
          <p:cNvPr id="17" name="Content Placeholder 16">
            <a:extLst>
              <a:ext uri="{FF2B5EF4-FFF2-40B4-BE49-F238E27FC236}">
                <a16:creationId xmlns:a16="http://schemas.microsoft.com/office/drawing/2014/main" id="{0B9E93A7-E5A7-9BFC-37C3-7DEED9E119B3}"/>
              </a:ext>
            </a:extLst>
          </p:cNvPr>
          <p:cNvSpPr>
            <a:spLocks noGrp="1"/>
          </p:cNvSpPr>
          <p:nvPr>
            <p:ph idx="1"/>
          </p:nvPr>
        </p:nvSpPr>
        <p:spPr>
          <a:xfrm>
            <a:off x="480000" y="1414800"/>
            <a:ext cx="11232000" cy="4679998"/>
          </a:xfrm>
        </p:spPr>
        <p:txBody>
          <a:bodyPr/>
          <a:lstStyle/>
          <a:p>
            <a:r>
              <a:rPr lang="en-US" dirty="0"/>
              <a:t>Project Name: </a:t>
            </a:r>
            <a:r>
              <a:rPr lang="en-GB" sz="2400" b="0" i="0" dirty="0">
                <a:solidFill>
                  <a:srgbClr val="172B4D"/>
                </a:solidFill>
                <a:effectLst/>
                <a:latin typeface="-apple-system"/>
              </a:rPr>
              <a:t>AUK property services to utilise the technology</a:t>
            </a:r>
            <a:endParaRPr lang="en-US" dirty="0"/>
          </a:p>
          <a:p>
            <a:r>
              <a:rPr lang="en-US" dirty="0"/>
              <a:t>Project Number:  </a:t>
            </a:r>
            <a:r>
              <a:rPr lang="en-US" sz="2400" dirty="0"/>
              <a:t>CAP-1307</a:t>
            </a:r>
            <a:endParaRPr lang="en-US" dirty="0"/>
          </a:p>
          <a:p>
            <a:r>
              <a:rPr lang="en-US" dirty="0"/>
              <a:t>Please provide the information below.</a:t>
            </a:r>
          </a:p>
          <a:p>
            <a:pPr lvl="1"/>
            <a:r>
              <a:rPr lang="en-US" dirty="0"/>
              <a:t>Cost Center: </a:t>
            </a:r>
            <a:r>
              <a:rPr lang="en-US" sz="2000" dirty="0"/>
              <a:t>2700</a:t>
            </a:r>
          </a:p>
          <a:p>
            <a:pPr lvl="1"/>
            <a:r>
              <a:rPr lang="en-US" dirty="0"/>
              <a:t>Cost Center Owner: </a:t>
            </a:r>
            <a:r>
              <a:rPr lang="en-US" sz="2000" dirty="0"/>
              <a:t>Property team</a:t>
            </a:r>
          </a:p>
          <a:p>
            <a:pPr lvl="1"/>
            <a:r>
              <a:rPr lang="en-US" dirty="0"/>
              <a:t>What has been budgeted for this initiative: </a:t>
            </a:r>
          </a:p>
          <a:p>
            <a:pPr lvl="2"/>
            <a:r>
              <a:rPr lang="en-GB" sz="1800" i="1" dirty="0">
                <a:effectLst/>
                <a:latin typeface="Calibri" panose="020F0502020204030204" pitchFamily="34" charset="0"/>
                <a:ea typeface="Times New Roman" panose="02020603050405020304" pitchFamily="18" charset="0"/>
              </a:rPr>
              <a:t>This is used during the design process to ensure we do not provide a solution to exceed your budget</a:t>
            </a:r>
            <a:endParaRPr lang="en-US" i="1" dirty="0"/>
          </a:p>
          <a:p>
            <a:pPr lvl="1"/>
            <a:endParaRPr lang="en-US" dirty="0"/>
          </a:p>
        </p:txBody>
      </p:sp>
      <p:sp>
        <p:nvSpPr>
          <p:cNvPr id="29" name="Slide Number Placeholder 28">
            <a:extLst>
              <a:ext uri="{FF2B5EF4-FFF2-40B4-BE49-F238E27FC236}">
                <a16:creationId xmlns:a16="http://schemas.microsoft.com/office/drawing/2014/main" id="{111E2913-9BA6-07FC-0B76-C6FC2E781F97}"/>
              </a:ext>
            </a:extLst>
          </p:cNvPr>
          <p:cNvSpPr>
            <a:spLocks noGrp="1"/>
          </p:cNvSpPr>
          <p:nvPr>
            <p:ph type="sldNum" sz="quarter" idx="15"/>
          </p:nvPr>
        </p:nvSpPr>
        <p:spPr/>
        <p:txBody>
          <a:bodyPr/>
          <a:lstStyle/>
          <a:p>
            <a:fld id="{1C1606C5-D483-4832-A0E9-CF578A9B5883}" type="slidenum">
              <a:rPr lang="en-US" smtClean="0"/>
              <a:pPr/>
              <a:t>15</a:t>
            </a:fld>
            <a:endParaRPr lang="en-US" dirty="0"/>
          </a:p>
        </p:txBody>
      </p:sp>
    </p:spTree>
    <p:extLst>
      <p:ext uri="{BB962C8B-B14F-4D97-AF65-F5344CB8AC3E}">
        <p14:creationId xmlns:p14="http://schemas.microsoft.com/office/powerpoint/2010/main" val="31741567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bc1719e-3073-4a83-a8aa-5d9b5543732c">
      <Terms xmlns="http://schemas.microsoft.com/office/infopath/2007/PartnerControls"/>
    </lcf76f155ced4ddcb4097134ff3c332f>
    <TaxCatchAll xmlns="bfe6e0b6-a5a6-435d-956e-8490d4b03c3e" xsi:nil="true"/>
    <SharedWithUsers xmlns="290f8d83-fd29-439e-ae91-cfcefa340f30">
      <UserInfo>
        <DisplayName>Everest, Neil</DisplayName>
        <AccountId>20</AccountId>
        <AccountType/>
      </UserInfo>
    </SharedWithUsers>
    <Keyword xmlns="7bc1719e-3073-4a83-a8aa-5d9b5543732c" xsi:nil="true"/>
    <_ip_UnifiedCompliancePolicyUIAction xmlns="http://schemas.microsoft.com/sharepoint/v3" xsi:nil="true"/>
    <AppDomain xmlns="7bc1719e-3073-4a83-a8aa-5d9b5543732c" xsi:nil="true"/>
    <Technology xmlns="7bc1719e-3073-4a83-a8aa-5d9b5543732c" xsi:nil="true"/>
    <Model1 xmlns="7bc1719e-3073-4a83-a8aa-5d9b5543732c" xsi:nil="true"/>
    <_ip_UnifiedCompliancePolicyProperties xmlns="http://schemas.microsoft.com/sharepoint/v3" xsi:nil="true"/>
    <Pattern xmlns="7bc1719e-3073-4a83-a8aa-5d9b5543732c" xsi:nil="true"/>
    <Business_x0020_App xmlns="7bc1719e-3073-4a83-a8aa-5d9b5543732c">Unknown</Business_x0020_App>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DAF3E3634C144D9EC799C876E6F9A3" ma:contentTypeVersion="32" ma:contentTypeDescription="Create a new document." ma:contentTypeScope="" ma:versionID="60e1596b470e64c977d1e4ce9ac99787">
  <xsd:schema xmlns:xsd="http://www.w3.org/2001/XMLSchema" xmlns:xs="http://www.w3.org/2001/XMLSchema" xmlns:p="http://schemas.microsoft.com/office/2006/metadata/properties" xmlns:ns1="http://schemas.microsoft.com/sharepoint/v3" xmlns:ns2="7bc1719e-3073-4a83-a8aa-5d9b5543732c" xmlns:ns3="290f8d83-fd29-439e-ae91-cfcefa340f30" xmlns:ns4="bfe6e0b6-a5a6-435d-956e-8490d4b03c3e" targetNamespace="http://schemas.microsoft.com/office/2006/metadata/properties" ma:root="true" ma:fieldsID="2bba0ad704353081834050430544496a" ns1:_="" ns2:_="" ns3:_="" ns4:_="">
    <xsd:import namespace="http://schemas.microsoft.com/sharepoint/v3"/>
    <xsd:import namespace="7bc1719e-3073-4a83-a8aa-5d9b5543732c"/>
    <xsd:import namespace="290f8d83-fd29-439e-ae91-cfcefa340f30"/>
    <xsd:import namespace="bfe6e0b6-a5a6-435d-956e-8490d4b03c3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DateTaken" minOccurs="0"/>
                <xsd:element ref="ns2:MediaServiceAutoKeyPoints" minOccurs="0"/>
                <xsd:element ref="ns2:MediaServiceKeyPoints" minOccurs="0"/>
                <xsd:element ref="ns2:Model1" minOccurs="0"/>
                <xsd:element ref="ns2:Technology" minOccurs="0"/>
                <xsd:element ref="ns2:AppDomain" minOccurs="0"/>
                <xsd:element ref="ns2:Business_x0020_App" minOccurs="0"/>
                <xsd:element ref="ns2:Keyword" minOccurs="0"/>
                <xsd:element ref="ns2:Pattern"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c1719e-3073-4a83-a8aa-5d9b554373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odel1" ma:index="21" nillable="true" ma:displayName="Hosting" ma:description="Operational Hosting Model of the Solution" ma:format="Dropdown" ma:internalName="Model1">
      <xsd:simpleType>
        <xsd:restriction base="dms:Choice">
          <xsd:enumeration value="IAAS"/>
          <xsd:enumeration value="PAAS"/>
          <xsd:enumeration value="SAAS"/>
          <xsd:enumeration value="DAAS"/>
          <xsd:enumeration value="AWS"/>
          <xsd:enumeration value="AZURE"/>
          <xsd:enumeration value="GCP"/>
          <xsd:enumeration value="THIRD PARTY"/>
          <xsd:enumeration value="DC"/>
          <xsd:enumeration value="HYBRID"/>
        </xsd:restriction>
      </xsd:simpleType>
    </xsd:element>
    <xsd:element name="Technology" ma:index="22" nillable="true" ma:displayName="Service" ma:description="Architecture or Technology Stack or GTS Service Area" ma:format="Dropdown" ma:internalName="Technology">
      <xsd:simpleType>
        <xsd:union memberTypes="dms:Text">
          <xsd:simpleType>
            <xsd:restriction base="dms:Choice">
              <xsd:enumeration value="SSO"/>
              <xsd:enumeration value="AD"/>
              <xsd:enumeration value="Security"/>
              <xsd:enumeration value="Storage"/>
              <xsd:enumeration value="Container"/>
              <xsd:enumeration value="Windows"/>
              <xsd:enumeration value="Appliance"/>
              <xsd:enumeration value="SQL"/>
              <xsd:enumeration value="MySQL"/>
              <xsd:enumeration value="DB2"/>
              <xsd:enumeration value="ORACLE"/>
              <xsd:enumeration value="Apple"/>
              <xsd:enumeration value="Citrix"/>
              <xsd:enumeration value="VDI"/>
              <xsd:enumeration value="Workspace"/>
              <xsd:enumeration value="O365"/>
              <xsd:enumeration value="Data Lake"/>
              <xsd:enumeration value="Ecosysyem"/>
              <xsd:enumeration value="Network"/>
              <xsd:enumeration value="RA"/>
              <xsd:enumeration value="MQ"/>
              <xsd:enumeration value="SFTP"/>
              <xsd:enumeration value="ISAM"/>
              <xsd:enumeration value="TEL"/>
              <xsd:enumeration value="Service"/>
              <xsd:enumeration value="Application"/>
              <xsd:enumeration value="Development"/>
              <xsd:enumeration value="Plugin"/>
              <xsd:enumeration value="Risk"/>
              <xsd:enumeration value="ITSM"/>
              <xsd:enumeration value="Messaging"/>
              <xsd:enumeration value="Jira"/>
              <xsd:enumeration value="Migration"/>
              <xsd:enumeration value="VPN"/>
              <xsd:enumeration value="PING"/>
              <xsd:enumeration value="OKTA"/>
              <xsd:enumeration value="Web"/>
              <xsd:enumeration value="Social"/>
              <xsd:enumeration value="Chat"/>
              <xsd:enumeration value="Phone"/>
              <xsd:enumeration value="SMS"/>
              <xsd:enumeration value="Video"/>
              <xsd:enumeration value="DR"/>
              <xsd:enumeration value="DLP"/>
              <xsd:enumeration value="CICD"/>
              <xsd:enumeration value="ETL"/>
              <xsd:enumeration value="Compute"/>
              <xsd:enumeration value="Classification"/>
              <xsd:enumeration value="Data"/>
              <xsd:enumeration value="End Point"/>
              <xsd:enumeration value="API"/>
              <xsd:enumeration value="Search"/>
              <xsd:enumeration value="Data Gateway"/>
              <xsd:enumeration value="Mobile"/>
              <xsd:enumeration value="M365"/>
              <xsd:enumeration value="D365"/>
              <xsd:enumeration value="Docker"/>
              <xsd:enumeration value="DNS"/>
              <xsd:enumeration value="LMS"/>
              <xsd:enumeration value="SMTP"/>
              <xsd:enumeration value="LDAP"/>
              <xsd:enumeration value="SIEM"/>
              <xsd:enumeration value="OVA"/>
              <xsd:enumeration value="Identity"/>
              <xsd:enumeration value="Data Protection"/>
              <xsd:enumeration value="ITAM"/>
              <xsd:enumeration value="Cyber Security"/>
            </xsd:restriction>
          </xsd:simpleType>
        </xsd:union>
      </xsd:simpleType>
    </xsd:element>
    <xsd:element name="AppDomain" ma:index="23" nillable="true" ma:displayName="Application" ma:description="Application Area" ma:format="Dropdown" ma:internalName="AppDomain">
      <xsd:simpleType>
        <xsd:restriction base="dms:Choice">
          <xsd:enumeration value="WFM"/>
          <xsd:enumeration value="DMS"/>
          <xsd:enumeration value="CMS"/>
          <xsd:enumeration value="COL"/>
          <xsd:enumeration value="SNOW"/>
          <xsd:enumeration value="LOG"/>
          <xsd:enumeration value="MON"/>
          <xsd:enumeration value="DBA"/>
          <xsd:enumeration value="APM"/>
          <xsd:enumeration value="AM"/>
          <xsd:enumeration value="DLP"/>
          <xsd:enumeration value="SECRETS"/>
          <xsd:enumeration value="PAM"/>
          <xsd:enumeration value="ROB"/>
          <xsd:enumeration value="WEB"/>
          <xsd:enumeration value="SCH"/>
          <xsd:enumeration value="O365"/>
          <xsd:enumeration value="PBI"/>
          <xsd:enumeration value="TEL"/>
          <xsd:enumeration value="AI"/>
          <xsd:enumeration value="FIN"/>
          <xsd:enumeration value="CLD"/>
          <xsd:enumeration value="RA"/>
          <xsd:enumeration value="REF"/>
          <xsd:enumeration value="PS"/>
          <xsd:enumeration value="NET"/>
          <xsd:enumeration value="LIC"/>
          <xsd:enumeration value="RPA"/>
          <xsd:enumeration value="LMS"/>
          <xsd:enumeration value="ERM"/>
          <xsd:enumeration value="ESign"/>
          <xsd:enumeration value="DIR"/>
          <xsd:enumeration value="CRM"/>
          <xsd:enumeration value="DNS"/>
          <xsd:enumeration value="WRK"/>
          <xsd:enumeration value="ANA"/>
          <xsd:enumeration value="CICD"/>
          <xsd:enumeration value="DVM"/>
          <xsd:enumeration value="SFTP"/>
          <xsd:enumeration value="ML"/>
        </xsd:restriction>
      </xsd:simpleType>
    </xsd:element>
    <xsd:element name="Business_x0020_App" ma:index="24" nillable="true" ma:displayName="Domain" ma:default="Unknown" ma:description="Short description of business function, used for seach function" ma:format="Dropdown" ma:internalName="Business_x0020_App">
      <xsd:simpleType>
        <xsd:union memberTypes="dms:Text">
          <xsd:simpleType>
            <xsd:restriction base="dms:Choice">
              <xsd:enumeration value="Pension Calculation"/>
              <xsd:enumeration value="Actuarial"/>
              <xsd:enumeration value="Unknown"/>
              <xsd:enumeration value="Legal"/>
              <xsd:enumeration value="Finance"/>
              <xsd:enumeration value="Mortgages"/>
              <xsd:enumeration value="Funds"/>
              <xsd:enumeration value="Health"/>
              <xsd:enumeration value="Advice"/>
              <xsd:enumeration value="Other"/>
              <xsd:enumeration value="Non-Life"/>
              <xsd:enumeration value="Life"/>
              <xsd:enumeration value="Loan Services"/>
              <xsd:enumeration value="Facilities"/>
              <xsd:enumeration value="Fraud"/>
              <xsd:enumeration value="Global"/>
              <xsd:enumeration value="Assets Management"/>
              <xsd:enumeration value="Service Management"/>
              <xsd:enumeration value="Workplace"/>
              <xsd:enumeration value="Investment Management"/>
              <xsd:enumeration value="Bank"/>
              <xsd:enumeration value="Risk"/>
              <xsd:enumeration value="Security"/>
              <xsd:enumeration value="Sales"/>
              <xsd:enumeration value="External"/>
              <xsd:enumeration value="SIEM"/>
              <xsd:enumeration value="Call Center"/>
              <xsd:enumeration value="Human Resource"/>
              <xsd:enumeration value="Pension"/>
            </xsd:restriction>
          </xsd:simpleType>
        </xsd:union>
      </xsd:simpleType>
    </xsd:element>
    <xsd:element name="Keyword" ma:index="25" nillable="true" ma:displayName="Keyword" ma:description="Unique keyword for search usage" ma:format="Dropdown" ma:internalName="Keyword">
      <xsd:simpleType>
        <xsd:union memberTypes="dms:Text">
          <xsd:simpleType>
            <xsd:restriction base="dms:Choice">
              <xsd:enumeration value="Unknown"/>
            </xsd:restriction>
          </xsd:simpleType>
        </xsd:union>
      </xsd:simpleType>
    </xsd:element>
    <xsd:element name="Pattern" ma:index="26" nillable="true" ma:displayName="Pattern" ma:description="Approved or know pattern" ma:format="Dropdown" ma:internalName="Pattern">
      <xsd:simpleType>
        <xsd:restriction base="dms:Choice">
          <xsd:enumeration value="iChannel"/>
          <xsd:enumeration value="ISAM"/>
          <xsd:enumeration value="B2B"/>
          <xsd:enumeration value="B2C"/>
          <xsd:enumeration value="Hosting"/>
          <xsd:enumeration value="Browsing"/>
          <xsd:enumeration value="EKS"/>
          <xsd:enumeration value="SSO"/>
          <xsd:enumeration value="Inter VPC"/>
          <xsd:enumeration value="AWS to DC"/>
          <xsd:enumeration value="AWS Region"/>
          <xsd:enumeration value="ClamAV"/>
          <xsd:enumeration value="VPC"/>
          <xsd:enumeration value="ServiceNow"/>
          <xsd:enumeration value="Salesforce"/>
          <xsd:enumeration value="Third Party Access"/>
          <xsd:enumeration value="Ping"/>
          <xsd:enumeration value="WAF"/>
          <xsd:enumeration value="Mobile"/>
          <xsd:enumeration value="API"/>
          <xsd:enumeration value="Data Lake"/>
        </xsd:restrictio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33ecf46e-890a-4d8f-8227-d99d79ddb869" ma:termSetId="09814cd3-568e-fe90-9814-8d621ff8fb84" ma:anchorId="fba54fb3-c3e1-fe81-a776-ca4b69148c4d" ma:open="true" ma:isKeyword="false">
      <xsd:complexType>
        <xsd:sequence>
          <xsd:element ref="pc:Terms" minOccurs="0" maxOccurs="1"/>
        </xsd:sequence>
      </xsd:complexType>
    </xsd:element>
    <xsd:element name="MediaLengthInSeconds" ma:index="30" nillable="true" ma:displayName="MediaLengthInSeconds" ma:hidden="true" ma:internalName="MediaLengthInSeconds" ma:readOnly="true">
      <xsd:simpleType>
        <xsd:restriction base="dms:Unknown"/>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90f8d83-fd29-439e-ae91-cfcefa340f3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e6e0b6-a5a6-435d-956e-8490d4b03c3e" elementFormDefault="qualified">
    <xsd:import namespace="http://schemas.microsoft.com/office/2006/documentManagement/types"/>
    <xsd:import namespace="http://schemas.microsoft.com/office/infopath/2007/PartnerControls"/>
    <xsd:element name="TaxCatchAll" ma:index="29" nillable="true" ma:displayName="Taxonomy Catch All Column" ma:hidden="true" ma:list="{d1e4a496-b8a4-4beb-a473-f4a6df7ad317}" ma:internalName="TaxCatchAll" ma:showField="CatchAllData" ma:web="290f8d83-fd29-439e-ae91-cfcefa340f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622B65-0AEF-4A31-AB7B-541914E155A9}">
  <ds:schemaRefs>
    <ds:schemaRef ds:uri="http://purl.org/dc/elements/1.1/"/>
    <ds:schemaRef ds:uri="http://schemas.microsoft.com/office/2006/metadata/properties"/>
    <ds:schemaRef ds:uri="http://schemas.openxmlformats.org/package/2006/metadata/core-properties"/>
    <ds:schemaRef ds:uri="http://schemas.microsoft.com/sharepoint/v3"/>
    <ds:schemaRef ds:uri="http://schemas.microsoft.com/office/infopath/2007/PartnerControls"/>
    <ds:schemaRef ds:uri="http://schemas.microsoft.com/office/2006/documentManagement/types"/>
    <ds:schemaRef ds:uri="290f8d83-fd29-439e-ae91-cfcefa340f30"/>
    <ds:schemaRef ds:uri="http://purl.org/dc/dcmitype/"/>
    <ds:schemaRef ds:uri="bfe6e0b6-a5a6-435d-956e-8490d4b03c3e"/>
    <ds:schemaRef ds:uri="7bc1719e-3073-4a83-a8aa-5d9b5543732c"/>
    <ds:schemaRef ds:uri="http://www.w3.org/XML/1998/namespace"/>
    <ds:schemaRef ds:uri="http://purl.org/dc/terms/"/>
  </ds:schemaRefs>
</ds:datastoreItem>
</file>

<file path=customXml/itemProps2.xml><?xml version="1.0" encoding="utf-8"?>
<ds:datastoreItem xmlns:ds="http://schemas.openxmlformats.org/officeDocument/2006/customXml" ds:itemID="{FF38992F-42CA-43DA-846B-14A769348F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bc1719e-3073-4a83-a8aa-5d9b5543732c"/>
    <ds:schemaRef ds:uri="290f8d83-fd29-439e-ae91-cfcefa340f30"/>
    <ds:schemaRef ds:uri="bfe6e0b6-a5a6-435d-956e-8490d4b03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DAC900-27C0-44FB-9A1A-45C0AC3B9B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2350</TotalTime>
  <Words>855</Words>
  <Application>Microsoft Office PowerPoint</Application>
  <PresentationFormat>Widescreen</PresentationFormat>
  <Paragraphs>142</Paragraphs>
  <Slides>15</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3" baseType="lpstr">
      <vt:lpstr>-apple-system</vt:lpstr>
      <vt:lpstr>Arial</vt:lpstr>
      <vt:lpstr>Calibri</vt:lpstr>
      <vt:lpstr>Calibri Light</vt:lpstr>
      <vt:lpstr>Google Sans</vt:lpstr>
      <vt:lpstr>Roboto</vt:lpstr>
      <vt:lpstr>Office Theme</vt:lpstr>
      <vt:lpstr>think-cell Slide</vt:lpstr>
      <vt:lpstr>Architecture Intake Requirements</vt:lpstr>
      <vt:lpstr>Architecture Intake Requirements</vt:lpstr>
      <vt:lpstr>Architecture Intake Requirements</vt:lpstr>
      <vt:lpstr>Business Problem</vt:lpstr>
      <vt:lpstr>Business Value</vt:lpstr>
      <vt:lpstr>High Level Design</vt:lpstr>
      <vt:lpstr>Key Stakeholders</vt:lpstr>
      <vt:lpstr>Key Contributors/SMEs </vt:lpstr>
      <vt:lpstr>Business Unit(s)/Team(s) Impacted</vt:lpstr>
      <vt:lpstr>Business Requirements</vt:lpstr>
      <vt:lpstr>Success Criteria and Measurement</vt:lpstr>
      <vt:lpstr>Functional Requirements</vt:lpstr>
      <vt:lpstr>Non-Functional Requirements</vt:lpstr>
      <vt:lpstr>Data Classification</vt:lpstr>
      <vt:lpstr>Other Information: Project Number/Financial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Intake Requirements</dc:title>
  <dc:creator>Reynolds, Stephanie</dc:creator>
  <cp:lastModifiedBy>Biliczky, Roland</cp:lastModifiedBy>
  <cp:revision>2</cp:revision>
  <dcterms:created xsi:type="dcterms:W3CDTF">2024-04-18T14:49:29Z</dcterms:created>
  <dcterms:modified xsi:type="dcterms:W3CDTF">2024-06-27T11:23:45Z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0x0101006BDAF3E3634C144D9EC799C876E6F9A3</vt:lpwstr>
  </property>
  <property fmtid="{D5CDD505-2E9C-101B-9397-08002B2CF9AE}" pid="3" name="MediaServiceImageTags">
    <vt:lpwstr/>
  </property>
</Properties>
</file>
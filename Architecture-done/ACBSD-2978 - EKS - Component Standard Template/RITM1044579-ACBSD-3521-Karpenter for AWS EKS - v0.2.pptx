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466" r:id="rId5"/>
    <p:sldId id="517" r:id="rId6"/>
    <p:sldId id="529" r:id="rId7"/>
    <p:sldId id="542" r:id="rId8"/>
    <p:sldId id="543" r:id="rId9"/>
    <p:sldId id="544" r:id="rId10"/>
    <p:sldId id="531" r:id="rId11"/>
    <p:sldId id="580" r:id="rId12"/>
    <p:sldId id="545" r:id="rId13"/>
    <p:sldId id="52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AA6B76-8210-B252-2F28-8FF8B537E782}" name="Kerbachi, Mohamed - GTS Global ENG &amp; ARCH" initials="MK" userId="S::mohamed.kerbachi@transamerica.com::7bfead4c-51c4-46e1-b396-f93a69a42d0c" providerId="AD"/>
  <p188:author id="{028607BD-1C6E-2B0A-BE57-D1979727F874}" name="Recker, Jarred" initials="JR" userId="S::Jarred.Recker@transamerica.com::79a3a26d-8564-4827-b723-44e7a72740f5" providerId="AD"/>
  <p188:author id="{0AA202C6-2523-FC8E-BBCD-3217C6972488}" name="Berry, Eric" initials="BE" userId="S::eric.berry@transamerica.com::fe6d55fa-793d-4ee8-9ad7-3f8d39c5873b" providerId="AD"/>
  <p188:author id="{23EE38CC-77CA-481D-6CDE-0BEE30FFFBE6}" name="Kerbachi, Mohamed - GTS Global ENG &amp; ARCH" initials="MK" userId="S::Mohamed.Kerbachi@transamerica.com::7bfead4c-51c4-46e1-b396-f93a69a42d0c" providerId="AD"/>
  <p188:author id="{223165D0-A6AB-A4BE-C253-FBA9483AE2EE}" name="Ispentchian, Ara" initials="AI" userId="S::Ara.Ispentchian@transamerica.com::2aa5874e-f012-46f6-a42c-3989a21d81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709F6-EE76-4B92-9D0A-D967639A1881}" v="79" dt="2025-04-04T15:27:07.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64" y="6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bachi, Mohamed - GTS Global ENG &amp; ARCH" userId="S::mohamed.kerbachi@transamerica.com::7bfead4c-51c4-46e1-b396-f93a69a42d0c" providerId="AD" clId="Web-{8C8DAC9A-865A-7814-7166-F8F8949C6761}"/>
    <pc:docChg chg="modSld">
      <pc:chgData name="Kerbachi, Mohamed - GTS Global ENG &amp; ARCH" userId="S::mohamed.kerbachi@transamerica.com::7bfead4c-51c4-46e1-b396-f93a69a42d0c" providerId="AD" clId="Web-{8C8DAC9A-865A-7814-7166-F8F8949C6761}" dt="2025-04-01T12:26:59.297" v="87" actId="20577"/>
      <pc:docMkLst>
        <pc:docMk/>
      </pc:docMkLst>
      <pc:sldChg chg="modSp">
        <pc:chgData name="Kerbachi, Mohamed - GTS Global ENG &amp; ARCH" userId="S::mohamed.kerbachi@transamerica.com::7bfead4c-51c4-46e1-b396-f93a69a42d0c" providerId="AD" clId="Web-{8C8DAC9A-865A-7814-7166-F8F8949C6761}" dt="2025-03-31T20:18:59.598" v="1" actId="20577"/>
        <pc:sldMkLst>
          <pc:docMk/>
          <pc:sldMk cId="3788444289" sldId="517"/>
        </pc:sldMkLst>
        <pc:spChg chg="mod">
          <ac:chgData name="Kerbachi, Mohamed - GTS Global ENG &amp; ARCH" userId="S::mohamed.kerbachi@transamerica.com::7bfead4c-51c4-46e1-b396-f93a69a42d0c" providerId="AD" clId="Web-{8C8DAC9A-865A-7814-7166-F8F8949C6761}" dt="2025-03-31T20:18:59.598" v="1" actId="20577"/>
          <ac:spMkLst>
            <pc:docMk/>
            <pc:sldMk cId="3788444289" sldId="517"/>
            <ac:spMk id="6" creationId="{36C2B4C8-FF1B-4ABA-81A9-4DC8E2B9DE72}"/>
          </ac:spMkLst>
        </pc:spChg>
      </pc:sldChg>
      <pc:sldChg chg="modSp">
        <pc:chgData name="Kerbachi, Mohamed - GTS Global ENG &amp; ARCH" userId="S::mohamed.kerbachi@transamerica.com::7bfead4c-51c4-46e1-b396-f93a69a42d0c" providerId="AD" clId="Web-{8C8DAC9A-865A-7814-7166-F8F8949C6761}" dt="2025-04-01T12:26:59.297" v="87" actId="20577"/>
        <pc:sldMkLst>
          <pc:docMk/>
          <pc:sldMk cId="2628243161" sldId="522"/>
        </pc:sldMkLst>
        <pc:spChg chg="mod">
          <ac:chgData name="Kerbachi, Mohamed - GTS Global ENG &amp; ARCH" userId="S::mohamed.kerbachi@transamerica.com::7bfead4c-51c4-46e1-b396-f93a69a42d0c" providerId="AD" clId="Web-{8C8DAC9A-865A-7814-7166-F8F8949C6761}" dt="2025-04-01T12:26:59.297" v="87" actId="20577"/>
          <ac:spMkLst>
            <pc:docMk/>
            <pc:sldMk cId="2628243161" sldId="522"/>
            <ac:spMk id="6" creationId="{36C2B4C8-FF1B-4ABA-81A9-4DC8E2B9DE72}"/>
          </ac:spMkLst>
        </pc:spChg>
      </pc:sldChg>
      <pc:sldChg chg="modSp">
        <pc:chgData name="Kerbachi, Mohamed - GTS Global ENG &amp; ARCH" userId="S::mohamed.kerbachi@transamerica.com::7bfead4c-51c4-46e1-b396-f93a69a42d0c" providerId="AD" clId="Web-{8C8DAC9A-865A-7814-7166-F8F8949C6761}" dt="2025-04-01T00:31:30.219" v="34" actId="20577"/>
        <pc:sldMkLst>
          <pc:docMk/>
          <pc:sldMk cId="1456591656" sldId="529"/>
        </pc:sldMkLst>
        <pc:spChg chg="mod">
          <ac:chgData name="Kerbachi, Mohamed - GTS Global ENG &amp; ARCH" userId="S::mohamed.kerbachi@transamerica.com::7bfead4c-51c4-46e1-b396-f93a69a42d0c" providerId="AD" clId="Web-{8C8DAC9A-865A-7814-7166-F8F8949C6761}" dt="2025-04-01T00:31:30.219" v="34" actId="20577"/>
          <ac:spMkLst>
            <pc:docMk/>
            <pc:sldMk cId="1456591656" sldId="529"/>
            <ac:spMk id="6" creationId="{36C2B4C8-FF1B-4ABA-81A9-4DC8E2B9DE72}"/>
          </ac:spMkLst>
        </pc:spChg>
      </pc:sldChg>
    </pc:docChg>
  </pc:docChgLst>
  <pc:docChgLst>
    <pc:chgData name="Kerbachi, Mohamed - GTS Global ENG &amp; ARCH" userId="7bfead4c-51c4-46e1-b396-f93a69a42d0c" providerId="ADAL" clId="{6EF93599-E44E-429B-B9CF-67919A1CC3CF}"/>
    <pc:docChg chg="custSel addSld delSld modSld sldOrd">
      <pc:chgData name="Kerbachi, Mohamed - GTS Global ENG &amp; ARCH" userId="7bfead4c-51c4-46e1-b396-f93a69a42d0c" providerId="ADAL" clId="{6EF93599-E44E-429B-B9CF-67919A1CC3CF}" dt="2025-03-20T21:41:38.103" v="792" actId="14100"/>
      <pc:docMkLst>
        <pc:docMk/>
      </pc:docMkLst>
      <pc:sldChg chg="del">
        <pc:chgData name="Kerbachi, Mohamed - GTS Global ENG &amp; ARCH" userId="7bfead4c-51c4-46e1-b396-f93a69a42d0c" providerId="ADAL" clId="{6EF93599-E44E-429B-B9CF-67919A1CC3CF}" dt="2025-03-20T16:43:18.967" v="523" actId="2696"/>
        <pc:sldMkLst>
          <pc:docMk/>
          <pc:sldMk cId="1015471542" sldId="256"/>
        </pc:sldMkLst>
      </pc:sldChg>
      <pc:sldChg chg="modSp mod">
        <pc:chgData name="Kerbachi, Mohamed - GTS Global ENG &amp; ARCH" userId="7bfead4c-51c4-46e1-b396-f93a69a42d0c" providerId="ADAL" clId="{6EF93599-E44E-429B-B9CF-67919A1CC3CF}" dt="2025-03-20T16:27:35.471" v="46" actId="20577"/>
        <pc:sldMkLst>
          <pc:docMk/>
          <pc:sldMk cId="2052045015" sldId="466"/>
        </pc:sldMkLst>
        <pc:spChg chg="mod">
          <ac:chgData name="Kerbachi, Mohamed - GTS Global ENG &amp; ARCH" userId="7bfead4c-51c4-46e1-b396-f93a69a42d0c" providerId="ADAL" clId="{6EF93599-E44E-429B-B9CF-67919A1CC3CF}" dt="2025-03-20T16:27:35.471" v="46" actId="20577"/>
          <ac:spMkLst>
            <pc:docMk/>
            <pc:sldMk cId="2052045015" sldId="466"/>
            <ac:spMk id="4" creationId="{A52A3397-F003-4730-9EEC-67612D482B12}"/>
          </ac:spMkLst>
        </pc:spChg>
        <pc:spChg chg="mod">
          <ac:chgData name="Kerbachi, Mohamed - GTS Global ENG &amp; ARCH" userId="7bfead4c-51c4-46e1-b396-f93a69a42d0c" providerId="ADAL" clId="{6EF93599-E44E-429B-B9CF-67919A1CC3CF}" dt="2025-03-20T16:27:12.554" v="20" actId="20577"/>
          <ac:spMkLst>
            <pc:docMk/>
            <pc:sldMk cId="2052045015" sldId="466"/>
            <ac:spMk id="5" creationId="{29C2A467-D87E-44F9-BE1E-98FC7DEEBD49}"/>
          </ac:spMkLst>
        </pc:spChg>
      </pc:sldChg>
      <pc:sldChg chg="addSp modSp add mod ord">
        <pc:chgData name="Kerbachi, Mohamed - GTS Global ENG &amp; ARCH" userId="7bfead4c-51c4-46e1-b396-f93a69a42d0c" providerId="ADAL" clId="{6EF93599-E44E-429B-B9CF-67919A1CC3CF}" dt="2025-03-20T16:59:52.098" v="640"/>
        <pc:sldMkLst>
          <pc:docMk/>
          <pc:sldMk cId="3788444289" sldId="517"/>
        </pc:sldMkLst>
        <pc:spChg chg="mod">
          <ac:chgData name="Kerbachi, Mohamed - GTS Global ENG &amp; ARCH" userId="7bfead4c-51c4-46e1-b396-f93a69a42d0c" providerId="ADAL" clId="{6EF93599-E44E-429B-B9CF-67919A1CC3CF}" dt="2025-03-20T16:46:27.425" v="636" actId="20577"/>
          <ac:spMkLst>
            <pc:docMk/>
            <pc:sldMk cId="3788444289" sldId="517"/>
            <ac:spMk id="6" creationId="{36C2B4C8-FF1B-4ABA-81A9-4DC8E2B9DE72}"/>
          </ac:spMkLst>
        </pc:spChg>
        <pc:picChg chg="add mod">
          <ac:chgData name="Kerbachi, Mohamed - GTS Global ENG &amp; ARCH" userId="7bfead4c-51c4-46e1-b396-f93a69a42d0c" providerId="ADAL" clId="{6EF93599-E44E-429B-B9CF-67919A1CC3CF}" dt="2025-03-20T16:59:52.098" v="640"/>
          <ac:picMkLst>
            <pc:docMk/>
            <pc:sldMk cId="3788444289" sldId="517"/>
            <ac:picMk id="2" creationId="{AD923D20-6500-6BE6-E512-90A8D1903D24}"/>
          </ac:picMkLst>
        </pc:picChg>
      </pc:sldChg>
      <pc:sldChg chg="modSp add del mod ord modCm">
        <pc:chgData name="Kerbachi, Mohamed - GTS Global ENG &amp; ARCH" userId="7bfead4c-51c4-46e1-b396-f93a69a42d0c" providerId="ADAL" clId="{6EF93599-E44E-429B-B9CF-67919A1CC3CF}" dt="2025-03-20T21:34:06.928" v="781" actId="20577"/>
        <pc:sldMkLst>
          <pc:docMk/>
          <pc:sldMk cId="2628243161" sldId="522"/>
        </pc:sldMkLst>
        <pc:spChg chg="mod">
          <ac:chgData name="Kerbachi, Mohamed - GTS Global ENG &amp; ARCH" userId="7bfead4c-51c4-46e1-b396-f93a69a42d0c" providerId="ADAL" clId="{6EF93599-E44E-429B-B9CF-67919A1CC3CF}" dt="2025-03-20T21:34:06.928" v="781" actId="20577"/>
          <ac:spMkLst>
            <pc:docMk/>
            <pc:sldMk cId="2628243161" sldId="522"/>
            <ac:spMk id="6" creationId="{36C2B4C8-FF1B-4ABA-81A9-4DC8E2B9DE72}"/>
          </ac:spMkLst>
        </pc:spChg>
        <pc:extLst>
          <p:ext xmlns:p="http://schemas.openxmlformats.org/presentationml/2006/main" uri="{D6D511B9-2390-475A-947B-AFAB55BFBCF1}">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6115B176-0852-45BC-942C-88913A63DD1F}"/>
              </pc2:cmMkLst>
            </pc226:cmChg>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366AEA95-82C2-4ED9-B7E8-9D4D2B654884}"/>
              </pc2:cmMkLst>
            </pc226:cmChg>
            <pc226:cmChg xmlns:pc226="http://schemas.microsoft.com/office/powerpoint/2022/06/main/command" chg="mod">
              <pc226:chgData name="Kerbachi, Mohamed - GTS Global ENG &amp; ARCH" userId="7bfead4c-51c4-46e1-b396-f93a69a42d0c" providerId="ADAL" clId="{6EF93599-E44E-429B-B9CF-67919A1CC3CF}" dt="2025-03-20T21:33:44.666" v="740" actId="20577"/>
              <pc2:cmMkLst xmlns:pc2="http://schemas.microsoft.com/office/powerpoint/2019/9/main/command">
                <pc:docMk/>
                <pc:sldMk cId="2628243161" sldId="522"/>
                <pc2:cmMk id="{E035C5D6-6C8D-4EA4-B5E7-E9E1603D943A}"/>
              </pc2:cmMkLst>
            </pc226:cmChg>
          </p:ext>
        </pc:extLst>
      </pc:sldChg>
      <pc:sldChg chg="add">
        <pc:chgData name="Kerbachi, Mohamed - GTS Global ENG &amp; ARCH" userId="7bfead4c-51c4-46e1-b396-f93a69a42d0c" providerId="ADAL" clId="{6EF93599-E44E-429B-B9CF-67919A1CC3CF}" dt="2025-03-20T17:56:32.593" v="687"/>
        <pc:sldMkLst>
          <pc:docMk/>
          <pc:sldMk cId="1343286164" sldId="524"/>
        </pc:sldMkLst>
      </pc:sldChg>
      <pc:sldChg chg="addSp modSp add mod">
        <pc:chgData name="Kerbachi, Mohamed - GTS Global ENG &amp; ARCH" userId="7bfead4c-51c4-46e1-b396-f93a69a42d0c" providerId="ADAL" clId="{6EF93599-E44E-429B-B9CF-67919A1CC3CF}" dt="2025-03-20T17:00:18.455" v="641"/>
        <pc:sldMkLst>
          <pc:docMk/>
          <pc:sldMk cId="1456591656" sldId="529"/>
        </pc:sldMkLst>
        <pc:spChg chg="mod">
          <ac:chgData name="Kerbachi, Mohamed - GTS Global ENG &amp; ARCH" userId="7bfead4c-51c4-46e1-b396-f93a69a42d0c" providerId="ADAL" clId="{6EF93599-E44E-429B-B9CF-67919A1CC3CF}" dt="2025-03-20T16:44:33.253" v="532" actId="20578"/>
          <ac:spMkLst>
            <pc:docMk/>
            <pc:sldMk cId="1456591656" sldId="529"/>
            <ac:spMk id="6" creationId="{36C2B4C8-FF1B-4ABA-81A9-4DC8E2B9DE72}"/>
          </ac:spMkLst>
        </pc:spChg>
        <pc:picChg chg="add mod">
          <ac:chgData name="Kerbachi, Mohamed - GTS Global ENG &amp; ARCH" userId="7bfead4c-51c4-46e1-b396-f93a69a42d0c" providerId="ADAL" clId="{6EF93599-E44E-429B-B9CF-67919A1CC3CF}" dt="2025-03-20T17:00:18.455" v="641"/>
          <ac:picMkLst>
            <pc:docMk/>
            <pc:sldMk cId="1456591656" sldId="529"/>
            <ac:picMk id="2" creationId="{CAA28519-7A99-974B-95B5-AAA03BA8155C}"/>
          </ac:picMkLst>
        </pc:picChg>
      </pc:sldChg>
      <pc:sldChg chg="addSp delSp modSp add del mod">
        <pc:chgData name="Kerbachi, Mohamed - GTS Global ENG &amp; ARCH" userId="7bfead4c-51c4-46e1-b396-f93a69a42d0c" providerId="ADAL" clId="{6EF93599-E44E-429B-B9CF-67919A1CC3CF}" dt="2025-03-20T17:00:28.136" v="643" actId="2696"/>
        <pc:sldMkLst>
          <pc:docMk/>
          <pc:sldMk cId="2941602515" sldId="530"/>
        </pc:sldMkLst>
        <pc:spChg chg="add mod">
          <ac:chgData name="Kerbachi, Mohamed - GTS Global ENG &amp; ARCH" userId="7bfead4c-51c4-46e1-b396-f93a69a42d0c" providerId="ADAL" clId="{6EF93599-E44E-429B-B9CF-67919A1CC3CF}" dt="2025-03-20T16:59:22.304" v="638" actId="478"/>
          <ac:spMkLst>
            <pc:docMk/>
            <pc:sldMk cId="2941602515" sldId="530"/>
            <ac:spMk id="4" creationId="{B707A9E4-9E6F-CFA6-A3F7-D909D66008BA}"/>
          </ac:spMkLst>
        </pc:spChg>
        <pc:picChg chg="del">
          <ac:chgData name="Kerbachi, Mohamed - GTS Global ENG &amp; ARCH" userId="7bfead4c-51c4-46e1-b396-f93a69a42d0c" providerId="ADAL" clId="{6EF93599-E44E-429B-B9CF-67919A1CC3CF}" dt="2025-03-20T16:59:22.304" v="638" actId="478"/>
          <ac:picMkLst>
            <pc:docMk/>
            <pc:sldMk cId="2941602515" sldId="530"/>
            <ac:picMk id="21" creationId="{130D15E9-4D77-646F-7E24-EA5129B042B6}"/>
          </ac:picMkLst>
        </pc:picChg>
      </pc:sldChg>
      <pc:sldChg chg="addSp delSp modSp new mod">
        <pc:chgData name="Kerbachi, Mohamed - GTS Global ENG &amp; ARCH" userId="7bfead4c-51c4-46e1-b396-f93a69a42d0c" providerId="ADAL" clId="{6EF93599-E44E-429B-B9CF-67919A1CC3CF}" dt="2025-03-20T21:41:38.103" v="792" actId="14100"/>
        <pc:sldMkLst>
          <pc:docMk/>
          <pc:sldMk cId="3357680843" sldId="531"/>
        </pc:sldMkLst>
        <pc:spChg chg="add mod">
          <ac:chgData name="Kerbachi, Mohamed - GTS Global ENG &amp; ARCH" userId="7bfead4c-51c4-46e1-b396-f93a69a42d0c" providerId="ADAL" clId="{6EF93599-E44E-429B-B9CF-67919A1CC3CF}" dt="2025-03-20T17:02:32.382" v="686" actId="6549"/>
          <ac:spMkLst>
            <pc:docMk/>
            <pc:sldMk cId="3357680843" sldId="531"/>
            <ac:spMk id="4" creationId="{20ABB9E9-9B0D-134C-4116-887D01F91859}"/>
          </ac:spMkLst>
        </pc:spChg>
        <pc:picChg chg="add mod">
          <ac:chgData name="Kerbachi, Mohamed - GTS Global ENG &amp; ARCH" userId="7bfead4c-51c4-46e1-b396-f93a69a42d0c" providerId="ADAL" clId="{6EF93599-E44E-429B-B9CF-67919A1CC3CF}" dt="2025-03-20T17:00:21.148" v="642"/>
          <ac:picMkLst>
            <pc:docMk/>
            <pc:sldMk cId="3357680843" sldId="531"/>
            <ac:picMk id="2" creationId="{3D6481CF-15FB-E87A-7FEC-39E778991FE9}"/>
          </ac:picMkLst>
        </pc:picChg>
        <pc:picChg chg="add del mod">
          <ac:chgData name="Kerbachi, Mohamed - GTS Global ENG &amp; ARCH" userId="7bfead4c-51c4-46e1-b396-f93a69a42d0c" providerId="ADAL" clId="{6EF93599-E44E-429B-B9CF-67919A1CC3CF}" dt="2025-03-20T21:40:13.116" v="782" actId="478"/>
          <ac:picMkLst>
            <pc:docMk/>
            <pc:sldMk cId="3357680843" sldId="531"/>
            <ac:picMk id="3" creationId="{8A43553C-FB68-CC09-83CB-744957085CEF}"/>
          </ac:picMkLst>
        </pc:picChg>
        <pc:picChg chg="add del mod">
          <ac:chgData name="Kerbachi, Mohamed - GTS Global ENG &amp; ARCH" userId="7bfead4c-51c4-46e1-b396-f93a69a42d0c" providerId="ADAL" clId="{6EF93599-E44E-429B-B9CF-67919A1CC3CF}" dt="2025-03-20T21:41:26.336" v="788" actId="478"/>
          <ac:picMkLst>
            <pc:docMk/>
            <pc:sldMk cId="3357680843" sldId="531"/>
            <ac:picMk id="7" creationId="{A468F4AC-869B-3568-9217-F9F0316AB6B4}"/>
          </ac:picMkLst>
        </pc:picChg>
        <pc:picChg chg="add mod">
          <ac:chgData name="Kerbachi, Mohamed - GTS Global ENG &amp; ARCH" userId="7bfead4c-51c4-46e1-b396-f93a69a42d0c" providerId="ADAL" clId="{6EF93599-E44E-429B-B9CF-67919A1CC3CF}" dt="2025-03-20T21:41:38.103" v="792" actId="14100"/>
          <ac:picMkLst>
            <pc:docMk/>
            <pc:sldMk cId="3357680843" sldId="531"/>
            <ac:picMk id="9" creationId="{18B2983F-1CD6-358D-3EBB-9F433A8E3657}"/>
          </ac:picMkLst>
        </pc:picChg>
      </pc:sldChg>
      <pc:sldChg chg="add del">
        <pc:chgData name="Kerbachi, Mohamed - GTS Global ENG &amp; ARCH" userId="7bfead4c-51c4-46e1-b396-f93a69a42d0c" providerId="ADAL" clId="{6EF93599-E44E-429B-B9CF-67919A1CC3CF}" dt="2025-03-20T21:32:31.717" v="690"/>
        <pc:sldMkLst>
          <pc:docMk/>
          <pc:sldMk cId="4145423832" sldId="532"/>
        </pc:sldMkLst>
      </pc:sldChg>
    </pc:docChg>
  </pc:docChgLst>
  <pc:docChgLst>
    <pc:chgData name="Kerbachi, Mohamed - GTS Global ENG &amp; ARCH" userId="7bfead4c-51c4-46e1-b396-f93a69a42d0c" providerId="ADAL" clId="{31B709F6-EE76-4B92-9D0A-D967639A1881}"/>
    <pc:docChg chg="undo custSel addSld delSld modSld">
      <pc:chgData name="Kerbachi, Mohamed - GTS Global ENG &amp; ARCH" userId="7bfead4c-51c4-46e1-b396-f93a69a42d0c" providerId="ADAL" clId="{31B709F6-EE76-4B92-9D0A-D967639A1881}" dt="2025-04-04T15:27:32.526" v="3663" actId="2696"/>
      <pc:docMkLst>
        <pc:docMk/>
      </pc:docMkLst>
      <pc:sldChg chg="modSp mod">
        <pc:chgData name="Kerbachi, Mohamed - GTS Global ENG &amp; ARCH" userId="7bfead4c-51c4-46e1-b396-f93a69a42d0c" providerId="ADAL" clId="{31B709F6-EE76-4B92-9D0A-D967639A1881}" dt="2025-03-25T20:56:48.458" v="2170" actId="20577"/>
        <pc:sldMkLst>
          <pc:docMk/>
          <pc:sldMk cId="2052045015" sldId="466"/>
        </pc:sldMkLst>
        <pc:spChg chg="mod">
          <ac:chgData name="Kerbachi, Mohamed - GTS Global ENG &amp; ARCH" userId="7bfead4c-51c4-46e1-b396-f93a69a42d0c" providerId="ADAL" clId="{31B709F6-EE76-4B92-9D0A-D967639A1881}" dt="2025-03-25T20:56:48.458" v="2170" actId="20577"/>
          <ac:spMkLst>
            <pc:docMk/>
            <pc:sldMk cId="2052045015" sldId="466"/>
            <ac:spMk id="5" creationId="{29C2A467-D87E-44F9-BE1E-98FC7DEEBD49}"/>
          </ac:spMkLst>
        </pc:spChg>
      </pc:sldChg>
      <pc:sldChg chg="modSp mod">
        <pc:chgData name="Kerbachi, Mohamed - GTS Global ENG &amp; ARCH" userId="7bfead4c-51c4-46e1-b396-f93a69a42d0c" providerId="ADAL" clId="{31B709F6-EE76-4B92-9D0A-D967639A1881}" dt="2025-03-25T13:30:14.504" v="642" actId="20577"/>
        <pc:sldMkLst>
          <pc:docMk/>
          <pc:sldMk cId="3788444289" sldId="517"/>
        </pc:sldMkLst>
        <pc:spChg chg="mod">
          <ac:chgData name="Kerbachi, Mohamed - GTS Global ENG &amp; ARCH" userId="7bfead4c-51c4-46e1-b396-f93a69a42d0c" providerId="ADAL" clId="{31B709F6-EE76-4B92-9D0A-D967639A1881}" dt="2025-03-25T13:30:14.504" v="642" actId="20577"/>
          <ac:spMkLst>
            <pc:docMk/>
            <pc:sldMk cId="3788444289" sldId="517"/>
            <ac:spMk id="6" creationId="{36C2B4C8-FF1B-4ABA-81A9-4DC8E2B9DE72}"/>
          </ac:spMkLst>
        </pc:spChg>
      </pc:sldChg>
      <pc:sldChg chg="addSp modSp del mod">
        <pc:chgData name="Kerbachi, Mohamed - GTS Global ENG &amp; ARCH" userId="7bfead4c-51c4-46e1-b396-f93a69a42d0c" providerId="ADAL" clId="{31B709F6-EE76-4B92-9D0A-D967639A1881}" dt="2025-04-04T15:27:32.526" v="3663" actId="2696"/>
        <pc:sldMkLst>
          <pc:docMk/>
          <pc:sldMk cId="2628243161" sldId="522"/>
        </pc:sldMkLst>
        <pc:spChg chg="add">
          <ac:chgData name="Kerbachi, Mohamed - GTS Global ENG &amp; ARCH" userId="7bfead4c-51c4-46e1-b396-f93a69a42d0c" providerId="ADAL" clId="{31B709F6-EE76-4B92-9D0A-D967639A1881}" dt="2025-04-04T12:30:38.650" v="3273" actId="22"/>
          <ac:spMkLst>
            <pc:docMk/>
            <pc:sldMk cId="2628243161" sldId="522"/>
            <ac:spMk id="5" creationId="{124B7A14-3E59-EA65-2567-5403441497AB}"/>
          </ac:spMkLst>
        </pc:spChg>
        <pc:spChg chg="mod">
          <ac:chgData name="Kerbachi, Mohamed - GTS Global ENG &amp; ARCH" userId="7bfead4c-51c4-46e1-b396-f93a69a42d0c" providerId="ADAL" clId="{31B709F6-EE76-4B92-9D0A-D967639A1881}" dt="2025-03-25T16:30:51.669" v="2063" actId="1076"/>
          <ac:spMkLst>
            <pc:docMk/>
            <pc:sldMk cId="2628243161" sldId="522"/>
            <ac:spMk id="6" creationId="{36C2B4C8-FF1B-4ABA-81A9-4DC8E2B9DE72}"/>
          </ac:spMkLst>
        </pc:spChg>
        <pc:picChg chg="mod">
          <ac:chgData name="Kerbachi, Mohamed - GTS Global ENG &amp; ARCH" userId="7bfead4c-51c4-46e1-b396-f93a69a42d0c" providerId="ADAL" clId="{31B709F6-EE76-4B92-9D0A-D967639A1881}" dt="2025-03-25T16:30:42.997" v="2061" actId="14100"/>
          <ac:picMkLst>
            <pc:docMk/>
            <pc:sldMk cId="2628243161" sldId="522"/>
            <ac:picMk id="8" creationId="{8D69F1C6-4292-41BB-AB9E-1BCE464B2ADC}"/>
          </ac:picMkLst>
        </pc:picChg>
      </pc:sldChg>
      <pc:sldChg chg="modSp mod">
        <pc:chgData name="Kerbachi, Mohamed - GTS Global ENG &amp; ARCH" userId="7bfead4c-51c4-46e1-b396-f93a69a42d0c" providerId="ADAL" clId="{31B709F6-EE76-4B92-9D0A-D967639A1881}" dt="2025-03-25T16:33:47.843" v="2166" actId="20577"/>
        <pc:sldMkLst>
          <pc:docMk/>
          <pc:sldMk cId="3357680843" sldId="531"/>
        </pc:sldMkLst>
        <pc:spChg chg="mod">
          <ac:chgData name="Kerbachi, Mohamed - GTS Global ENG &amp; ARCH" userId="7bfead4c-51c4-46e1-b396-f93a69a42d0c" providerId="ADAL" clId="{31B709F6-EE76-4B92-9D0A-D967639A1881}" dt="2025-03-25T16:33:47.843" v="2166" actId="20577"/>
          <ac:spMkLst>
            <pc:docMk/>
            <pc:sldMk cId="3357680843" sldId="531"/>
            <ac:spMk id="4" creationId="{20ABB9E9-9B0D-134C-4116-887D01F91859}"/>
          </ac:spMkLst>
        </pc:spChg>
        <pc:picChg chg="mod">
          <ac:chgData name="Kerbachi, Mohamed - GTS Global ENG &amp; ARCH" userId="7bfead4c-51c4-46e1-b396-f93a69a42d0c" providerId="ADAL" clId="{31B709F6-EE76-4B92-9D0A-D967639A1881}" dt="2025-03-25T16:33:36.197" v="2154" actId="1076"/>
          <ac:picMkLst>
            <pc:docMk/>
            <pc:sldMk cId="3357680843" sldId="531"/>
            <ac:picMk id="9" creationId="{18B2983F-1CD6-358D-3EBB-9F433A8E3657}"/>
          </ac:picMkLst>
        </pc:picChg>
      </pc:sldChg>
      <pc:sldChg chg="addSp modSp add mod">
        <pc:chgData name="Kerbachi, Mohamed - GTS Global ENG &amp; ARCH" userId="7bfead4c-51c4-46e1-b396-f93a69a42d0c" providerId="ADAL" clId="{31B709F6-EE76-4B92-9D0A-D967639A1881}" dt="2025-03-25T16:29:23.921" v="2058"/>
        <pc:sldMkLst>
          <pc:docMk/>
          <pc:sldMk cId="1719268551" sldId="542"/>
        </pc:sldMkLst>
        <pc:spChg chg="mod">
          <ac:chgData name="Kerbachi, Mohamed - GTS Global ENG &amp; ARCH" userId="7bfead4c-51c4-46e1-b396-f93a69a42d0c" providerId="ADAL" clId="{31B709F6-EE76-4B92-9D0A-D967639A1881}" dt="2025-03-25T16:29:06.227" v="2057" actId="113"/>
          <ac:spMkLst>
            <pc:docMk/>
            <pc:sldMk cId="1719268551" sldId="542"/>
            <ac:spMk id="4" creationId="{4EB0133A-01E4-42A0-0293-0510F4499A6B}"/>
          </ac:spMkLst>
        </pc:spChg>
        <pc:picChg chg="add mod">
          <ac:chgData name="Kerbachi, Mohamed - GTS Global ENG &amp; ARCH" userId="7bfead4c-51c4-46e1-b396-f93a69a42d0c" providerId="ADAL" clId="{31B709F6-EE76-4B92-9D0A-D967639A1881}" dt="2025-03-25T16:29:23.921" v="2058"/>
          <ac:picMkLst>
            <pc:docMk/>
            <pc:sldMk cId="1719268551" sldId="542"/>
            <ac:picMk id="2" creationId="{0A0D0C69-12EE-2E2E-AE06-7CB3FD76025F}"/>
          </ac:picMkLst>
        </pc:picChg>
      </pc:sldChg>
      <pc:sldChg chg="addSp delSp modSp new mod">
        <pc:chgData name="Kerbachi, Mohamed - GTS Global ENG &amp; ARCH" userId="7bfead4c-51c4-46e1-b396-f93a69a42d0c" providerId="ADAL" clId="{31B709F6-EE76-4B92-9D0A-D967639A1881}" dt="2025-04-03T00:43:53.063" v="3264" actId="1076"/>
        <pc:sldMkLst>
          <pc:docMk/>
          <pc:sldMk cId="2911728661" sldId="543"/>
        </pc:sldMkLst>
        <pc:spChg chg="del">
          <ac:chgData name="Kerbachi, Mohamed - GTS Global ENG &amp; ARCH" userId="7bfead4c-51c4-46e1-b396-f93a69a42d0c" providerId="ADAL" clId="{31B709F6-EE76-4B92-9D0A-D967639A1881}" dt="2025-04-03T00:43:30.282" v="3260" actId="478"/>
          <ac:spMkLst>
            <pc:docMk/>
            <pc:sldMk cId="2911728661" sldId="543"/>
            <ac:spMk id="2" creationId="{E4027C35-1495-EE11-2A6E-B452670B0883}"/>
          </ac:spMkLst>
        </pc:spChg>
        <pc:spChg chg="mod">
          <ac:chgData name="Kerbachi, Mohamed - GTS Global ENG &amp; ARCH" userId="7bfead4c-51c4-46e1-b396-f93a69a42d0c" providerId="ADAL" clId="{31B709F6-EE76-4B92-9D0A-D967639A1881}" dt="2025-04-03T00:43:53.063" v="3264" actId="1076"/>
          <ac:spMkLst>
            <pc:docMk/>
            <pc:sldMk cId="2911728661" sldId="543"/>
            <ac:spMk id="3" creationId="{42BC5FA8-5647-B14C-5DF5-F35942617ACF}"/>
          </ac:spMkLst>
        </pc:spChg>
        <pc:spChg chg="del">
          <ac:chgData name="Kerbachi, Mohamed - GTS Global ENG &amp; ARCH" userId="7bfead4c-51c4-46e1-b396-f93a69a42d0c" providerId="ADAL" clId="{31B709F6-EE76-4B92-9D0A-D967639A1881}" dt="2025-04-02T23:53:31.643" v="2392" actId="21"/>
          <ac:spMkLst>
            <pc:docMk/>
            <pc:sldMk cId="2911728661" sldId="543"/>
            <ac:spMk id="4" creationId="{AA17F2AA-3A4E-32FB-1583-0A690F34044C}"/>
          </ac:spMkLst>
        </pc:spChg>
        <pc:spChg chg="del mod">
          <ac:chgData name="Kerbachi, Mohamed - GTS Global ENG &amp; ARCH" userId="7bfead4c-51c4-46e1-b396-f93a69a42d0c" providerId="ADAL" clId="{31B709F6-EE76-4B92-9D0A-D967639A1881}" dt="2025-04-02T23:53:46.096" v="2395" actId="478"/>
          <ac:spMkLst>
            <pc:docMk/>
            <pc:sldMk cId="2911728661" sldId="543"/>
            <ac:spMk id="5" creationId="{AABC5E73-B8A1-52AF-4C6B-1C2828EE0173}"/>
          </ac:spMkLst>
        </pc:spChg>
        <pc:spChg chg="del mod">
          <ac:chgData name="Kerbachi, Mohamed - GTS Global ENG &amp; ARCH" userId="7bfead4c-51c4-46e1-b396-f93a69a42d0c" providerId="ADAL" clId="{31B709F6-EE76-4B92-9D0A-D967639A1881}" dt="2025-04-02T21:21:44.588" v="2301" actId="478"/>
          <ac:spMkLst>
            <pc:docMk/>
            <pc:sldMk cId="2911728661" sldId="543"/>
            <ac:spMk id="6" creationId="{B9B5D17A-C0CB-FFAB-0AEC-3FA9AE3F95EC}"/>
          </ac:spMkLst>
        </pc:spChg>
        <pc:graphicFrameChg chg="add mod modGraphic">
          <ac:chgData name="Kerbachi, Mohamed - GTS Global ENG &amp; ARCH" userId="7bfead4c-51c4-46e1-b396-f93a69a42d0c" providerId="ADAL" clId="{31B709F6-EE76-4B92-9D0A-D967639A1881}" dt="2025-04-03T00:43:40.611" v="3263" actId="1076"/>
          <ac:graphicFrameMkLst>
            <pc:docMk/>
            <pc:sldMk cId="2911728661" sldId="543"/>
            <ac:graphicFrameMk id="7" creationId="{656FCCC1-4C88-753C-3E01-1EDAD5F01938}"/>
          </ac:graphicFrameMkLst>
        </pc:graphicFrameChg>
        <pc:picChg chg="add mod">
          <ac:chgData name="Kerbachi, Mohamed - GTS Global ENG &amp; ARCH" userId="7bfead4c-51c4-46e1-b396-f93a69a42d0c" providerId="ADAL" clId="{31B709F6-EE76-4B92-9D0A-D967639A1881}" dt="2025-04-03T00:43:27.031" v="3259" actId="1035"/>
          <ac:picMkLst>
            <pc:docMk/>
            <pc:sldMk cId="2911728661" sldId="543"/>
            <ac:picMk id="8" creationId="{C70CCD8A-D20B-FE8B-312E-BEC905F2A8C8}"/>
          </ac:picMkLst>
        </pc:picChg>
      </pc:sldChg>
      <pc:sldChg chg="addSp delSp modSp add mod">
        <pc:chgData name="Kerbachi, Mohamed - GTS Global ENG &amp; ARCH" userId="7bfead4c-51c4-46e1-b396-f93a69a42d0c" providerId="ADAL" clId="{31B709F6-EE76-4B92-9D0A-D967639A1881}" dt="2025-04-03T00:44:12.758" v="3269" actId="1076"/>
        <pc:sldMkLst>
          <pc:docMk/>
          <pc:sldMk cId="2829952667" sldId="544"/>
        </pc:sldMkLst>
        <pc:spChg chg="del">
          <ac:chgData name="Kerbachi, Mohamed - GTS Global ENG &amp; ARCH" userId="7bfead4c-51c4-46e1-b396-f93a69a42d0c" providerId="ADAL" clId="{31B709F6-EE76-4B92-9D0A-D967639A1881}" dt="2025-04-03T00:44:02.935" v="3267" actId="478"/>
          <ac:spMkLst>
            <pc:docMk/>
            <pc:sldMk cId="2829952667" sldId="544"/>
            <ac:spMk id="2" creationId="{E4027C35-1495-EE11-2A6E-B452670B0883}"/>
          </ac:spMkLst>
        </pc:spChg>
        <pc:spChg chg="del">
          <ac:chgData name="Kerbachi, Mohamed - GTS Global ENG &amp; ARCH" userId="7bfead4c-51c4-46e1-b396-f93a69a42d0c" providerId="ADAL" clId="{31B709F6-EE76-4B92-9D0A-D967639A1881}" dt="2025-04-03T00:43:58.841" v="3265" actId="478"/>
          <ac:spMkLst>
            <pc:docMk/>
            <pc:sldMk cId="2829952667" sldId="544"/>
            <ac:spMk id="3" creationId="{42BC5FA8-5647-B14C-5DF5-F35942617ACF}"/>
          </ac:spMkLst>
        </pc:spChg>
        <pc:spChg chg="add mod">
          <ac:chgData name="Kerbachi, Mohamed - GTS Global ENG &amp; ARCH" userId="7bfead4c-51c4-46e1-b396-f93a69a42d0c" providerId="ADAL" clId="{31B709F6-EE76-4B92-9D0A-D967639A1881}" dt="2025-04-03T00:43:59.898" v="3266"/>
          <ac:spMkLst>
            <pc:docMk/>
            <pc:sldMk cId="2829952667" sldId="544"/>
            <ac:spMk id="4" creationId="{29CA0572-C666-20C6-8A12-D6EE94BC4BAE}"/>
          </ac:spMkLst>
        </pc:spChg>
        <pc:graphicFrameChg chg="mod modGraphic">
          <ac:chgData name="Kerbachi, Mohamed - GTS Global ENG &amp; ARCH" userId="7bfead4c-51c4-46e1-b396-f93a69a42d0c" providerId="ADAL" clId="{31B709F6-EE76-4B92-9D0A-D967639A1881}" dt="2025-04-03T00:44:12.758" v="3269" actId="1076"/>
          <ac:graphicFrameMkLst>
            <pc:docMk/>
            <pc:sldMk cId="2829952667" sldId="544"/>
            <ac:graphicFrameMk id="7" creationId="{656FCCC1-4C88-753C-3E01-1EDAD5F01938}"/>
          </ac:graphicFrameMkLst>
        </pc:graphicFrameChg>
        <pc:picChg chg="mod">
          <ac:chgData name="Kerbachi, Mohamed - GTS Global ENG &amp; ARCH" userId="7bfead4c-51c4-46e1-b396-f93a69a42d0c" providerId="ADAL" clId="{31B709F6-EE76-4B92-9D0A-D967639A1881}" dt="2025-04-03T00:44:09.191" v="3268" actId="1076"/>
          <ac:picMkLst>
            <pc:docMk/>
            <pc:sldMk cId="2829952667" sldId="544"/>
            <ac:picMk id="8" creationId="{C70CCD8A-D20B-FE8B-312E-BEC905F2A8C8}"/>
          </ac:picMkLst>
        </pc:picChg>
      </pc:sldChg>
      <pc:sldChg chg="addSp delSp modSp add mod">
        <pc:chgData name="Kerbachi, Mohamed - GTS Global ENG &amp; ARCH" userId="7bfead4c-51c4-46e1-b396-f93a69a42d0c" providerId="ADAL" clId="{31B709F6-EE76-4B92-9D0A-D967639A1881}" dt="2025-04-04T12:21:55.021" v="3272" actId="478"/>
        <pc:sldMkLst>
          <pc:docMk/>
          <pc:sldMk cId="11387215" sldId="545"/>
        </pc:sldMkLst>
        <pc:spChg chg="add del mod">
          <ac:chgData name="Kerbachi, Mohamed - GTS Global ENG &amp; ARCH" userId="7bfead4c-51c4-46e1-b396-f93a69a42d0c" providerId="ADAL" clId="{31B709F6-EE76-4B92-9D0A-D967639A1881}" dt="2025-04-04T12:21:55.021" v="3272" actId="478"/>
          <ac:spMkLst>
            <pc:docMk/>
            <pc:sldMk cId="11387215" sldId="545"/>
            <ac:spMk id="5" creationId="{F4D82143-40FE-56BD-EB03-CB319FBD9449}"/>
          </ac:spMkLst>
        </pc:spChg>
        <pc:spChg chg="del">
          <ac:chgData name="Kerbachi, Mohamed - GTS Global ENG &amp; ARCH" userId="7bfead4c-51c4-46e1-b396-f93a69a42d0c" providerId="ADAL" clId="{31B709F6-EE76-4B92-9D0A-D967639A1881}" dt="2025-04-04T12:21:51.881" v="3271" actId="478"/>
          <ac:spMkLst>
            <pc:docMk/>
            <pc:sldMk cId="11387215" sldId="545"/>
            <ac:spMk id="6" creationId="{36C2B4C8-FF1B-4ABA-81A9-4DC8E2B9DE72}"/>
          </ac:spMkLst>
        </pc:spChg>
      </pc:sldChg>
      <pc:sldChg chg="addSp delSp modSp add mod">
        <pc:chgData name="Kerbachi, Mohamed - GTS Global ENG &amp; ARCH" userId="7bfead4c-51c4-46e1-b396-f93a69a42d0c" providerId="ADAL" clId="{31B709F6-EE76-4B92-9D0A-D967639A1881}" dt="2025-04-04T15:27:18.204" v="3662" actId="478"/>
        <pc:sldMkLst>
          <pc:docMk/>
          <pc:sldMk cId="31316572" sldId="580"/>
        </pc:sldMkLst>
        <pc:spChg chg="mod">
          <ac:chgData name="Kerbachi, Mohamed - GTS Global ENG &amp; ARCH" userId="7bfead4c-51c4-46e1-b396-f93a69a42d0c" providerId="ADAL" clId="{31B709F6-EE76-4B92-9D0A-D967639A1881}" dt="2025-04-04T13:08:18.983" v="3510" actId="1076"/>
          <ac:spMkLst>
            <pc:docMk/>
            <pc:sldMk cId="31316572" sldId="580"/>
            <ac:spMk id="5" creationId="{3A6BFC39-E63E-5FBF-419D-C62614E36036}"/>
          </ac:spMkLst>
        </pc:spChg>
        <pc:spChg chg="mod">
          <ac:chgData name="Kerbachi, Mohamed - GTS Global ENG &amp; ARCH" userId="7bfead4c-51c4-46e1-b396-f93a69a42d0c" providerId="ADAL" clId="{31B709F6-EE76-4B92-9D0A-D967639A1881}" dt="2025-04-04T13:15:51.028" v="3632" actId="1076"/>
          <ac:spMkLst>
            <pc:docMk/>
            <pc:sldMk cId="31316572" sldId="580"/>
            <ac:spMk id="9" creationId="{5F693375-8D0E-89F5-465D-9D6118372627}"/>
          </ac:spMkLst>
        </pc:spChg>
        <pc:graphicFrameChg chg="mod modGraphic">
          <ac:chgData name="Kerbachi, Mohamed - GTS Global ENG &amp; ARCH" userId="7bfead4c-51c4-46e1-b396-f93a69a42d0c" providerId="ADAL" clId="{31B709F6-EE76-4B92-9D0A-D967639A1881}" dt="2025-04-04T13:15:44.834" v="3630" actId="1076"/>
          <ac:graphicFrameMkLst>
            <pc:docMk/>
            <pc:sldMk cId="31316572" sldId="580"/>
            <ac:graphicFrameMk id="6" creationId="{8BBF1055-B003-16CE-8058-712098CEE709}"/>
          </ac:graphicFrameMkLst>
        </pc:graphicFrameChg>
        <pc:graphicFrameChg chg="mod modGraphic">
          <ac:chgData name="Kerbachi, Mohamed - GTS Global ENG &amp; ARCH" userId="7bfead4c-51c4-46e1-b396-f93a69a42d0c" providerId="ADAL" clId="{31B709F6-EE76-4B92-9D0A-D967639A1881}" dt="2025-04-04T15:24:40.105" v="3658" actId="6549"/>
          <ac:graphicFrameMkLst>
            <pc:docMk/>
            <pc:sldMk cId="31316572" sldId="580"/>
            <ac:graphicFrameMk id="8" creationId="{0193A0DE-5483-915B-B494-A28F7BAA3F17}"/>
          </ac:graphicFrameMkLst>
        </pc:graphicFrameChg>
        <pc:picChg chg="add mod">
          <ac:chgData name="Kerbachi, Mohamed - GTS Global ENG &amp; ARCH" userId="7bfead4c-51c4-46e1-b396-f93a69a42d0c" providerId="ADAL" clId="{31B709F6-EE76-4B92-9D0A-D967639A1881}" dt="2025-04-04T12:44:36.720" v="3367"/>
          <ac:picMkLst>
            <pc:docMk/>
            <pc:sldMk cId="31316572" sldId="580"/>
            <ac:picMk id="2" creationId="{155C488A-9E1D-6548-C05B-40216A1015F3}"/>
          </ac:picMkLst>
        </pc:picChg>
        <pc:picChg chg="add del mod ord">
          <ac:chgData name="Kerbachi, Mohamed - GTS Global ENG &amp; ARCH" userId="7bfead4c-51c4-46e1-b396-f93a69a42d0c" providerId="ADAL" clId="{31B709F6-EE76-4B92-9D0A-D967639A1881}" dt="2025-04-04T15:27:18.204" v="3662" actId="478"/>
          <ac:picMkLst>
            <pc:docMk/>
            <pc:sldMk cId="31316572" sldId="580"/>
            <ac:picMk id="3" creationId="{387B07A2-16D2-83D0-C515-41599894B5F9}"/>
          </ac:picMkLst>
        </pc:picChg>
      </pc:sldChg>
    </pc:docChg>
  </pc:docChgLst>
  <pc:docChgLst>
    <pc:chgData name="Kerbachi, Mohamed - GTS Global ENG &amp; ARCH" userId="S::mohamed.kerbachi@transamerica.com::7bfead4c-51c4-46e1-b396-f93a69a42d0c" providerId="AD" clId="Web-{F5910597-F6C7-D7D0-5627-0F0FD763313A}"/>
    <pc:docChg chg="modSld">
      <pc:chgData name="Kerbachi, Mohamed - GTS Global ENG &amp; ARCH" userId="S::mohamed.kerbachi@transamerica.com::7bfead4c-51c4-46e1-b396-f93a69a42d0c" providerId="AD" clId="Web-{F5910597-F6C7-D7D0-5627-0F0FD763313A}" dt="2025-04-03T12:37:36.029" v="18"/>
      <pc:docMkLst>
        <pc:docMk/>
      </pc:docMkLst>
      <pc:sldChg chg="modSp">
        <pc:chgData name="Kerbachi, Mohamed - GTS Global ENG &amp; ARCH" userId="S::mohamed.kerbachi@transamerica.com::7bfead4c-51c4-46e1-b396-f93a69a42d0c" providerId="AD" clId="Web-{F5910597-F6C7-D7D0-5627-0F0FD763313A}" dt="2025-04-03T12:16:56.736" v="4" actId="20577"/>
        <pc:sldMkLst>
          <pc:docMk/>
          <pc:sldMk cId="2628243161" sldId="522"/>
        </pc:sldMkLst>
        <pc:spChg chg="mod">
          <ac:chgData name="Kerbachi, Mohamed - GTS Global ENG &amp; ARCH" userId="S::mohamed.kerbachi@transamerica.com::7bfead4c-51c4-46e1-b396-f93a69a42d0c" providerId="AD" clId="Web-{F5910597-F6C7-D7D0-5627-0F0FD763313A}" dt="2025-04-03T12:16:56.736" v="4" actId="20577"/>
          <ac:spMkLst>
            <pc:docMk/>
            <pc:sldMk cId="2628243161" sldId="522"/>
            <ac:spMk id="6" creationId="{36C2B4C8-FF1B-4ABA-81A9-4DC8E2B9DE72}"/>
          </ac:spMkLst>
        </pc:spChg>
      </pc:sldChg>
      <pc:sldChg chg="modSp">
        <pc:chgData name="Kerbachi, Mohamed - GTS Global ENG &amp; ARCH" userId="S::mohamed.kerbachi@transamerica.com::7bfead4c-51c4-46e1-b396-f93a69a42d0c" providerId="AD" clId="Web-{F5910597-F6C7-D7D0-5627-0F0FD763313A}" dt="2025-04-03T12:37:36.029" v="18"/>
        <pc:sldMkLst>
          <pc:docMk/>
          <pc:sldMk cId="2911728661" sldId="543"/>
        </pc:sldMkLst>
        <pc:graphicFrameChg chg="mod modGraphic">
          <ac:chgData name="Kerbachi, Mohamed - GTS Global ENG &amp; ARCH" userId="S::mohamed.kerbachi@transamerica.com::7bfead4c-51c4-46e1-b396-f93a69a42d0c" providerId="AD" clId="Web-{F5910597-F6C7-D7D0-5627-0F0FD763313A}" dt="2025-04-03T12:37:36.029" v="18"/>
          <ac:graphicFrameMkLst>
            <pc:docMk/>
            <pc:sldMk cId="2911728661" sldId="543"/>
            <ac:graphicFrameMk id="7" creationId="{656FCCC1-4C88-753C-3E01-1EDAD5F0193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B95EC-74A9-485D-95D4-F6348A61A1D6}" type="datetimeFigureOut">
              <a:rPr lang="en-US" smtClean="0"/>
              <a:t>4/4/2025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8A5C57-A1AC-4079-93A3-1E1CA16F6EC9}" type="slidenum">
              <a:rPr lang="en-US" smtClean="0"/>
              <a:t>‹#›</a:t>
            </a:fld>
            <a:endParaRPr lang="en-US"/>
          </a:p>
        </p:txBody>
      </p:sp>
    </p:spTree>
    <p:extLst>
      <p:ext uri="{BB962C8B-B14F-4D97-AF65-F5344CB8AC3E}">
        <p14:creationId xmlns:p14="http://schemas.microsoft.com/office/powerpoint/2010/main" val="2016414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mailto:Marjolein.dekker@aegon.com"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1" y="4620580"/>
            <a:ext cx="5852160" cy="4498894"/>
          </a:xfrm>
        </p:spPr>
        <p:txBody>
          <a:bodyPr>
            <a:normAutofit fontScale="92500"/>
          </a:bodyPr>
          <a:lstStyle/>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is the 2019 February edition of Aegon’s corporate PowerPoint template and corporate presentation.</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slide deck provides an introduction to Aegon, its purpose and strategy, its focus on life insurance, pensions and asset management and its extensive international presence.</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slide deck provides at the same time Aegon’s corporate PowerPoint template, which has been updated for the latest Brand guidelines, as established by Aegon’s Brand Board. The basic structure of the template remained the same, due to which slides from the previous template can be quite easily re-used. If you need any help with that, please don’t hesitate to reach out to Group Corporate Communications.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This 2019 February edition, reflects the latest updates on Aegon’s strategy, the company plans going forward and the 2H2018/full year 2018 results.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In an appendix  you will find some guidelines for the use of this template and the colors.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We are phasing out the use of the Aegon logo with the tagline ‘Transform Tomorrow’. If you are incorporating slides from existing presentations, please be so kind as to ensure that the right Aegon logo is shown on all pages.</a:t>
            </a:r>
          </a:p>
          <a:p>
            <a:pPr marL="171425" indent="-171425">
              <a:lnSpc>
                <a:spcPct val="110000"/>
              </a:lnSpc>
              <a:buFont typeface="Arial" panose="020B0604020202020204" pitchFamily="34" charset="0"/>
              <a:buChar char="•"/>
            </a:pPr>
            <a:endParaRPr lang="en-US">
              <a:latin typeface="Arial" panose="020B0604020202020204" pitchFamily="34" charset="0"/>
              <a:cs typeface="Arial" panose="020B0604020202020204" pitchFamily="34" charset="0"/>
            </a:endParaRPr>
          </a:p>
          <a:p>
            <a:pPr marL="171425" indent="-171425">
              <a:lnSpc>
                <a:spcPct val="110000"/>
              </a:lnSpc>
              <a:buFont typeface="Arial" panose="020B0604020202020204" pitchFamily="34" charset="0"/>
              <a:buChar char="•"/>
            </a:pPr>
            <a:r>
              <a:rPr lang="en-US">
                <a:latin typeface="Arial" panose="020B0604020202020204" pitchFamily="34" charset="0"/>
                <a:cs typeface="Arial" panose="020B0604020202020204" pitchFamily="34" charset="0"/>
              </a:rPr>
              <a:t>If you have any questions, please don’t hesitate to reach out to Group Corporate Communications – Marjolein Dekker at </a:t>
            </a:r>
            <a:r>
              <a:rPr lang="en-US">
                <a:latin typeface="Arial" panose="020B0604020202020204" pitchFamily="34" charset="0"/>
                <a:cs typeface="Arial" panose="020B0604020202020204" pitchFamily="34" charset="0"/>
                <a:hlinkClick r:id="rId3"/>
              </a:rPr>
              <a:t>marjolein.dekker@aegon.com</a:t>
            </a:r>
            <a:r>
              <a:rPr lang="en-US">
                <a:latin typeface="Arial" panose="020B0604020202020204" pitchFamily="34" charset="0"/>
                <a:cs typeface="Arial" panose="020B0604020202020204" pitchFamily="34" charset="0"/>
              </a:rPr>
              <a:t>. </a:t>
            </a:r>
          </a:p>
          <a:p>
            <a:pPr>
              <a:lnSpc>
                <a:spcPct val="110000"/>
              </a:lnSpc>
            </a:pPr>
            <a:endParaRPr lang="en-US"/>
          </a:p>
        </p:txBody>
      </p:sp>
      <p:sp>
        <p:nvSpPr>
          <p:cNvPr id="4" name="Slide Number Placeholder 3"/>
          <p:cNvSpPr>
            <a:spLocks noGrp="1"/>
          </p:cNvSpPr>
          <p:nvPr>
            <p:ph type="sldNum" sz="quarter" idx="10"/>
          </p:nvPr>
        </p:nvSpPr>
        <p:spPr/>
        <p:txBody>
          <a:bodyPr/>
          <a:lstStyle/>
          <a:p>
            <a:fld id="{12F8B99C-00E5-4454-8541-C53980D8A55E}" type="slidenum">
              <a:rPr lang="nl-NL" smtClean="0"/>
              <a:pPr/>
              <a:t>1</a:t>
            </a:fld>
            <a:endParaRPr lang="nl-NL"/>
          </a:p>
        </p:txBody>
      </p:sp>
    </p:spTree>
    <p:extLst>
      <p:ext uri="{BB962C8B-B14F-4D97-AF65-F5344CB8AC3E}">
        <p14:creationId xmlns:p14="http://schemas.microsoft.com/office/powerpoint/2010/main" val="1547055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F8B99C-00E5-4454-8541-C53980D8A55E}" type="slidenum">
              <a:rPr lang="nl-NL" smtClean="0"/>
              <a:pPr/>
              <a:t>3</a:t>
            </a:fld>
            <a:endParaRPr lang="nl-NL"/>
          </a:p>
        </p:txBody>
      </p:sp>
    </p:spTree>
    <p:extLst>
      <p:ext uri="{BB962C8B-B14F-4D97-AF65-F5344CB8AC3E}">
        <p14:creationId xmlns:p14="http://schemas.microsoft.com/office/powerpoint/2010/main" val="183970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0"/>
              </a:spcAft>
            </a:pPr>
            <a:r>
              <a:rPr lang="en-GB" sz="1800" baseline="30000">
                <a:effectLst/>
                <a:latin typeface="Arial" panose="020B0604020202020204" pitchFamily="34" charset="0"/>
                <a:ea typeface="Arial" panose="020B0604020202020204" pitchFamily="34" charset="0"/>
                <a:cs typeface="Arial" panose="020B0604020202020204" pitchFamily="34" charset="0"/>
              </a:rPr>
              <a:t>1 – Tag needs to be mapped to CMDB</a:t>
            </a:r>
            <a:endParaRPr lang="en-US" sz="1800">
              <a:effectLst/>
              <a:latin typeface="Arial" panose="020B0604020202020204" pitchFamily="34" charset="0"/>
              <a:ea typeface="Arial" panose="020B0604020202020204" pitchFamily="34" charset="0"/>
              <a:cs typeface="Arial" panose="020B0604020202020204" pitchFamily="34" charset="0"/>
            </a:endParaRPr>
          </a:p>
          <a:p>
            <a:pPr marL="0" marR="0">
              <a:lnSpc>
                <a:spcPct val="115000"/>
              </a:lnSpc>
              <a:spcBef>
                <a:spcPts val="0"/>
              </a:spcBef>
              <a:spcAft>
                <a:spcPts val="0"/>
              </a:spcAft>
            </a:pPr>
            <a:r>
              <a:rPr lang="en-GB" sz="1800" baseline="30000">
                <a:effectLst/>
                <a:latin typeface="Arial" panose="020B0604020202020204" pitchFamily="34" charset="0"/>
                <a:ea typeface="Arial" panose="020B0604020202020204" pitchFamily="34" charset="0"/>
                <a:cs typeface="Arial" panose="020B0604020202020204" pitchFamily="34" charset="0"/>
              </a:rPr>
              <a:t>2 – The CI and Name will be validated against CMDB and then mapped back to the CMDB and associated with the resources.</a:t>
            </a:r>
            <a:endParaRPr lang="en-US" sz="1800">
              <a:effectLst/>
              <a:latin typeface="Arial" panose="020B0604020202020204" pitchFamily="34" charset="0"/>
              <a:ea typeface="Arial" panose="020B060402020202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F8B99C-00E5-4454-8541-C53980D8A55E}" type="slidenum">
              <a:rPr kumimoji="0" lang="nl-N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00862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643B-836C-5A52-B89F-464F2486AB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D82C69-F71E-544E-868B-084BD41A45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D25B5E-D88F-4682-E305-1023E6C06D0E}"/>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914EE86A-6BB8-5813-A17E-23997F2695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798A0-E412-7373-63D2-E06ED5A1504B}"/>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4159621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FE41-24D9-872C-2BC8-8254D644A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A1B641-A4C3-3B77-D668-9E3CB1ECAD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5EFBB-D247-17B5-ABE6-71F3E179CE76}"/>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470DF205-F48F-3C85-09A2-433006873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56841-1879-30EF-7B63-3B2C83FDCE34}"/>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30431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4E833-9393-A367-29D2-5ECD26C508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40FCC3-C7E8-5E6C-7A8A-8387952A9C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739B99-8B02-96D3-272B-D305B707FC33}"/>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99A179C7-467F-8B13-943C-450D26E174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30BB7-4F8A-AC32-64CC-9FD500E2AF15}"/>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1968821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7D2E-289F-6DF2-66E4-2CF6C347A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C16135-4CD0-A9AE-6557-C3E91D76A3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AD6C8A-2A9F-3D47-FA33-CB74F7A29E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CEF38E-F471-A2AA-5F68-7C4F068C3B0C}"/>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6" name="Footer Placeholder 5">
            <a:extLst>
              <a:ext uri="{FF2B5EF4-FFF2-40B4-BE49-F238E27FC236}">
                <a16:creationId xmlns:a16="http://schemas.microsoft.com/office/drawing/2014/main" id="{1D33D587-99DA-05CE-839A-F38E05139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74E7D9-2812-D6B6-5C9B-8B09C228ECC3}"/>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294573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F4B0-E785-2E0F-00D2-6301EDAFE8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BB8CF9-283F-C0C7-1F49-7CCD2CF62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34DED0-6840-8018-4C19-9D29B7363E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6DC8CA-CA50-D9C4-CA8A-6DCAC3CF9F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0E2DBA-AED0-D561-61C2-F3DCD44F79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9BAE9C-D03B-31CA-1AEF-02D128D9C4BA}"/>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8" name="Footer Placeholder 7">
            <a:extLst>
              <a:ext uri="{FF2B5EF4-FFF2-40B4-BE49-F238E27FC236}">
                <a16:creationId xmlns:a16="http://schemas.microsoft.com/office/drawing/2014/main" id="{5588357A-4937-19E4-DA47-0199035070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646B1-DF1A-CD52-8E4C-64D64F69C5C8}"/>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52177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22B-493C-3A57-F617-4F65EB3CEC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D444DE-9C06-2DF1-66BD-FF3EE7C2AB73}"/>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4" name="Footer Placeholder 3">
            <a:extLst>
              <a:ext uri="{FF2B5EF4-FFF2-40B4-BE49-F238E27FC236}">
                <a16:creationId xmlns:a16="http://schemas.microsoft.com/office/drawing/2014/main" id="{C097443D-2309-449E-A6EF-1D1CE4E9AF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04541F-16A0-ECEC-BD30-3F4B6C7151B9}"/>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79777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7440F-053F-D70D-33A9-772F10644679}"/>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3" name="Footer Placeholder 2">
            <a:extLst>
              <a:ext uri="{FF2B5EF4-FFF2-40B4-BE49-F238E27FC236}">
                <a16:creationId xmlns:a16="http://schemas.microsoft.com/office/drawing/2014/main" id="{68969A78-9D70-DC7A-770E-DBBAACA4E7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64A2FA-E7F1-2718-3C1A-F410DCED089B}"/>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77227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55059-9CE9-A36B-8FA7-CB93F5A86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3FD974-A1FF-6351-0164-AD72B3C8DC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8D4658-2DBD-5733-1A3D-DF0A01943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B6921-3319-66CB-8EFB-9218227616D8}"/>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6" name="Footer Placeholder 5">
            <a:extLst>
              <a:ext uri="{FF2B5EF4-FFF2-40B4-BE49-F238E27FC236}">
                <a16:creationId xmlns:a16="http://schemas.microsoft.com/office/drawing/2014/main" id="{A372F881-9CEE-E3CF-02B2-5FE15122D7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32B54C-5FBE-7F8E-1EE1-A1E1E05F7F62}"/>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175005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F49D-8D6A-DFB4-EE42-249232813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4EE905-4744-06FE-F929-15DE265C4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20AC5C-C43F-FB63-E8A0-9E5FB391C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FB8133-88F1-1306-91BA-A81CC3539DD5}"/>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6" name="Footer Placeholder 5">
            <a:extLst>
              <a:ext uri="{FF2B5EF4-FFF2-40B4-BE49-F238E27FC236}">
                <a16:creationId xmlns:a16="http://schemas.microsoft.com/office/drawing/2014/main" id="{928A45AF-087A-0FB1-860B-B2CEF604C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21928-295B-F33D-6EA0-C32A9E322D09}"/>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411333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23C1-F3CD-77FC-C1D6-120E6F00B2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87F16D-EDCB-3168-3649-48D867F1F0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245CF8-28E3-0E10-3C52-D468604DFE2E}"/>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B2097E77-11AA-E8EC-F81D-4082C1F3B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DCD2B-B5D3-E009-D8D9-85B4CB5AEE8A}"/>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2082400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D20A5E-0CD9-110C-8578-337814242E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29D8B2-A7C5-2D8A-4192-14CB7C02C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5AAB7-BD65-EA28-F593-A6EAD57003C6}"/>
              </a:ext>
            </a:extLst>
          </p:cNvPr>
          <p:cNvSpPr>
            <a:spLocks noGrp="1"/>
          </p:cNvSpPr>
          <p:nvPr>
            <p:ph type="dt" sz="half" idx="10"/>
          </p:nvPr>
        </p:nvSpPr>
        <p:spPr/>
        <p:txBody>
          <a:body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29C088E6-5959-7C7E-E171-35EEAA25B5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D09D8-19FF-7923-6A59-E7F6033BE2F1}"/>
              </a:ext>
            </a:extLst>
          </p:cNvPr>
          <p:cNvSpPr>
            <a:spLocks noGrp="1"/>
          </p:cNvSpPr>
          <p:nvPr>
            <p:ph type="sldNum" sz="quarter" idx="12"/>
          </p:nvPr>
        </p:nvSpPr>
        <p:spPr/>
        <p:txBody>
          <a:bodyPr/>
          <a:lstStyle/>
          <a:p>
            <a:fld id="{CB61E60B-A198-4BE3-A774-983333F430AD}" type="slidenum">
              <a:rPr lang="en-US" smtClean="0"/>
              <a:t>‹#›</a:t>
            </a:fld>
            <a:endParaRPr lang="en-US"/>
          </a:p>
        </p:txBody>
      </p:sp>
    </p:spTree>
    <p:extLst>
      <p:ext uri="{BB962C8B-B14F-4D97-AF65-F5344CB8AC3E}">
        <p14:creationId xmlns:p14="http://schemas.microsoft.com/office/powerpoint/2010/main" val="3092634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568EA51-E381-4FE1-8966-210825EC768D}"/>
              </a:ext>
            </a:extLst>
          </p:cNvPr>
          <p:cNvSpPr/>
          <p:nvPr userDrawn="1"/>
        </p:nvSpPr>
        <p:spPr>
          <a:xfrm>
            <a:off x="-11575" y="-22085"/>
            <a:ext cx="6491003" cy="6885872"/>
          </a:xfrm>
          <a:custGeom>
            <a:avLst/>
            <a:gdLst>
              <a:gd name="connsiteX0" fmla="*/ 0 w 6238755"/>
              <a:gd name="connsiteY0" fmla="*/ 0 h 6875362"/>
              <a:gd name="connsiteX1" fmla="*/ 6238755 w 6238755"/>
              <a:gd name="connsiteY1" fmla="*/ 0 h 6875362"/>
              <a:gd name="connsiteX2" fmla="*/ 4155312 w 6238755"/>
              <a:gd name="connsiteY2" fmla="*/ 6875362 h 6875362"/>
              <a:gd name="connsiteX3" fmla="*/ 0 w 6238755"/>
              <a:gd name="connsiteY3" fmla="*/ 6875362 h 6875362"/>
              <a:gd name="connsiteX4" fmla="*/ 0 w 6238755"/>
              <a:gd name="connsiteY4" fmla="*/ 0 h 6875362"/>
              <a:gd name="connsiteX0" fmla="*/ 0 w 6491003"/>
              <a:gd name="connsiteY0" fmla="*/ 10510 h 6885872"/>
              <a:gd name="connsiteX1" fmla="*/ 6491003 w 6491003"/>
              <a:gd name="connsiteY1" fmla="*/ 0 h 6885872"/>
              <a:gd name="connsiteX2" fmla="*/ 4155312 w 6491003"/>
              <a:gd name="connsiteY2" fmla="*/ 6885872 h 6885872"/>
              <a:gd name="connsiteX3" fmla="*/ 0 w 6491003"/>
              <a:gd name="connsiteY3" fmla="*/ 6885872 h 6885872"/>
              <a:gd name="connsiteX4" fmla="*/ 0 w 6491003"/>
              <a:gd name="connsiteY4" fmla="*/ 10510 h 6885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1003" h="6885872">
                <a:moveTo>
                  <a:pt x="0" y="10510"/>
                </a:moveTo>
                <a:lnTo>
                  <a:pt x="6491003" y="0"/>
                </a:lnTo>
                <a:lnTo>
                  <a:pt x="4155312" y="6885872"/>
                </a:lnTo>
                <a:lnTo>
                  <a:pt x="0" y="6885872"/>
                </a:lnTo>
                <a:lnTo>
                  <a:pt x="0" y="105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88818" y="1458410"/>
            <a:ext cx="4862858" cy="2152893"/>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9" y="5950344"/>
            <a:ext cx="3708862" cy="304800"/>
          </a:xfrm>
          <a:prstGeom prst="rect">
            <a:avLst/>
          </a:prstGeom>
        </p:spPr>
        <p:txBody>
          <a:bodyPr lIns="0"/>
          <a:lstStyle>
            <a:lvl1pPr marL="0" indent="0">
              <a:buNone/>
              <a:defRPr sz="800" i="0">
                <a:solidFill>
                  <a:schemeClr val="tx1">
                    <a:lumMod val="50000"/>
                    <a:lumOff val="50000"/>
                  </a:schemeClr>
                </a:solidFill>
              </a:defRPr>
            </a:lvl1pPr>
            <a:lvl2pPr marL="457200" indent="0">
              <a:buNone/>
              <a:defRPr sz="800" i="0">
                <a:solidFill>
                  <a:schemeClr val="tx1">
                    <a:lumMod val="50000"/>
                    <a:lumOff val="50000"/>
                  </a:schemeClr>
                </a:solidFill>
              </a:defRPr>
            </a:lvl2pPr>
            <a:lvl3pPr marL="914400" indent="0">
              <a:buNone/>
              <a:defRPr sz="800" i="1"/>
            </a:lvl3pPr>
            <a:lvl4pPr marL="1371600" indent="0">
              <a:buNone/>
              <a:defRPr sz="800" i="1"/>
            </a:lvl4pPr>
            <a:lvl5pPr marL="1828800" indent="0">
              <a:buNone/>
              <a:defRPr sz="800" i="1"/>
            </a:lvl5pPr>
          </a:lstStyle>
          <a:p>
            <a:pPr lvl="0"/>
            <a:r>
              <a:rPr lang="en-US"/>
              <a:t>City, Country, Date, Year</a:t>
            </a:r>
          </a:p>
          <a:p>
            <a:pPr lvl="1"/>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4016418"/>
            <a:ext cx="4293504" cy="798650"/>
          </a:xfrm>
          <a:prstGeom prst="rect">
            <a:avLst/>
          </a:prstGeom>
        </p:spPr>
        <p:txBody>
          <a:bodyPr lIns="0"/>
          <a:lstStyle>
            <a:lvl1pPr marL="0" indent="0">
              <a:buNone/>
              <a:defRPr sz="1600" b="1">
                <a:solidFill>
                  <a:schemeClr val="tx2"/>
                </a:solidFill>
              </a:defRPr>
            </a:lvl1pPr>
            <a:lvl2pPr marL="0" indent="0">
              <a:buNone/>
              <a:defRPr sz="1400">
                <a:solidFill>
                  <a:schemeClr val="bg2"/>
                </a:solidFill>
              </a:defRPr>
            </a:lvl2pPr>
          </a:lstStyle>
          <a:p>
            <a:pPr lvl="0"/>
            <a:r>
              <a:rPr lang="en-US"/>
              <a:t>Name Speaker</a:t>
            </a:r>
          </a:p>
          <a:p>
            <a:pPr lvl="1"/>
            <a:r>
              <a:rPr lang="en-US"/>
              <a:t>Department or title</a:t>
            </a:r>
          </a:p>
        </p:txBody>
      </p:sp>
      <p:sp>
        <p:nvSpPr>
          <p:cNvPr id="22" name="Tijdelijke aanduiding voor afbeelding 21">
            <a:extLst>
              <a:ext uri="{FF2B5EF4-FFF2-40B4-BE49-F238E27FC236}">
                <a16:creationId xmlns:a16="http://schemas.microsoft.com/office/drawing/2014/main" id="{928394CF-99D3-4C70-89A7-B13E7CF52CF1}"/>
              </a:ext>
            </a:extLst>
          </p:cNvPr>
          <p:cNvSpPr>
            <a:spLocks noGrp="1"/>
          </p:cNvSpPr>
          <p:nvPr>
            <p:ph type="pic" sz="quarter" idx="12" hasCustomPrompt="1"/>
          </p:nvPr>
        </p:nvSpPr>
        <p:spPr>
          <a:xfrm>
            <a:off x="4133604" y="1588625"/>
            <a:ext cx="8058396" cy="5275163"/>
          </a:xfrm>
          <a:custGeom>
            <a:avLst/>
            <a:gdLst>
              <a:gd name="connsiteX0" fmla="*/ 2353565 w 8058396"/>
              <a:gd name="connsiteY0" fmla="*/ 0 h 6886413"/>
              <a:gd name="connsiteX1" fmla="*/ 8058396 w 8058396"/>
              <a:gd name="connsiteY1" fmla="*/ 11050 h 6886413"/>
              <a:gd name="connsiteX2" fmla="*/ 8058396 w 8058396"/>
              <a:gd name="connsiteY2" fmla="*/ 4027466 h 6886413"/>
              <a:gd name="connsiteX3" fmla="*/ 7082264 w 8058396"/>
              <a:gd name="connsiteY3" fmla="*/ 6886413 h 6886413"/>
              <a:gd name="connsiteX4" fmla="*/ 0 w 8058396"/>
              <a:gd name="connsiteY4" fmla="*/ 6880635 h 6886413"/>
              <a:gd name="connsiteX0" fmla="*/ 1802236 w 8058396"/>
              <a:gd name="connsiteY0" fmla="*/ 1602597 h 6875363"/>
              <a:gd name="connsiteX1" fmla="*/ 8058396 w 8058396"/>
              <a:gd name="connsiteY1" fmla="*/ 0 h 6875363"/>
              <a:gd name="connsiteX2" fmla="*/ 8058396 w 8058396"/>
              <a:gd name="connsiteY2" fmla="*/ 4016416 h 6875363"/>
              <a:gd name="connsiteX3" fmla="*/ 7082264 w 8058396"/>
              <a:gd name="connsiteY3" fmla="*/ 6875363 h 6875363"/>
              <a:gd name="connsiteX4" fmla="*/ 0 w 8058396"/>
              <a:gd name="connsiteY4" fmla="*/ 6869585 h 6875363"/>
              <a:gd name="connsiteX5" fmla="*/ 1802236 w 8058396"/>
              <a:gd name="connsiteY5" fmla="*/ 1602597 h 6875363"/>
              <a:gd name="connsiteX0" fmla="*/ 1802236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802236 w 8058396"/>
              <a:gd name="connsiteY5" fmla="*/ 2397 h 5275163"/>
              <a:gd name="connsiteX0" fmla="*/ 1796259 w 8058396"/>
              <a:gd name="connsiteY0" fmla="*/ 2397 h 5275163"/>
              <a:gd name="connsiteX1" fmla="*/ 8058396 w 8058396"/>
              <a:gd name="connsiteY1" fmla="*/ 0 h 5275163"/>
              <a:gd name="connsiteX2" fmla="*/ 8058396 w 8058396"/>
              <a:gd name="connsiteY2" fmla="*/ 2416216 h 5275163"/>
              <a:gd name="connsiteX3" fmla="*/ 7082264 w 8058396"/>
              <a:gd name="connsiteY3" fmla="*/ 5275163 h 5275163"/>
              <a:gd name="connsiteX4" fmla="*/ 0 w 8058396"/>
              <a:gd name="connsiteY4" fmla="*/ 5269385 h 5275163"/>
              <a:gd name="connsiteX5" fmla="*/ 1796259 w 8058396"/>
              <a:gd name="connsiteY5" fmla="*/ 2397 h 527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8396" h="5275163">
                <a:moveTo>
                  <a:pt x="1796259" y="2397"/>
                </a:moveTo>
                <a:lnTo>
                  <a:pt x="8058396" y="0"/>
                </a:lnTo>
                <a:lnTo>
                  <a:pt x="8058396" y="2416216"/>
                </a:lnTo>
                <a:lnTo>
                  <a:pt x="7082264" y="5275163"/>
                </a:lnTo>
                <a:lnTo>
                  <a:pt x="0" y="5269385"/>
                </a:lnTo>
                <a:lnTo>
                  <a:pt x="1796259" y="2397"/>
                </a:lnTo>
                <a:close/>
              </a:path>
            </a:pathLst>
          </a:custGeom>
          <a:pattFill prst="dkUpDiag">
            <a:fgClr>
              <a:schemeClr val="bg1">
                <a:lumMod val="75000"/>
              </a:schemeClr>
            </a:fgClr>
            <a:bgClr>
              <a:schemeClr val="bg1">
                <a:lumMod val="95000"/>
              </a:schemeClr>
            </a:bgClr>
          </a:pattFill>
        </p:spPr>
        <p:txBody>
          <a:bodyPr wrap="square" tIns="180000">
            <a:noAutofit/>
          </a:bodyPr>
          <a:lstStyle>
            <a:lvl1pPr marL="0" indent="0" algn="ctr">
              <a:buFont typeface="Arial" panose="020B0604020202020204" pitchFamily="34" charset="0"/>
              <a:buNone/>
              <a:defRPr lang="nl-NL" sz="1600"/>
            </a:lvl1pPr>
          </a:lstStyle>
          <a:p>
            <a:pPr marL="228600" lvl="0" indent="-228600" algn="ctr"/>
            <a:r>
              <a:rPr lang="nl-NL"/>
              <a:t>Click icon to insert an image</a:t>
            </a:r>
          </a:p>
        </p:txBody>
      </p:sp>
      <p:sp>
        <p:nvSpPr>
          <p:cNvPr id="10" name="TextBox 9">
            <a:extLst>
              <a:ext uri="{FF2B5EF4-FFF2-40B4-BE49-F238E27FC236}">
                <a16:creationId xmlns:a16="http://schemas.microsoft.com/office/drawing/2014/main" id="{B07E610D-E145-4D1E-A445-1C611A5DA4A9}"/>
              </a:ext>
            </a:extLst>
          </p:cNvPr>
          <p:cNvSpPr txBox="1"/>
          <p:nvPr userDrawn="1"/>
        </p:nvSpPr>
        <p:spPr>
          <a:xfrm>
            <a:off x="483986" y="6170897"/>
            <a:ext cx="5181214" cy="364908"/>
          </a:xfrm>
          <a:prstGeom prst="rect">
            <a:avLst/>
          </a:prstGeom>
          <a:noFill/>
        </p:spPr>
        <p:txBody>
          <a:bodyPr wrap="square" rIns="0" rtlCol="0">
            <a:spAutoFit/>
          </a:bodyPr>
          <a:lstStyle/>
          <a:p>
            <a:pPr>
              <a:lnSpc>
                <a:spcPts val="2500"/>
              </a:lnSpc>
            </a:pPr>
            <a:r>
              <a:rPr lang="en-US" sz="1000" b="1" i="1">
                <a:solidFill>
                  <a:schemeClr val="accent1"/>
                </a:solidFill>
                <a:latin typeface="Arial" panose="020B0604020202020204" pitchFamily="34" charset="0"/>
                <a:cs typeface="Arial" panose="020B0604020202020204" pitchFamily="34" charset="0"/>
              </a:rPr>
              <a:t>Helping people achieve a lifetime of financial security</a:t>
            </a:r>
          </a:p>
        </p:txBody>
      </p:sp>
      <p:grpSp>
        <p:nvGrpSpPr>
          <p:cNvPr id="12" name="Group 11">
            <a:extLst>
              <a:ext uri="{FF2B5EF4-FFF2-40B4-BE49-F238E27FC236}">
                <a16:creationId xmlns:a16="http://schemas.microsoft.com/office/drawing/2014/main" id="{68A88978-7913-4E90-B288-9AE500E16E20}"/>
              </a:ext>
            </a:extLst>
          </p:cNvPr>
          <p:cNvGrpSpPr/>
          <p:nvPr userDrawn="1"/>
        </p:nvGrpSpPr>
        <p:grpSpPr>
          <a:xfrm>
            <a:off x="588818" y="602856"/>
            <a:ext cx="1481679" cy="533904"/>
            <a:chOff x="3078163" y="2341563"/>
            <a:chExt cx="6035676" cy="2174875"/>
          </a:xfrm>
        </p:grpSpPr>
        <p:sp>
          <p:nvSpPr>
            <p:cNvPr id="13" name="Freeform 5">
              <a:extLst>
                <a:ext uri="{FF2B5EF4-FFF2-40B4-BE49-F238E27FC236}">
                  <a16:creationId xmlns:a16="http://schemas.microsoft.com/office/drawing/2014/main" id="{C4B07133-BDCF-4DEF-8328-AE61E51008A7}"/>
                </a:ext>
              </a:extLst>
            </p:cNvPr>
            <p:cNvSpPr>
              <a:spLocks/>
            </p:cNvSpPr>
            <p:nvPr userDrawn="1"/>
          </p:nvSpPr>
          <p:spPr bwMode="auto">
            <a:xfrm>
              <a:off x="3078163" y="2341563"/>
              <a:ext cx="1968500" cy="2174875"/>
            </a:xfrm>
            <a:custGeom>
              <a:avLst/>
              <a:gdLst>
                <a:gd name="T0" fmla="*/ 1025 w 1240"/>
                <a:gd name="T1" fmla="*/ 0 h 1370"/>
                <a:gd name="T2" fmla="*/ 0 w 1240"/>
                <a:gd name="T3" fmla="*/ 337 h 1370"/>
                <a:gd name="T4" fmla="*/ 338 w 1240"/>
                <a:gd name="T5" fmla="*/ 1370 h 1370"/>
                <a:gd name="T6" fmla="*/ 1240 w 1240"/>
                <a:gd name="T7" fmla="*/ 1073 h 1370"/>
                <a:gd name="T8" fmla="*/ 1163 w 1240"/>
                <a:gd name="T9" fmla="*/ 825 h 1370"/>
                <a:gd name="T10" fmla="*/ 878 w 1240"/>
                <a:gd name="T11" fmla="*/ 825 h 1370"/>
                <a:gd name="T12" fmla="*/ 846 w 1240"/>
                <a:gd name="T13" fmla="*/ 939 h 1370"/>
                <a:gd name="T14" fmla="*/ 699 w 1240"/>
                <a:gd name="T15" fmla="*/ 939 h 1370"/>
                <a:gd name="T16" fmla="*/ 943 w 1240"/>
                <a:gd name="T17" fmla="*/ 207 h 1370"/>
                <a:gd name="T18" fmla="*/ 1094 w 1240"/>
                <a:gd name="T19" fmla="*/ 207 h 1370"/>
                <a:gd name="T20" fmla="*/ 1025 w 1240"/>
                <a:gd name="T21" fmla="*/ 0 h 1370"/>
                <a:gd name="T22" fmla="*/ 1025 w 1240"/>
                <a:gd name="T23" fmla="*/ 0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40" h="1370">
                  <a:moveTo>
                    <a:pt x="1025" y="0"/>
                  </a:moveTo>
                  <a:lnTo>
                    <a:pt x="0" y="337"/>
                  </a:lnTo>
                  <a:lnTo>
                    <a:pt x="338" y="1370"/>
                  </a:lnTo>
                  <a:lnTo>
                    <a:pt x="1240" y="1073"/>
                  </a:lnTo>
                  <a:lnTo>
                    <a:pt x="1163" y="825"/>
                  </a:lnTo>
                  <a:lnTo>
                    <a:pt x="878" y="825"/>
                  </a:lnTo>
                  <a:lnTo>
                    <a:pt x="846" y="939"/>
                  </a:lnTo>
                  <a:lnTo>
                    <a:pt x="699" y="939"/>
                  </a:lnTo>
                  <a:lnTo>
                    <a:pt x="943" y="207"/>
                  </a:lnTo>
                  <a:lnTo>
                    <a:pt x="1094" y="207"/>
                  </a:lnTo>
                  <a:lnTo>
                    <a:pt x="1025" y="0"/>
                  </a:lnTo>
                  <a:lnTo>
                    <a:pt x="1025"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4" name="Freeform 6">
              <a:extLst>
                <a:ext uri="{FF2B5EF4-FFF2-40B4-BE49-F238E27FC236}">
                  <a16:creationId xmlns:a16="http://schemas.microsoft.com/office/drawing/2014/main" id="{4A9B9578-5B96-4DA5-ACA4-C4D7220453B3}"/>
                </a:ext>
              </a:extLst>
            </p:cNvPr>
            <p:cNvSpPr>
              <a:spLocks/>
            </p:cNvSpPr>
            <p:nvPr userDrawn="1"/>
          </p:nvSpPr>
          <p:spPr bwMode="auto">
            <a:xfrm>
              <a:off x="4530726" y="2947988"/>
              <a:ext cx="328613" cy="515938"/>
            </a:xfrm>
            <a:custGeom>
              <a:avLst/>
              <a:gdLst>
                <a:gd name="T0" fmla="*/ 0 w 207"/>
                <a:gd name="T1" fmla="*/ 321 h 325"/>
                <a:gd name="T2" fmla="*/ 102 w 207"/>
                <a:gd name="T3" fmla="*/ 0 h 325"/>
                <a:gd name="T4" fmla="*/ 207 w 207"/>
                <a:gd name="T5" fmla="*/ 325 h 325"/>
                <a:gd name="T6" fmla="*/ 0 w 207"/>
                <a:gd name="T7" fmla="*/ 321 h 325"/>
                <a:gd name="T8" fmla="*/ 0 w 207"/>
                <a:gd name="T9" fmla="*/ 321 h 325"/>
              </a:gdLst>
              <a:ahLst/>
              <a:cxnLst>
                <a:cxn ang="0">
                  <a:pos x="T0" y="T1"/>
                </a:cxn>
                <a:cxn ang="0">
                  <a:pos x="T2" y="T3"/>
                </a:cxn>
                <a:cxn ang="0">
                  <a:pos x="T4" y="T5"/>
                </a:cxn>
                <a:cxn ang="0">
                  <a:pos x="T6" y="T7"/>
                </a:cxn>
                <a:cxn ang="0">
                  <a:pos x="T8" y="T9"/>
                </a:cxn>
              </a:cxnLst>
              <a:rect l="0" t="0" r="r" b="b"/>
              <a:pathLst>
                <a:path w="207" h="325">
                  <a:moveTo>
                    <a:pt x="0" y="321"/>
                  </a:moveTo>
                  <a:lnTo>
                    <a:pt x="102" y="0"/>
                  </a:lnTo>
                  <a:lnTo>
                    <a:pt x="207" y="325"/>
                  </a:lnTo>
                  <a:lnTo>
                    <a:pt x="0" y="321"/>
                  </a:lnTo>
                  <a:lnTo>
                    <a:pt x="0" y="32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5" name="Freeform 7">
              <a:extLst>
                <a:ext uri="{FF2B5EF4-FFF2-40B4-BE49-F238E27FC236}">
                  <a16:creationId xmlns:a16="http://schemas.microsoft.com/office/drawing/2014/main" id="{FD6CC141-220C-4F40-BE1F-E52274F5C77F}"/>
                </a:ext>
              </a:extLst>
            </p:cNvPr>
            <p:cNvSpPr>
              <a:spLocks/>
            </p:cNvSpPr>
            <p:nvPr userDrawn="1"/>
          </p:nvSpPr>
          <p:spPr bwMode="auto">
            <a:xfrm>
              <a:off x="5002213" y="2684463"/>
              <a:ext cx="838200" cy="1141413"/>
            </a:xfrm>
            <a:custGeom>
              <a:avLst/>
              <a:gdLst>
                <a:gd name="T0" fmla="*/ 504 w 528"/>
                <a:gd name="T1" fmla="*/ 0 h 719"/>
                <a:gd name="T2" fmla="*/ 0 w 528"/>
                <a:gd name="T3" fmla="*/ 0 h 719"/>
                <a:gd name="T4" fmla="*/ 0 w 528"/>
                <a:gd name="T5" fmla="*/ 333 h 719"/>
                <a:gd name="T6" fmla="*/ 126 w 528"/>
                <a:gd name="T7" fmla="*/ 719 h 719"/>
                <a:gd name="T8" fmla="*/ 528 w 528"/>
                <a:gd name="T9" fmla="*/ 719 h 719"/>
                <a:gd name="T10" fmla="*/ 528 w 528"/>
                <a:gd name="T11" fmla="*/ 593 h 719"/>
                <a:gd name="T12" fmla="*/ 126 w 528"/>
                <a:gd name="T13" fmla="*/ 593 h 719"/>
                <a:gd name="T14" fmla="*/ 126 w 528"/>
                <a:gd name="T15" fmla="*/ 394 h 719"/>
                <a:gd name="T16" fmla="*/ 410 w 528"/>
                <a:gd name="T17" fmla="*/ 394 h 719"/>
                <a:gd name="T18" fmla="*/ 410 w 528"/>
                <a:gd name="T19" fmla="*/ 272 h 719"/>
                <a:gd name="T20" fmla="*/ 126 w 528"/>
                <a:gd name="T21" fmla="*/ 272 h 719"/>
                <a:gd name="T22" fmla="*/ 126 w 528"/>
                <a:gd name="T23" fmla="*/ 117 h 719"/>
                <a:gd name="T24" fmla="*/ 504 w 528"/>
                <a:gd name="T25" fmla="*/ 117 h 719"/>
                <a:gd name="T26" fmla="*/ 504 w 528"/>
                <a:gd name="T27" fmla="*/ 0 h 719"/>
                <a:gd name="T28" fmla="*/ 504 w 528"/>
                <a:gd name="T29"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8" h="719">
                  <a:moveTo>
                    <a:pt x="504" y="0"/>
                  </a:moveTo>
                  <a:lnTo>
                    <a:pt x="0" y="0"/>
                  </a:lnTo>
                  <a:lnTo>
                    <a:pt x="0" y="333"/>
                  </a:lnTo>
                  <a:lnTo>
                    <a:pt x="126" y="719"/>
                  </a:lnTo>
                  <a:lnTo>
                    <a:pt x="528" y="719"/>
                  </a:lnTo>
                  <a:lnTo>
                    <a:pt x="528" y="593"/>
                  </a:lnTo>
                  <a:lnTo>
                    <a:pt x="126" y="593"/>
                  </a:lnTo>
                  <a:lnTo>
                    <a:pt x="126" y="394"/>
                  </a:lnTo>
                  <a:lnTo>
                    <a:pt x="410" y="394"/>
                  </a:lnTo>
                  <a:lnTo>
                    <a:pt x="410" y="272"/>
                  </a:lnTo>
                  <a:lnTo>
                    <a:pt x="126" y="272"/>
                  </a:lnTo>
                  <a:lnTo>
                    <a:pt x="126" y="117"/>
                  </a:lnTo>
                  <a:lnTo>
                    <a:pt x="504" y="117"/>
                  </a:lnTo>
                  <a:lnTo>
                    <a:pt x="504" y="0"/>
                  </a:lnTo>
                  <a:lnTo>
                    <a:pt x="5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6" name="Freeform 8">
              <a:extLst>
                <a:ext uri="{FF2B5EF4-FFF2-40B4-BE49-F238E27FC236}">
                  <a16:creationId xmlns:a16="http://schemas.microsoft.com/office/drawing/2014/main" id="{7053CB1B-931C-46EF-BC8C-C7ABEE87B86A}"/>
                </a:ext>
              </a:extLst>
            </p:cNvPr>
            <p:cNvSpPr>
              <a:spLocks/>
            </p:cNvSpPr>
            <p:nvPr userDrawn="1"/>
          </p:nvSpPr>
          <p:spPr bwMode="auto">
            <a:xfrm>
              <a:off x="8216901" y="2684463"/>
              <a:ext cx="896938" cy="1135063"/>
            </a:xfrm>
            <a:custGeom>
              <a:avLst/>
              <a:gdLst>
                <a:gd name="T0" fmla="*/ 0 w 565"/>
                <a:gd name="T1" fmla="*/ 715 h 715"/>
                <a:gd name="T2" fmla="*/ 0 w 565"/>
                <a:gd name="T3" fmla="*/ 0 h 715"/>
                <a:gd name="T4" fmla="*/ 130 w 565"/>
                <a:gd name="T5" fmla="*/ 0 h 715"/>
                <a:gd name="T6" fmla="*/ 435 w 565"/>
                <a:gd name="T7" fmla="*/ 475 h 715"/>
                <a:gd name="T8" fmla="*/ 435 w 565"/>
                <a:gd name="T9" fmla="*/ 0 h 715"/>
                <a:gd name="T10" fmla="*/ 565 w 565"/>
                <a:gd name="T11" fmla="*/ 0 h 715"/>
                <a:gd name="T12" fmla="*/ 565 w 565"/>
                <a:gd name="T13" fmla="*/ 715 h 715"/>
                <a:gd name="T14" fmla="*/ 435 w 565"/>
                <a:gd name="T15" fmla="*/ 715 h 715"/>
                <a:gd name="T16" fmla="*/ 130 w 565"/>
                <a:gd name="T17" fmla="*/ 231 h 715"/>
                <a:gd name="T18" fmla="*/ 130 w 565"/>
                <a:gd name="T19" fmla="*/ 715 h 715"/>
                <a:gd name="T20" fmla="*/ 0 w 565"/>
                <a:gd name="T21" fmla="*/ 715 h 715"/>
                <a:gd name="T22" fmla="*/ 0 w 565"/>
                <a:gd name="T23" fmla="*/ 715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5" h="715">
                  <a:moveTo>
                    <a:pt x="0" y="715"/>
                  </a:moveTo>
                  <a:lnTo>
                    <a:pt x="0" y="0"/>
                  </a:lnTo>
                  <a:lnTo>
                    <a:pt x="130" y="0"/>
                  </a:lnTo>
                  <a:lnTo>
                    <a:pt x="435" y="475"/>
                  </a:lnTo>
                  <a:lnTo>
                    <a:pt x="435" y="0"/>
                  </a:lnTo>
                  <a:lnTo>
                    <a:pt x="565" y="0"/>
                  </a:lnTo>
                  <a:lnTo>
                    <a:pt x="565" y="715"/>
                  </a:lnTo>
                  <a:lnTo>
                    <a:pt x="435" y="715"/>
                  </a:lnTo>
                  <a:lnTo>
                    <a:pt x="130" y="231"/>
                  </a:lnTo>
                  <a:lnTo>
                    <a:pt x="130" y="715"/>
                  </a:lnTo>
                  <a:lnTo>
                    <a:pt x="0" y="715"/>
                  </a:lnTo>
                  <a:lnTo>
                    <a:pt x="0" y="7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7" name="Freeform 9">
              <a:extLst>
                <a:ext uri="{FF2B5EF4-FFF2-40B4-BE49-F238E27FC236}">
                  <a16:creationId xmlns:a16="http://schemas.microsoft.com/office/drawing/2014/main" id="{AADD7239-E20E-4B00-BD99-3CAC4A3277EB}"/>
                </a:ext>
              </a:extLst>
            </p:cNvPr>
            <p:cNvSpPr>
              <a:spLocks/>
            </p:cNvSpPr>
            <p:nvPr userDrawn="1"/>
          </p:nvSpPr>
          <p:spPr bwMode="auto">
            <a:xfrm>
              <a:off x="5854701" y="2651126"/>
              <a:ext cx="1006475" cy="1200150"/>
            </a:xfrm>
            <a:custGeom>
              <a:avLst/>
              <a:gdLst>
                <a:gd name="T0" fmla="*/ 386 w 634"/>
                <a:gd name="T1" fmla="*/ 4 h 756"/>
                <a:gd name="T2" fmla="*/ 479 w 634"/>
                <a:gd name="T3" fmla="*/ 37 h 756"/>
                <a:gd name="T4" fmla="*/ 557 w 634"/>
                <a:gd name="T5" fmla="*/ 90 h 756"/>
                <a:gd name="T6" fmla="*/ 614 w 634"/>
                <a:gd name="T7" fmla="*/ 159 h 756"/>
                <a:gd name="T8" fmla="*/ 516 w 634"/>
                <a:gd name="T9" fmla="*/ 260 h 756"/>
                <a:gd name="T10" fmla="*/ 504 w 634"/>
                <a:gd name="T11" fmla="*/ 236 h 756"/>
                <a:gd name="T12" fmla="*/ 475 w 634"/>
                <a:gd name="T13" fmla="*/ 191 h 756"/>
                <a:gd name="T14" fmla="*/ 422 w 634"/>
                <a:gd name="T15" fmla="*/ 147 h 756"/>
                <a:gd name="T16" fmla="*/ 341 w 634"/>
                <a:gd name="T17" fmla="*/ 126 h 756"/>
                <a:gd name="T18" fmla="*/ 256 w 634"/>
                <a:gd name="T19" fmla="*/ 142 h 756"/>
                <a:gd name="T20" fmla="*/ 191 w 634"/>
                <a:gd name="T21" fmla="*/ 195 h 756"/>
                <a:gd name="T22" fmla="*/ 150 w 634"/>
                <a:gd name="T23" fmla="*/ 277 h 756"/>
                <a:gd name="T24" fmla="*/ 138 w 634"/>
                <a:gd name="T25" fmla="*/ 386 h 756"/>
                <a:gd name="T26" fmla="*/ 154 w 634"/>
                <a:gd name="T27" fmla="*/ 496 h 756"/>
                <a:gd name="T28" fmla="*/ 199 w 634"/>
                <a:gd name="T29" fmla="*/ 569 h 756"/>
                <a:gd name="T30" fmla="*/ 264 w 634"/>
                <a:gd name="T31" fmla="*/ 614 h 756"/>
                <a:gd name="T32" fmla="*/ 341 w 634"/>
                <a:gd name="T33" fmla="*/ 630 h 756"/>
                <a:gd name="T34" fmla="*/ 414 w 634"/>
                <a:gd name="T35" fmla="*/ 614 h 756"/>
                <a:gd name="T36" fmla="*/ 467 w 634"/>
                <a:gd name="T37" fmla="*/ 582 h 756"/>
                <a:gd name="T38" fmla="*/ 504 w 634"/>
                <a:gd name="T39" fmla="*/ 529 h 756"/>
                <a:gd name="T40" fmla="*/ 516 w 634"/>
                <a:gd name="T41" fmla="*/ 468 h 756"/>
                <a:gd name="T42" fmla="*/ 341 w 634"/>
                <a:gd name="T43" fmla="*/ 346 h 756"/>
                <a:gd name="T44" fmla="*/ 634 w 634"/>
                <a:gd name="T45" fmla="*/ 740 h 756"/>
                <a:gd name="T46" fmla="*/ 520 w 634"/>
                <a:gd name="T47" fmla="*/ 675 h 756"/>
                <a:gd name="T48" fmla="*/ 516 w 634"/>
                <a:gd name="T49" fmla="*/ 687 h 756"/>
                <a:gd name="T50" fmla="*/ 483 w 634"/>
                <a:gd name="T51" fmla="*/ 716 h 756"/>
                <a:gd name="T52" fmla="*/ 427 w 634"/>
                <a:gd name="T53" fmla="*/ 744 h 756"/>
                <a:gd name="T54" fmla="*/ 337 w 634"/>
                <a:gd name="T55" fmla="*/ 756 h 756"/>
                <a:gd name="T56" fmla="*/ 219 w 634"/>
                <a:gd name="T57" fmla="*/ 736 h 756"/>
                <a:gd name="T58" fmla="*/ 113 w 634"/>
                <a:gd name="T59" fmla="*/ 675 h 756"/>
                <a:gd name="T60" fmla="*/ 32 w 634"/>
                <a:gd name="T61" fmla="*/ 561 h 756"/>
                <a:gd name="T62" fmla="*/ 0 w 634"/>
                <a:gd name="T63" fmla="*/ 386 h 756"/>
                <a:gd name="T64" fmla="*/ 28 w 634"/>
                <a:gd name="T65" fmla="*/ 212 h 756"/>
                <a:gd name="T66" fmla="*/ 109 w 634"/>
                <a:gd name="T67" fmla="*/ 90 h 756"/>
                <a:gd name="T68" fmla="*/ 219 w 634"/>
                <a:gd name="T69" fmla="*/ 25 h 756"/>
                <a:gd name="T70" fmla="*/ 337 w 634"/>
                <a:gd name="T71"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34" h="756">
                  <a:moveTo>
                    <a:pt x="337" y="0"/>
                  </a:moveTo>
                  <a:lnTo>
                    <a:pt x="386" y="4"/>
                  </a:lnTo>
                  <a:lnTo>
                    <a:pt x="435" y="16"/>
                  </a:lnTo>
                  <a:lnTo>
                    <a:pt x="479" y="37"/>
                  </a:lnTo>
                  <a:lnTo>
                    <a:pt x="520" y="57"/>
                  </a:lnTo>
                  <a:lnTo>
                    <a:pt x="557" y="90"/>
                  </a:lnTo>
                  <a:lnTo>
                    <a:pt x="589" y="122"/>
                  </a:lnTo>
                  <a:lnTo>
                    <a:pt x="614" y="159"/>
                  </a:lnTo>
                  <a:lnTo>
                    <a:pt x="630" y="199"/>
                  </a:lnTo>
                  <a:lnTo>
                    <a:pt x="516" y="260"/>
                  </a:lnTo>
                  <a:lnTo>
                    <a:pt x="512" y="252"/>
                  </a:lnTo>
                  <a:lnTo>
                    <a:pt x="504" y="236"/>
                  </a:lnTo>
                  <a:lnTo>
                    <a:pt x="496" y="216"/>
                  </a:lnTo>
                  <a:lnTo>
                    <a:pt x="475" y="191"/>
                  </a:lnTo>
                  <a:lnTo>
                    <a:pt x="451" y="167"/>
                  </a:lnTo>
                  <a:lnTo>
                    <a:pt x="422" y="147"/>
                  </a:lnTo>
                  <a:lnTo>
                    <a:pt x="386" y="130"/>
                  </a:lnTo>
                  <a:lnTo>
                    <a:pt x="341" y="126"/>
                  </a:lnTo>
                  <a:lnTo>
                    <a:pt x="296" y="126"/>
                  </a:lnTo>
                  <a:lnTo>
                    <a:pt x="256" y="142"/>
                  </a:lnTo>
                  <a:lnTo>
                    <a:pt x="219" y="167"/>
                  </a:lnTo>
                  <a:lnTo>
                    <a:pt x="191" y="195"/>
                  </a:lnTo>
                  <a:lnTo>
                    <a:pt x="166" y="232"/>
                  </a:lnTo>
                  <a:lnTo>
                    <a:pt x="150" y="277"/>
                  </a:lnTo>
                  <a:lnTo>
                    <a:pt x="142" y="329"/>
                  </a:lnTo>
                  <a:lnTo>
                    <a:pt x="138" y="386"/>
                  </a:lnTo>
                  <a:lnTo>
                    <a:pt x="142" y="443"/>
                  </a:lnTo>
                  <a:lnTo>
                    <a:pt x="154" y="496"/>
                  </a:lnTo>
                  <a:lnTo>
                    <a:pt x="174" y="537"/>
                  </a:lnTo>
                  <a:lnTo>
                    <a:pt x="199" y="569"/>
                  </a:lnTo>
                  <a:lnTo>
                    <a:pt x="231" y="598"/>
                  </a:lnTo>
                  <a:lnTo>
                    <a:pt x="264" y="614"/>
                  </a:lnTo>
                  <a:lnTo>
                    <a:pt x="300" y="626"/>
                  </a:lnTo>
                  <a:lnTo>
                    <a:pt x="341" y="630"/>
                  </a:lnTo>
                  <a:lnTo>
                    <a:pt x="378" y="626"/>
                  </a:lnTo>
                  <a:lnTo>
                    <a:pt x="414" y="614"/>
                  </a:lnTo>
                  <a:lnTo>
                    <a:pt x="443" y="602"/>
                  </a:lnTo>
                  <a:lnTo>
                    <a:pt x="467" y="582"/>
                  </a:lnTo>
                  <a:lnTo>
                    <a:pt x="488" y="557"/>
                  </a:lnTo>
                  <a:lnTo>
                    <a:pt x="504" y="529"/>
                  </a:lnTo>
                  <a:lnTo>
                    <a:pt x="512" y="500"/>
                  </a:lnTo>
                  <a:lnTo>
                    <a:pt x="516" y="468"/>
                  </a:lnTo>
                  <a:lnTo>
                    <a:pt x="341" y="468"/>
                  </a:lnTo>
                  <a:lnTo>
                    <a:pt x="341" y="346"/>
                  </a:lnTo>
                  <a:lnTo>
                    <a:pt x="634" y="346"/>
                  </a:lnTo>
                  <a:lnTo>
                    <a:pt x="634" y="740"/>
                  </a:lnTo>
                  <a:lnTo>
                    <a:pt x="520" y="740"/>
                  </a:lnTo>
                  <a:lnTo>
                    <a:pt x="520" y="675"/>
                  </a:lnTo>
                  <a:lnTo>
                    <a:pt x="520" y="679"/>
                  </a:lnTo>
                  <a:lnTo>
                    <a:pt x="516" y="687"/>
                  </a:lnTo>
                  <a:lnTo>
                    <a:pt x="500" y="699"/>
                  </a:lnTo>
                  <a:lnTo>
                    <a:pt x="483" y="716"/>
                  </a:lnTo>
                  <a:lnTo>
                    <a:pt x="459" y="732"/>
                  </a:lnTo>
                  <a:lnTo>
                    <a:pt x="427" y="744"/>
                  </a:lnTo>
                  <a:lnTo>
                    <a:pt x="386" y="752"/>
                  </a:lnTo>
                  <a:lnTo>
                    <a:pt x="337" y="756"/>
                  </a:lnTo>
                  <a:lnTo>
                    <a:pt x="280" y="752"/>
                  </a:lnTo>
                  <a:lnTo>
                    <a:pt x="219" y="736"/>
                  </a:lnTo>
                  <a:lnTo>
                    <a:pt x="166" y="712"/>
                  </a:lnTo>
                  <a:lnTo>
                    <a:pt x="113" y="675"/>
                  </a:lnTo>
                  <a:lnTo>
                    <a:pt x="69" y="622"/>
                  </a:lnTo>
                  <a:lnTo>
                    <a:pt x="32" y="561"/>
                  </a:lnTo>
                  <a:lnTo>
                    <a:pt x="8" y="480"/>
                  </a:lnTo>
                  <a:lnTo>
                    <a:pt x="0" y="386"/>
                  </a:lnTo>
                  <a:lnTo>
                    <a:pt x="8" y="293"/>
                  </a:lnTo>
                  <a:lnTo>
                    <a:pt x="28" y="212"/>
                  </a:lnTo>
                  <a:lnTo>
                    <a:pt x="65" y="147"/>
                  </a:lnTo>
                  <a:lnTo>
                    <a:pt x="109" y="90"/>
                  </a:lnTo>
                  <a:lnTo>
                    <a:pt x="162" y="53"/>
                  </a:lnTo>
                  <a:lnTo>
                    <a:pt x="219" y="25"/>
                  </a:lnTo>
                  <a:lnTo>
                    <a:pt x="276" y="8"/>
                  </a:lnTo>
                  <a:lnTo>
                    <a:pt x="337" y="0"/>
                  </a:lnTo>
                  <a:lnTo>
                    <a:pt x="3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8" name="Freeform 10">
              <a:extLst>
                <a:ext uri="{FF2B5EF4-FFF2-40B4-BE49-F238E27FC236}">
                  <a16:creationId xmlns:a16="http://schemas.microsoft.com/office/drawing/2014/main" id="{93317C15-03B3-4EEE-BA26-DEA037A24E88}"/>
                </a:ext>
              </a:extLst>
            </p:cNvPr>
            <p:cNvSpPr>
              <a:spLocks/>
            </p:cNvSpPr>
            <p:nvPr userDrawn="1"/>
          </p:nvSpPr>
          <p:spPr bwMode="auto">
            <a:xfrm>
              <a:off x="6996113" y="2644776"/>
              <a:ext cx="1077913" cy="1200150"/>
            </a:xfrm>
            <a:custGeom>
              <a:avLst/>
              <a:gdLst>
                <a:gd name="T0" fmla="*/ 220 w 679"/>
                <a:gd name="T1" fmla="*/ 590 h 756"/>
                <a:gd name="T2" fmla="*/ 248 w 679"/>
                <a:gd name="T3" fmla="*/ 610 h 756"/>
                <a:gd name="T4" fmla="*/ 281 w 679"/>
                <a:gd name="T5" fmla="*/ 622 h 756"/>
                <a:gd name="T6" fmla="*/ 313 w 679"/>
                <a:gd name="T7" fmla="*/ 630 h 756"/>
                <a:gd name="T8" fmla="*/ 383 w 679"/>
                <a:gd name="T9" fmla="*/ 626 h 756"/>
                <a:gd name="T10" fmla="*/ 464 w 679"/>
                <a:gd name="T11" fmla="*/ 586 h 756"/>
                <a:gd name="T12" fmla="*/ 517 w 679"/>
                <a:gd name="T13" fmla="*/ 516 h 756"/>
                <a:gd name="T14" fmla="*/ 541 w 679"/>
                <a:gd name="T15" fmla="*/ 431 h 756"/>
                <a:gd name="T16" fmla="*/ 541 w 679"/>
                <a:gd name="T17" fmla="*/ 333 h 756"/>
                <a:gd name="T18" fmla="*/ 517 w 679"/>
                <a:gd name="T19" fmla="*/ 244 h 756"/>
                <a:gd name="T20" fmla="*/ 460 w 679"/>
                <a:gd name="T21" fmla="*/ 171 h 756"/>
                <a:gd name="T22" fmla="*/ 383 w 679"/>
                <a:gd name="T23" fmla="*/ 130 h 756"/>
                <a:gd name="T24" fmla="*/ 285 w 679"/>
                <a:gd name="T25" fmla="*/ 130 h 756"/>
                <a:gd name="T26" fmla="*/ 208 w 679"/>
                <a:gd name="T27" fmla="*/ 171 h 756"/>
                <a:gd name="T28" fmla="*/ 159 w 679"/>
                <a:gd name="T29" fmla="*/ 248 h 756"/>
                <a:gd name="T30" fmla="*/ 139 w 679"/>
                <a:gd name="T31" fmla="*/ 338 h 756"/>
                <a:gd name="T32" fmla="*/ 139 w 679"/>
                <a:gd name="T33" fmla="*/ 415 h 756"/>
                <a:gd name="T34" fmla="*/ 147 w 679"/>
                <a:gd name="T35" fmla="*/ 468 h 756"/>
                <a:gd name="T36" fmla="*/ 163 w 679"/>
                <a:gd name="T37" fmla="*/ 516 h 756"/>
                <a:gd name="T38" fmla="*/ 187 w 679"/>
                <a:gd name="T39" fmla="*/ 561 h 756"/>
                <a:gd name="T40" fmla="*/ 151 w 679"/>
                <a:gd name="T41" fmla="*/ 703 h 756"/>
                <a:gd name="T42" fmla="*/ 90 w 679"/>
                <a:gd name="T43" fmla="*/ 651 h 756"/>
                <a:gd name="T44" fmla="*/ 41 w 679"/>
                <a:gd name="T45" fmla="*/ 577 h 756"/>
                <a:gd name="T46" fmla="*/ 8 w 679"/>
                <a:gd name="T47" fmla="*/ 488 h 756"/>
                <a:gd name="T48" fmla="*/ 0 w 679"/>
                <a:gd name="T49" fmla="*/ 382 h 756"/>
                <a:gd name="T50" fmla="*/ 25 w 679"/>
                <a:gd name="T51" fmla="*/ 216 h 756"/>
                <a:gd name="T52" fmla="*/ 98 w 679"/>
                <a:gd name="T53" fmla="*/ 94 h 756"/>
                <a:gd name="T54" fmla="*/ 208 w 679"/>
                <a:gd name="T55" fmla="*/ 25 h 756"/>
                <a:gd name="T56" fmla="*/ 338 w 679"/>
                <a:gd name="T57" fmla="*/ 0 h 756"/>
                <a:gd name="T58" fmla="*/ 456 w 679"/>
                <a:gd name="T59" fmla="*/ 20 h 756"/>
                <a:gd name="T60" fmla="*/ 565 w 679"/>
                <a:gd name="T61" fmla="*/ 90 h 756"/>
                <a:gd name="T62" fmla="*/ 647 w 679"/>
                <a:gd name="T63" fmla="*/ 207 h 756"/>
                <a:gd name="T64" fmla="*/ 679 w 679"/>
                <a:gd name="T65" fmla="*/ 382 h 756"/>
                <a:gd name="T66" fmla="*/ 659 w 679"/>
                <a:gd name="T67" fmla="*/ 537 h 756"/>
                <a:gd name="T68" fmla="*/ 586 w 679"/>
                <a:gd name="T69" fmla="*/ 651 h 756"/>
                <a:gd name="T70" fmla="*/ 480 w 679"/>
                <a:gd name="T71" fmla="*/ 728 h 756"/>
                <a:gd name="T72" fmla="*/ 338 w 679"/>
                <a:gd name="T73" fmla="*/ 756 h 756"/>
                <a:gd name="T74" fmla="*/ 289 w 679"/>
                <a:gd name="T75" fmla="*/ 752 h 756"/>
                <a:gd name="T76" fmla="*/ 240 w 679"/>
                <a:gd name="T77" fmla="*/ 744 h 756"/>
                <a:gd name="T78" fmla="*/ 191 w 679"/>
                <a:gd name="T79" fmla="*/ 724 h 756"/>
                <a:gd name="T80" fmla="*/ 151 w 679"/>
                <a:gd name="T81" fmla="*/ 703 h 756"/>
                <a:gd name="T82" fmla="*/ 204 w 679"/>
                <a:gd name="T83" fmla="*/ 577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79" h="756">
                  <a:moveTo>
                    <a:pt x="204" y="577"/>
                  </a:moveTo>
                  <a:lnTo>
                    <a:pt x="220" y="590"/>
                  </a:lnTo>
                  <a:lnTo>
                    <a:pt x="232" y="598"/>
                  </a:lnTo>
                  <a:lnTo>
                    <a:pt x="248" y="610"/>
                  </a:lnTo>
                  <a:lnTo>
                    <a:pt x="265" y="618"/>
                  </a:lnTo>
                  <a:lnTo>
                    <a:pt x="281" y="622"/>
                  </a:lnTo>
                  <a:lnTo>
                    <a:pt x="297" y="626"/>
                  </a:lnTo>
                  <a:lnTo>
                    <a:pt x="313" y="630"/>
                  </a:lnTo>
                  <a:lnTo>
                    <a:pt x="334" y="630"/>
                  </a:lnTo>
                  <a:lnTo>
                    <a:pt x="383" y="626"/>
                  </a:lnTo>
                  <a:lnTo>
                    <a:pt x="427" y="610"/>
                  </a:lnTo>
                  <a:lnTo>
                    <a:pt x="464" y="586"/>
                  </a:lnTo>
                  <a:lnTo>
                    <a:pt x="492" y="553"/>
                  </a:lnTo>
                  <a:lnTo>
                    <a:pt x="517" y="516"/>
                  </a:lnTo>
                  <a:lnTo>
                    <a:pt x="533" y="476"/>
                  </a:lnTo>
                  <a:lnTo>
                    <a:pt x="541" y="431"/>
                  </a:lnTo>
                  <a:lnTo>
                    <a:pt x="545" y="382"/>
                  </a:lnTo>
                  <a:lnTo>
                    <a:pt x="541" y="333"/>
                  </a:lnTo>
                  <a:lnTo>
                    <a:pt x="533" y="285"/>
                  </a:lnTo>
                  <a:lnTo>
                    <a:pt x="517" y="244"/>
                  </a:lnTo>
                  <a:lnTo>
                    <a:pt x="492" y="203"/>
                  </a:lnTo>
                  <a:lnTo>
                    <a:pt x="460" y="171"/>
                  </a:lnTo>
                  <a:lnTo>
                    <a:pt x="427" y="146"/>
                  </a:lnTo>
                  <a:lnTo>
                    <a:pt x="383" y="130"/>
                  </a:lnTo>
                  <a:lnTo>
                    <a:pt x="334" y="122"/>
                  </a:lnTo>
                  <a:lnTo>
                    <a:pt x="285" y="130"/>
                  </a:lnTo>
                  <a:lnTo>
                    <a:pt x="244" y="146"/>
                  </a:lnTo>
                  <a:lnTo>
                    <a:pt x="208" y="171"/>
                  </a:lnTo>
                  <a:lnTo>
                    <a:pt x="179" y="207"/>
                  </a:lnTo>
                  <a:lnTo>
                    <a:pt x="159" y="248"/>
                  </a:lnTo>
                  <a:lnTo>
                    <a:pt x="147" y="293"/>
                  </a:lnTo>
                  <a:lnTo>
                    <a:pt x="139" y="338"/>
                  </a:lnTo>
                  <a:lnTo>
                    <a:pt x="134" y="386"/>
                  </a:lnTo>
                  <a:lnTo>
                    <a:pt x="139" y="415"/>
                  </a:lnTo>
                  <a:lnTo>
                    <a:pt x="139" y="443"/>
                  </a:lnTo>
                  <a:lnTo>
                    <a:pt x="147" y="468"/>
                  </a:lnTo>
                  <a:lnTo>
                    <a:pt x="155" y="492"/>
                  </a:lnTo>
                  <a:lnTo>
                    <a:pt x="163" y="516"/>
                  </a:lnTo>
                  <a:lnTo>
                    <a:pt x="175" y="537"/>
                  </a:lnTo>
                  <a:lnTo>
                    <a:pt x="187" y="561"/>
                  </a:lnTo>
                  <a:lnTo>
                    <a:pt x="204" y="577"/>
                  </a:lnTo>
                  <a:lnTo>
                    <a:pt x="151" y="703"/>
                  </a:lnTo>
                  <a:lnTo>
                    <a:pt x="118" y="679"/>
                  </a:lnTo>
                  <a:lnTo>
                    <a:pt x="90" y="651"/>
                  </a:lnTo>
                  <a:lnTo>
                    <a:pt x="61" y="614"/>
                  </a:lnTo>
                  <a:lnTo>
                    <a:pt x="41" y="577"/>
                  </a:lnTo>
                  <a:lnTo>
                    <a:pt x="21" y="537"/>
                  </a:lnTo>
                  <a:lnTo>
                    <a:pt x="8" y="488"/>
                  </a:lnTo>
                  <a:lnTo>
                    <a:pt x="0" y="439"/>
                  </a:lnTo>
                  <a:lnTo>
                    <a:pt x="0" y="382"/>
                  </a:lnTo>
                  <a:lnTo>
                    <a:pt x="4" y="293"/>
                  </a:lnTo>
                  <a:lnTo>
                    <a:pt x="25" y="216"/>
                  </a:lnTo>
                  <a:lnTo>
                    <a:pt x="57" y="151"/>
                  </a:lnTo>
                  <a:lnTo>
                    <a:pt x="98" y="94"/>
                  </a:lnTo>
                  <a:lnTo>
                    <a:pt x="151" y="53"/>
                  </a:lnTo>
                  <a:lnTo>
                    <a:pt x="208" y="25"/>
                  </a:lnTo>
                  <a:lnTo>
                    <a:pt x="273" y="4"/>
                  </a:lnTo>
                  <a:lnTo>
                    <a:pt x="338" y="0"/>
                  </a:lnTo>
                  <a:lnTo>
                    <a:pt x="395" y="4"/>
                  </a:lnTo>
                  <a:lnTo>
                    <a:pt x="456" y="20"/>
                  </a:lnTo>
                  <a:lnTo>
                    <a:pt x="517" y="49"/>
                  </a:lnTo>
                  <a:lnTo>
                    <a:pt x="565" y="90"/>
                  </a:lnTo>
                  <a:lnTo>
                    <a:pt x="614" y="142"/>
                  </a:lnTo>
                  <a:lnTo>
                    <a:pt x="647" y="207"/>
                  </a:lnTo>
                  <a:lnTo>
                    <a:pt x="671" y="289"/>
                  </a:lnTo>
                  <a:lnTo>
                    <a:pt x="679" y="382"/>
                  </a:lnTo>
                  <a:lnTo>
                    <a:pt x="675" y="464"/>
                  </a:lnTo>
                  <a:lnTo>
                    <a:pt x="659" y="537"/>
                  </a:lnTo>
                  <a:lnTo>
                    <a:pt x="626" y="598"/>
                  </a:lnTo>
                  <a:lnTo>
                    <a:pt x="586" y="651"/>
                  </a:lnTo>
                  <a:lnTo>
                    <a:pt x="537" y="695"/>
                  </a:lnTo>
                  <a:lnTo>
                    <a:pt x="480" y="728"/>
                  </a:lnTo>
                  <a:lnTo>
                    <a:pt x="411" y="748"/>
                  </a:lnTo>
                  <a:lnTo>
                    <a:pt x="338" y="756"/>
                  </a:lnTo>
                  <a:lnTo>
                    <a:pt x="313" y="756"/>
                  </a:lnTo>
                  <a:lnTo>
                    <a:pt x="289" y="752"/>
                  </a:lnTo>
                  <a:lnTo>
                    <a:pt x="265" y="748"/>
                  </a:lnTo>
                  <a:lnTo>
                    <a:pt x="240" y="744"/>
                  </a:lnTo>
                  <a:lnTo>
                    <a:pt x="216" y="736"/>
                  </a:lnTo>
                  <a:lnTo>
                    <a:pt x="191" y="724"/>
                  </a:lnTo>
                  <a:lnTo>
                    <a:pt x="171" y="716"/>
                  </a:lnTo>
                  <a:lnTo>
                    <a:pt x="151" y="703"/>
                  </a:lnTo>
                  <a:lnTo>
                    <a:pt x="204" y="577"/>
                  </a:lnTo>
                  <a:lnTo>
                    <a:pt x="204" y="5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sp>
          <p:nvSpPr>
            <p:cNvPr id="19" name="Freeform 11">
              <a:extLst>
                <a:ext uri="{FF2B5EF4-FFF2-40B4-BE49-F238E27FC236}">
                  <a16:creationId xmlns:a16="http://schemas.microsoft.com/office/drawing/2014/main" id="{6E663A55-7BBF-40D7-8EDD-6AE1C3FAC416}"/>
                </a:ext>
              </a:extLst>
            </p:cNvPr>
            <p:cNvSpPr>
              <a:spLocks/>
            </p:cNvSpPr>
            <p:nvPr userDrawn="1"/>
          </p:nvSpPr>
          <p:spPr bwMode="auto">
            <a:xfrm>
              <a:off x="5286376" y="4110038"/>
              <a:ext cx="3130550" cy="115888"/>
            </a:xfrm>
            <a:custGeom>
              <a:avLst/>
              <a:gdLst>
                <a:gd name="T0" fmla="*/ 28 w 1972"/>
                <a:gd name="T1" fmla="*/ 73 h 73"/>
                <a:gd name="T2" fmla="*/ 0 w 1972"/>
                <a:gd name="T3" fmla="*/ 0 h 73"/>
                <a:gd name="T4" fmla="*/ 1972 w 1972"/>
                <a:gd name="T5" fmla="*/ 0 h 73"/>
                <a:gd name="T6" fmla="*/ 1972 w 1972"/>
                <a:gd name="T7" fmla="*/ 73 h 73"/>
                <a:gd name="T8" fmla="*/ 28 w 1972"/>
                <a:gd name="T9" fmla="*/ 73 h 73"/>
                <a:gd name="T10" fmla="*/ 28 w 1972"/>
                <a:gd name="T11" fmla="*/ 73 h 73"/>
              </a:gdLst>
              <a:ahLst/>
              <a:cxnLst>
                <a:cxn ang="0">
                  <a:pos x="T0" y="T1"/>
                </a:cxn>
                <a:cxn ang="0">
                  <a:pos x="T2" y="T3"/>
                </a:cxn>
                <a:cxn ang="0">
                  <a:pos x="T4" y="T5"/>
                </a:cxn>
                <a:cxn ang="0">
                  <a:pos x="T6" y="T7"/>
                </a:cxn>
                <a:cxn ang="0">
                  <a:pos x="T8" y="T9"/>
                </a:cxn>
                <a:cxn ang="0">
                  <a:pos x="T10" y="T11"/>
                </a:cxn>
              </a:cxnLst>
              <a:rect l="0" t="0" r="r" b="b"/>
              <a:pathLst>
                <a:path w="1972" h="73">
                  <a:moveTo>
                    <a:pt x="28" y="73"/>
                  </a:moveTo>
                  <a:lnTo>
                    <a:pt x="0" y="0"/>
                  </a:lnTo>
                  <a:lnTo>
                    <a:pt x="1972" y="0"/>
                  </a:lnTo>
                  <a:lnTo>
                    <a:pt x="1972" y="73"/>
                  </a:lnTo>
                  <a:lnTo>
                    <a:pt x="28" y="73"/>
                  </a:lnTo>
                  <a:lnTo>
                    <a:pt x="28"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a:p>
          </p:txBody>
        </p:sp>
      </p:grpSp>
      <p:sp>
        <p:nvSpPr>
          <p:cNvPr id="20" name="Rectangle 3">
            <a:extLst>
              <a:ext uri="{FF2B5EF4-FFF2-40B4-BE49-F238E27FC236}">
                <a16:creationId xmlns:a16="http://schemas.microsoft.com/office/drawing/2014/main" id="{630D0D78-AE00-47B4-8380-D7F2219D1A24}"/>
              </a:ext>
            </a:extLst>
          </p:cNvPr>
          <p:cNvSpPr/>
          <p:nvPr userDrawn="1"/>
        </p:nvSpPr>
        <p:spPr>
          <a:xfrm>
            <a:off x="11212945" y="3995738"/>
            <a:ext cx="979055" cy="2862262"/>
          </a:xfrm>
          <a:custGeom>
            <a:avLst/>
            <a:gdLst>
              <a:gd name="connsiteX0" fmla="*/ 0 w 979055"/>
              <a:gd name="connsiteY0" fmla="*/ 0 h 3403600"/>
              <a:gd name="connsiteX1" fmla="*/ 979055 w 979055"/>
              <a:gd name="connsiteY1" fmla="*/ 0 h 3403600"/>
              <a:gd name="connsiteX2" fmla="*/ 979055 w 979055"/>
              <a:gd name="connsiteY2" fmla="*/ 3403600 h 3403600"/>
              <a:gd name="connsiteX3" fmla="*/ 0 w 979055"/>
              <a:gd name="connsiteY3" fmla="*/ 3403600 h 3403600"/>
              <a:gd name="connsiteX4" fmla="*/ 0 w 979055"/>
              <a:gd name="connsiteY4" fmla="*/ 0 h 3403600"/>
              <a:gd name="connsiteX0" fmla="*/ 0 w 979055"/>
              <a:gd name="connsiteY0" fmla="*/ 3403600 h 3403600"/>
              <a:gd name="connsiteX1" fmla="*/ 979055 w 979055"/>
              <a:gd name="connsiteY1" fmla="*/ 0 h 3403600"/>
              <a:gd name="connsiteX2" fmla="*/ 979055 w 979055"/>
              <a:gd name="connsiteY2" fmla="*/ 3403600 h 3403600"/>
              <a:gd name="connsiteX3" fmla="*/ 0 w 979055"/>
              <a:gd name="connsiteY3" fmla="*/ 3403600 h 3403600"/>
            </a:gdLst>
            <a:ahLst/>
            <a:cxnLst>
              <a:cxn ang="0">
                <a:pos x="connsiteX0" y="connsiteY0"/>
              </a:cxn>
              <a:cxn ang="0">
                <a:pos x="connsiteX1" y="connsiteY1"/>
              </a:cxn>
              <a:cxn ang="0">
                <a:pos x="connsiteX2" y="connsiteY2"/>
              </a:cxn>
              <a:cxn ang="0">
                <a:pos x="connsiteX3" y="connsiteY3"/>
              </a:cxn>
            </a:cxnLst>
            <a:rect l="l" t="t" r="r" b="b"/>
            <a:pathLst>
              <a:path w="979055" h="3403600">
                <a:moveTo>
                  <a:pt x="0" y="3403600"/>
                </a:moveTo>
                <a:lnTo>
                  <a:pt x="979055" y="0"/>
                </a:lnTo>
                <a:lnTo>
                  <a:pt x="979055" y="3403600"/>
                </a:lnTo>
                <a:lnTo>
                  <a:pt x="0" y="34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Picture 4" descr="A picture containing drawing&#10;&#10;Description automatically generated">
            <a:extLst>
              <a:ext uri="{FF2B5EF4-FFF2-40B4-BE49-F238E27FC236}">
                <a16:creationId xmlns:a16="http://schemas.microsoft.com/office/drawing/2014/main" id="{901D97FD-6E5F-394A-92C6-E194BC086E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24005" y="-22625"/>
            <a:ext cx="6267994" cy="1609350"/>
          </a:xfrm>
          <a:prstGeom prst="rect">
            <a:avLst/>
          </a:prstGeom>
        </p:spPr>
      </p:pic>
    </p:spTree>
    <p:extLst>
      <p:ext uri="{BB962C8B-B14F-4D97-AF65-F5344CB8AC3E}">
        <p14:creationId xmlns:p14="http://schemas.microsoft.com/office/powerpoint/2010/main" val="1186913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0-#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iterate type="lt">
                                    <p:tmPct val="5000"/>
                                  </p:iterate>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par>
                                <p:cTn id="13" presetID="10" presetClass="entr" presetSubtype="0" fill="hold" grpId="0" nodeType="withEffect">
                                  <p:stCondLst>
                                    <p:cond delay="150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750"/>
                                        <p:tgtEl>
                                          <p:spTgt spid="6">
                                            <p:txEl>
                                              <p:pRg st="0" end="0"/>
                                            </p:txEl>
                                          </p:spTgt>
                                        </p:tgtEl>
                                      </p:cBhvr>
                                    </p:animEffect>
                                  </p:childTnLst>
                                </p:cTn>
                              </p:par>
                              <p:par>
                                <p:cTn id="16" presetID="10" presetClass="entr" presetSubtype="0" fill="hold" grpId="0" nodeType="withEffect">
                                  <p:stCondLst>
                                    <p:cond delay="150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75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uiExpand="1" build="p">
        <p:tmplLst>
          <p:tmpl lvl="1">
            <p:tnLst>
              <p:par>
                <p:cTn presetID="10" presetClass="entr" presetSubtype="0" fill="hold" nodeType="withEffect">
                  <p:stCondLst>
                    <p:cond delay="1500"/>
                  </p:stCondLst>
                  <p:childTnLst>
                    <p:set>
                      <p:cBhvr>
                        <p:cTn dur="1" fill="hold">
                          <p:stCondLst>
                            <p:cond delay="0"/>
                          </p:stCondLst>
                        </p:cTn>
                        <p:tgtEl>
                          <p:spTgt spid="6"/>
                        </p:tgtEl>
                        <p:attrNameLst>
                          <p:attrName>style.visibility</p:attrName>
                        </p:attrNameLst>
                      </p:cBhvr>
                      <p:to>
                        <p:strVal val="visible"/>
                      </p:to>
                    </p:set>
                    <p:animEffect transition="in" filter="fade">
                      <p:cBhvr>
                        <p:cTn dur="750"/>
                        <p:tgtEl>
                          <p:spTgt spid="6"/>
                        </p:tgtEl>
                      </p:cBhvr>
                    </p:animEffect>
                  </p:childTnLst>
                </p:cTn>
              </p:par>
            </p:tnLst>
          </p:tmpl>
          <p:tmpl lvl="2">
            <p:tnLst>
              <p:par>
                <p:cTn presetID="10" presetClass="entr" presetSubtype="0" fill="hold" nodeType="withEffect">
                  <p:stCondLst>
                    <p:cond delay="1500"/>
                  </p:stCondLst>
                  <p:childTnLst>
                    <p:set>
                      <p:cBhvr>
                        <p:cTn dur="1" fill="hold">
                          <p:stCondLst>
                            <p:cond delay="0"/>
                          </p:stCondLst>
                        </p:cTn>
                        <p:tgtEl>
                          <p:spTgt spid="6"/>
                        </p:tgtEl>
                        <p:attrNameLst>
                          <p:attrName>style.visibility</p:attrName>
                        </p:attrNameLst>
                      </p:cBhvr>
                      <p:to>
                        <p:strVal val="visible"/>
                      </p:to>
                    </p:set>
                    <p:animEffect transition="in" filter="fade">
                      <p:cBhvr>
                        <p:cTn dur="750"/>
                        <p:tgtEl>
                          <p:spTgt spid="6"/>
                        </p:tgtEl>
                      </p:cBhvr>
                    </p:animEffect>
                  </p:childTnLst>
                </p:cTn>
              </p:par>
            </p:tnLst>
          </p:tmpl>
        </p:tmplLst>
      </p:bldP>
    </p:bldLst>
  </p:timing>
  <p:extLst>
    <p:ext uri="{DCECCB84-F9BA-43D5-87BE-67443E8EF086}">
      <p15:sldGuideLst xmlns:p15="http://schemas.microsoft.com/office/powerpoint/2012/main">
        <p15:guide id="1" pos="6999">
          <p15:clr>
            <a:srgbClr val="FBAE40"/>
          </p15:clr>
        </p15:guide>
        <p15:guide id="2" pos="3908">
          <p15:clr>
            <a:srgbClr val="FBAE40"/>
          </p15:clr>
        </p15:guide>
        <p15:guide id="3" pos="2593">
          <p15:clr>
            <a:srgbClr val="FBAE40"/>
          </p15:clr>
        </p15:guide>
        <p15:guide id="4" orient="horz" pos="406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ullets + image">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64DBFC7E-333F-4BC0-97AA-1D3ED89F7F20}"/>
              </a:ext>
            </a:extLst>
          </p:cNvPr>
          <p:cNvSpPr>
            <a:spLocks noGrp="1"/>
          </p:cNvSpPr>
          <p:nvPr>
            <p:ph type="pic" sz="quarter" idx="12" hasCustomPrompt="1"/>
          </p:nvPr>
        </p:nvSpPr>
        <p:spPr>
          <a:xfrm>
            <a:off x="6114448" y="-21971"/>
            <a:ext cx="6087079" cy="6885758"/>
          </a:xfrm>
          <a:custGeom>
            <a:avLst/>
            <a:gdLst>
              <a:gd name="connsiteX0" fmla="*/ 2353342 w 6087079"/>
              <a:gd name="connsiteY0" fmla="*/ 0 h 6885758"/>
              <a:gd name="connsiteX1" fmla="*/ 6077554 w 6087079"/>
              <a:gd name="connsiteY1" fmla="*/ 10395 h 6885758"/>
              <a:gd name="connsiteX2" fmla="*/ 6087079 w 6087079"/>
              <a:gd name="connsiteY2" fmla="*/ 4007761 h 6885758"/>
              <a:gd name="connsiteX3" fmla="*/ 5101422 w 6087079"/>
              <a:gd name="connsiteY3" fmla="*/ 6885758 h 6885758"/>
              <a:gd name="connsiteX4" fmla="*/ 0 w 6087079"/>
              <a:gd name="connsiteY4" fmla="*/ 6879986 h 688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7079" h="6885758">
                <a:moveTo>
                  <a:pt x="2353342" y="0"/>
                </a:moveTo>
                <a:lnTo>
                  <a:pt x="6077554" y="10395"/>
                </a:lnTo>
                <a:lnTo>
                  <a:pt x="6087079" y="4007761"/>
                </a:lnTo>
                <a:lnTo>
                  <a:pt x="5101422" y="6885758"/>
                </a:lnTo>
                <a:lnTo>
                  <a:pt x="0" y="6879986"/>
                </a:lnTo>
                <a:close/>
              </a:path>
            </a:pathLst>
          </a:custGeom>
          <a:pattFill prst="dkUpDiag">
            <a:fgClr>
              <a:schemeClr val="bg1">
                <a:lumMod val="75000"/>
              </a:schemeClr>
            </a:fgClr>
            <a:bgClr>
              <a:schemeClr val="bg1">
                <a:lumMod val="95000"/>
              </a:schemeClr>
            </a:bgClr>
          </a:pattFill>
        </p:spPr>
        <p:txBody>
          <a:bodyPr wrap="square" tIns="180000">
            <a:noAutofit/>
          </a:bodyPr>
          <a:lstStyle>
            <a:lvl1pPr marL="0" indent="0" algn="ctr">
              <a:buNone/>
              <a:defRPr lang="nl-NL" sz="1600"/>
            </a:lvl1pPr>
          </a:lstStyle>
          <a:p>
            <a:pPr marL="228600" lvl="0" indent="-228600" algn="ctr"/>
            <a:r>
              <a:rPr lang="nl-NL"/>
              <a:t>Click icon to insert an image</a:t>
            </a:r>
          </a:p>
        </p:txBody>
      </p:sp>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7143071"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5511603" cy="304800"/>
          </a:xfrm>
          <a:prstGeom prst="rect">
            <a:avLst/>
          </a:prstGeom>
        </p:spPr>
        <p:txBody>
          <a:bodyPr lIns="0"/>
          <a:lstStyle>
            <a:lvl1pPr marL="0" indent="0">
              <a:buNone/>
              <a:defRPr sz="800" b="1" i="0"/>
            </a:lvl1pPr>
            <a:lvl2pPr marL="457200" indent="0">
              <a:buNone/>
              <a:defRPr sz="800" b="1" i="0"/>
            </a:lvl2pPr>
            <a:lvl3pPr marL="914400" indent="0">
              <a:buNone/>
              <a:defRPr sz="800" i="1"/>
            </a:lvl3pPr>
            <a:lvl4pPr marL="1371600" indent="0">
              <a:buNone/>
              <a:defRPr sz="800" i="1"/>
            </a:lvl4pPr>
            <a:lvl5pPr marL="1828800" indent="0">
              <a:buNone/>
              <a:defRPr sz="800" i="1"/>
            </a:lvl5pPr>
          </a:lstStyle>
          <a:p>
            <a:pPr lvl="0"/>
            <a:r>
              <a:rPr lang="en-US"/>
              <a:t>Global Technology Services</a:t>
            </a:r>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6955681"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9" y="1944546"/>
            <a:ext cx="6735762"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en-US" noProof="0"/>
              <a:t>Edit text</a:t>
            </a:r>
          </a:p>
          <a:p>
            <a:pPr lvl="1"/>
            <a:r>
              <a:rPr lang="en-US" noProof="0"/>
              <a:t>Second level</a:t>
            </a:r>
          </a:p>
          <a:p>
            <a:pPr lvl="2"/>
            <a:r>
              <a:rPr lang="en-US" noProof="0"/>
              <a:t>Third level</a:t>
            </a:r>
          </a:p>
        </p:txBody>
      </p:sp>
    </p:spTree>
    <p:extLst>
      <p:ext uri="{BB962C8B-B14F-4D97-AF65-F5344CB8AC3E}">
        <p14:creationId xmlns:p14="http://schemas.microsoft.com/office/powerpoint/2010/main" val="3277335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99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ullets with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10515600"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8518525" cy="304800"/>
          </a:xfrm>
          <a:prstGeom prst="rect">
            <a:avLst/>
          </a:prstGeom>
        </p:spPr>
        <p:txBody>
          <a:bodyPr lIns="0"/>
          <a:lstStyle>
            <a:lvl1pPr marL="0" indent="0">
              <a:buNone/>
              <a:defRPr sz="800" b="1" i="0"/>
            </a:lvl1pPr>
            <a:lvl2pPr marL="457200" indent="0">
              <a:buNone/>
              <a:defRPr sz="800" i="1"/>
            </a:lvl2pPr>
            <a:lvl3pPr marL="914400" indent="0">
              <a:buNone/>
              <a:defRPr sz="800" i="1"/>
            </a:lvl3pPr>
            <a:lvl4pPr marL="1371600" indent="0">
              <a:buNone/>
              <a:defRPr sz="800" i="1"/>
            </a:lvl4pPr>
            <a:lvl5pPr marL="1828800" indent="0">
              <a:buNone/>
              <a:defRPr sz="800" i="1"/>
            </a:lvl5pPr>
          </a:lstStyle>
          <a:p>
            <a:pPr lvl="0"/>
            <a:r>
              <a:rPr lang="en-US"/>
              <a:t>Global Technology Services</a:t>
            </a:r>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10515600"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8" y="1944546"/>
            <a:ext cx="10531475"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en-US" noProof="0"/>
              <a:t>Edit text</a:t>
            </a:r>
          </a:p>
          <a:p>
            <a:pPr lvl="1"/>
            <a:r>
              <a:rPr lang="en-US" noProof="0"/>
              <a:t>Second level</a:t>
            </a:r>
          </a:p>
          <a:p>
            <a:pPr lvl="2"/>
            <a:r>
              <a:rPr lang="en-US" noProof="0"/>
              <a:t>Third level</a:t>
            </a:r>
          </a:p>
        </p:txBody>
      </p:sp>
    </p:spTree>
    <p:extLst>
      <p:ext uri="{BB962C8B-B14F-4D97-AF65-F5344CB8AC3E}">
        <p14:creationId xmlns:p14="http://schemas.microsoft.com/office/powerpoint/2010/main" val="398847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999">
          <p15:clr>
            <a:srgbClr val="FBAE40"/>
          </p15:clr>
        </p15:guide>
        <p15:guide id="2" orient="horz" pos="32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8C967-5379-93A9-5D56-BDEAD02845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90C93-5995-B326-2772-A1C4FA771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8D71B3-B311-2D75-4E27-8B58B8913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E4A58A-0112-4D6C-87D1-A85F5B8BC08E}" type="datetimeFigureOut">
              <a:rPr lang="en-US" smtClean="0"/>
              <a:t>4/4/2025</a:t>
            </a:fld>
            <a:endParaRPr lang="en-US"/>
          </a:p>
        </p:txBody>
      </p:sp>
      <p:sp>
        <p:nvSpPr>
          <p:cNvPr id="5" name="Footer Placeholder 4">
            <a:extLst>
              <a:ext uri="{FF2B5EF4-FFF2-40B4-BE49-F238E27FC236}">
                <a16:creationId xmlns:a16="http://schemas.microsoft.com/office/drawing/2014/main" id="{CE7B74DB-A542-4492-9AE8-9B090118CF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05C8D2-E710-103E-AF03-AF0520BC2E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61E60B-A198-4BE3-A774-983333F430AD}" type="slidenum">
              <a:rPr lang="en-US" smtClean="0"/>
              <a:t>‹#›</a:t>
            </a:fld>
            <a:endParaRPr lang="en-US"/>
          </a:p>
        </p:txBody>
      </p:sp>
    </p:spTree>
    <p:extLst>
      <p:ext uri="{BB962C8B-B14F-4D97-AF65-F5344CB8AC3E}">
        <p14:creationId xmlns:p14="http://schemas.microsoft.com/office/powerpoint/2010/main" val="3283833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C2A467-D87E-44F9-BE1E-98FC7DEEBD49}"/>
              </a:ext>
            </a:extLst>
          </p:cNvPr>
          <p:cNvSpPr>
            <a:spLocks noGrp="1"/>
          </p:cNvSpPr>
          <p:nvPr>
            <p:ph type="title"/>
          </p:nvPr>
        </p:nvSpPr>
        <p:spPr/>
        <p:txBody>
          <a:bodyPr/>
          <a:lstStyle/>
          <a:p>
            <a:br>
              <a:rPr lang="en-US"/>
            </a:br>
            <a:br>
              <a:rPr lang="en-US"/>
            </a:br>
            <a:r>
              <a:rPr lang="en-US"/>
              <a:t>Karpenter for AWS EKS autoscaling</a:t>
            </a:r>
          </a:p>
        </p:txBody>
      </p:sp>
      <p:sp>
        <p:nvSpPr>
          <p:cNvPr id="4" name="Tijdelijke aanduiding voor tekst 3">
            <a:extLst>
              <a:ext uri="{FF2B5EF4-FFF2-40B4-BE49-F238E27FC236}">
                <a16:creationId xmlns:a16="http://schemas.microsoft.com/office/drawing/2014/main" id="{A52A3397-F003-4730-9EEC-67612D482B12}"/>
              </a:ext>
            </a:extLst>
          </p:cNvPr>
          <p:cNvSpPr>
            <a:spLocks noGrp="1"/>
          </p:cNvSpPr>
          <p:nvPr>
            <p:ph type="body" sz="quarter" idx="11"/>
          </p:nvPr>
        </p:nvSpPr>
        <p:spPr>
          <a:xfrm>
            <a:off x="579438" y="4016418"/>
            <a:ext cx="4215846" cy="798650"/>
          </a:xfrm>
        </p:spPr>
        <p:txBody>
          <a:bodyPr/>
          <a:lstStyle/>
          <a:p>
            <a:r>
              <a:rPr lang="en-US"/>
              <a:t>Mohamed Kerbachi</a:t>
            </a:r>
          </a:p>
        </p:txBody>
      </p:sp>
      <p:pic>
        <p:nvPicPr>
          <p:cNvPr id="3" name="Picture Placeholder 2">
            <a:extLst>
              <a:ext uri="{FF2B5EF4-FFF2-40B4-BE49-F238E27FC236}">
                <a16:creationId xmlns:a16="http://schemas.microsoft.com/office/drawing/2014/main" id="{C6500F7A-9C4D-B24B-9939-40391B62934B}"/>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972" b="972"/>
          <a:stretch/>
        </p:blipFill>
        <p:spPr>
          <a:xfrm>
            <a:off x="4133604" y="1588625"/>
            <a:ext cx="8058396" cy="5275163"/>
          </a:xfrm>
        </p:spPr>
      </p:pic>
    </p:spTree>
    <p:extLst>
      <p:ext uri="{BB962C8B-B14F-4D97-AF65-F5344CB8AC3E}">
        <p14:creationId xmlns:p14="http://schemas.microsoft.com/office/powerpoint/2010/main" val="205204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icture containing table, sitting, computer, desk&#10;&#10;Description automatically generated">
            <a:extLst>
              <a:ext uri="{FF2B5EF4-FFF2-40B4-BE49-F238E27FC236}">
                <a16:creationId xmlns:a16="http://schemas.microsoft.com/office/drawing/2014/main" id="{8D69F1C6-4292-41BB-AB9E-1BCE464B2AD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0580" r="20580"/>
          <a:stretch>
            <a:fillRect/>
          </a:stretch>
        </p:blipFill>
        <p:spPr>
          <a:xfrm>
            <a:off x="7499838" y="-1"/>
            <a:ext cx="4701689" cy="6863787"/>
          </a:xfrm>
        </p:spPr>
      </p:pic>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p:txBody>
          <a:bodyPr/>
          <a:lstStyle/>
          <a:p>
            <a:r>
              <a:rPr lang="en-US"/>
              <a:t>Introduction</a:t>
            </a:r>
          </a:p>
        </p:txBody>
      </p:sp>
      <p:sp>
        <p:nvSpPr>
          <p:cNvPr id="6" name="Text Placeholder 5">
            <a:extLst>
              <a:ext uri="{FF2B5EF4-FFF2-40B4-BE49-F238E27FC236}">
                <a16:creationId xmlns:a16="http://schemas.microsoft.com/office/drawing/2014/main" id="{36C2B4C8-FF1B-4ABA-81A9-4DC8E2B9DE72}"/>
              </a:ext>
            </a:extLst>
          </p:cNvPr>
          <p:cNvSpPr>
            <a:spLocks noGrp="1"/>
          </p:cNvSpPr>
          <p:nvPr>
            <p:ph type="body" sz="quarter" idx="13"/>
          </p:nvPr>
        </p:nvSpPr>
        <p:spPr>
          <a:xfrm>
            <a:off x="579438" y="1202590"/>
            <a:ext cx="7629614" cy="4951629"/>
          </a:xfrm>
        </p:spPr>
        <p:txBody>
          <a:bodyPr lIns="0" tIns="0" rIns="0" bIns="0" anchor="t"/>
          <a:lstStyle/>
          <a:p>
            <a:pPr marL="0" marR="0" lvl="0" indent="0">
              <a:spcBef>
                <a:spcPts val="0"/>
              </a:spcBef>
              <a:spcAft>
                <a:spcPts val="0"/>
              </a:spcAft>
              <a:buSzPts val="1000"/>
              <a:buNone/>
              <a:tabLst>
                <a:tab pos="457200" algn="l"/>
              </a:tabLst>
            </a:pPr>
            <a:endParaRPr lang="en-US" sz="1800" b="1">
              <a:solidFill>
                <a:srgbClr val="000000"/>
              </a:solidFill>
              <a:effectLst/>
              <a:latin typeface="+mj-lt"/>
              <a:ea typeface="Times New Roman" panose="02020603050405020304" pitchFamily="18" charset="0"/>
            </a:endParaRPr>
          </a:p>
          <a:p>
            <a:pPr marL="0" marR="0" lvl="0" indent="0">
              <a:spcBef>
                <a:spcPts val="0"/>
              </a:spcBef>
              <a:spcAft>
                <a:spcPts val="0"/>
              </a:spcAft>
              <a:buSzPts val="1000"/>
              <a:buNone/>
              <a:tabLst>
                <a:tab pos="457200" algn="l"/>
              </a:tabLst>
            </a:pPr>
            <a:r>
              <a:rPr lang="en-US" sz="1800" b="1">
                <a:solidFill>
                  <a:schemeClr val="accent1"/>
                </a:solidFill>
                <a:effectLst/>
                <a:latin typeface="+mj-lt"/>
                <a:ea typeface="Times New Roman" panose="02020603050405020304" pitchFamily="18" charset="0"/>
              </a:rPr>
              <a:t>Overview</a:t>
            </a:r>
            <a:endParaRPr lang="en-US" sz="1800">
              <a:solidFill>
                <a:srgbClr val="000000"/>
              </a:solidFill>
              <a:effectLst/>
              <a:latin typeface="+mj-lt"/>
              <a:ea typeface="Times New Roman" panose="02020603050405020304" pitchFamily="18" charset="0"/>
              <a:cs typeface="Arial"/>
            </a:endParaRPr>
          </a:p>
          <a:p>
            <a:pPr marL="0" marR="0" lvl="0" indent="0">
              <a:spcBef>
                <a:spcPts val="0"/>
              </a:spcBef>
              <a:spcAft>
                <a:spcPts val="0"/>
              </a:spcAft>
              <a:buSzPts val="1000"/>
              <a:buNone/>
              <a:tabLst>
                <a:tab pos="457200" algn="l"/>
              </a:tabLst>
            </a:pPr>
            <a:endParaRPr lang="en-US" sz="2800">
              <a:solidFill>
                <a:srgbClr val="000000"/>
              </a:solidFill>
              <a:latin typeface="+mj-lt"/>
              <a:ea typeface="Times New Roman" panose="02020603050405020304" pitchFamily="18" charset="0"/>
            </a:endParaRPr>
          </a:p>
          <a:p>
            <a:pPr marL="0" indent="0">
              <a:spcBef>
                <a:spcPts val="0"/>
              </a:spcBef>
              <a:buNone/>
            </a:pPr>
            <a:r>
              <a:rPr lang="en-US" sz="2800" b="0" i="0">
                <a:solidFill>
                  <a:srgbClr val="000000"/>
                </a:solidFill>
                <a:effectLst/>
                <a:latin typeface="Arial"/>
                <a:cs typeface="Arial"/>
              </a:rPr>
              <a:t>This is an update of AWS EKS </a:t>
            </a:r>
            <a:r>
              <a:rPr lang="en-US" sz="2800">
                <a:solidFill>
                  <a:srgbClr val="000000"/>
                </a:solidFill>
                <a:latin typeface="Arial"/>
                <a:cs typeface="Arial"/>
              </a:rPr>
              <a:t>component standard</a:t>
            </a:r>
            <a:r>
              <a:rPr lang="en-US" sz="2800" b="0" i="0">
                <a:solidFill>
                  <a:srgbClr val="000000"/>
                </a:solidFill>
                <a:effectLst/>
                <a:latin typeface="Arial"/>
                <a:cs typeface="Arial"/>
              </a:rPr>
              <a:t> to add Karpenter as a scaling management tool for AWS EKS Clusters.</a:t>
            </a:r>
            <a:endParaRPr lang="en-US" sz="1800">
              <a:solidFill>
                <a:srgbClr val="000000"/>
              </a:solidFill>
              <a:latin typeface="Arial"/>
              <a:ea typeface="Times New Roman" panose="02020603050405020304" pitchFamily="18" charset="0"/>
              <a:cs typeface="Arial"/>
            </a:endParaRPr>
          </a:p>
          <a:p>
            <a:pPr marL="0" indent="0">
              <a:buNone/>
            </a:pPr>
            <a:endParaRPr lang="en-US" sz="1800" b="1">
              <a:solidFill>
                <a:srgbClr val="000000"/>
              </a:solidFill>
              <a:latin typeface="Aptos"/>
              <a:cs typeface="Calibri" panose="020F0502020204030204" pitchFamily="34" charset="0"/>
            </a:endParaRPr>
          </a:p>
        </p:txBody>
      </p:sp>
      <p:pic>
        <p:nvPicPr>
          <p:cNvPr id="2" name="Picture 1" descr="Graphical user interface&#10;&#10;Description automatically generated">
            <a:extLst>
              <a:ext uri="{FF2B5EF4-FFF2-40B4-BE49-F238E27FC236}">
                <a16:creationId xmlns:a16="http://schemas.microsoft.com/office/drawing/2014/main" id="{AD923D20-6500-6BE6-E512-90A8D1903D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3788444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p:txBody>
          <a:bodyPr/>
          <a:lstStyle/>
          <a:p>
            <a:r>
              <a:rPr lang="en-US"/>
              <a:t>Business Value</a:t>
            </a:r>
          </a:p>
        </p:txBody>
      </p:sp>
      <p:sp>
        <p:nvSpPr>
          <p:cNvPr id="6" name="Text Placeholder 5">
            <a:extLst>
              <a:ext uri="{FF2B5EF4-FFF2-40B4-BE49-F238E27FC236}">
                <a16:creationId xmlns:a16="http://schemas.microsoft.com/office/drawing/2014/main" id="{36C2B4C8-FF1B-4ABA-81A9-4DC8E2B9DE72}"/>
              </a:ext>
            </a:extLst>
          </p:cNvPr>
          <p:cNvSpPr>
            <a:spLocks noGrp="1"/>
          </p:cNvSpPr>
          <p:nvPr>
            <p:ph type="body" sz="quarter" idx="13"/>
          </p:nvPr>
        </p:nvSpPr>
        <p:spPr>
          <a:xfrm>
            <a:off x="579438" y="1202591"/>
            <a:ext cx="7143071" cy="4797808"/>
          </a:xfrm>
        </p:spPr>
        <p:txBody>
          <a:bodyPr lIns="0" tIns="0" rIns="0" bIns="0" anchor="t">
            <a:normAutofit lnSpcReduction="10000"/>
          </a:bodyPr>
          <a:lstStyle/>
          <a:p>
            <a:pPr marL="0" indent="0" fontAlgn="base">
              <a:lnSpc>
                <a:spcPct val="115000"/>
              </a:lnSpc>
              <a:spcBef>
                <a:spcPts val="0"/>
              </a:spcBef>
              <a:buSzPts val="1100"/>
              <a:buNone/>
              <a:defRPr/>
            </a:pPr>
            <a:endParaRPr lang="en-GB" sz="1800">
              <a:latin typeface="Arial" panose="020B0604020202020204" pitchFamily="34" charset="0"/>
            </a:endParaRPr>
          </a:p>
          <a:p>
            <a:pPr fontAlgn="base">
              <a:lnSpc>
                <a:spcPct val="115000"/>
              </a:lnSpc>
              <a:spcBef>
                <a:spcPts val="0"/>
              </a:spcBef>
              <a:buClr>
                <a:srgbClr val="006AB5"/>
              </a:buClr>
              <a:buSzPct val="155000"/>
              <a:defRPr/>
            </a:pPr>
            <a:r>
              <a:rPr lang="en-US">
                <a:latin typeface="Arial"/>
                <a:cs typeface="Arial"/>
              </a:rPr>
              <a:t>Improved Resource Efficiency:</a:t>
            </a:r>
          </a:p>
          <a:p>
            <a:pPr lvl="1" fontAlgn="base">
              <a:lnSpc>
                <a:spcPct val="115000"/>
              </a:lnSpc>
              <a:spcBef>
                <a:spcPts val="0"/>
              </a:spcBef>
              <a:buClr>
                <a:srgbClr val="006AB5"/>
              </a:buClr>
              <a:buSzPct val="155000"/>
              <a:defRPr/>
            </a:pPr>
            <a:r>
              <a:rPr lang="en-US" sz="1600" i="0">
                <a:solidFill>
                  <a:srgbClr val="000000"/>
                </a:solidFill>
                <a:effectLst/>
              </a:rPr>
              <a:t>Right sizing</a:t>
            </a:r>
          </a:p>
          <a:p>
            <a:pPr lvl="1" fontAlgn="base">
              <a:lnSpc>
                <a:spcPct val="115000"/>
              </a:lnSpc>
              <a:spcBef>
                <a:spcPts val="0"/>
              </a:spcBef>
              <a:buClr>
                <a:srgbClr val="006AB5"/>
              </a:buClr>
              <a:buSzPct val="155000"/>
              <a:defRPr/>
            </a:pPr>
            <a:r>
              <a:rPr lang="en-US" sz="1600" i="0">
                <a:solidFill>
                  <a:srgbClr val="000000"/>
                </a:solidFill>
                <a:effectLst/>
              </a:rPr>
              <a:t>Less management overhead</a:t>
            </a:r>
            <a:endParaRPr lang="en-US" i="0">
              <a:solidFill>
                <a:srgbClr val="000000"/>
              </a:solidFill>
              <a:effectLst/>
            </a:endParaRPr>
          </a:p>
          <a:p>
            <a:pPr fontAlgn="base">
              <a:lnSpc>
                <a:spcPct val="115000"/>
              </a:lnSpc>
              <a:spcBef>
                <a:spcPts val="600"/>
              </a:spcBef>
              <a:buClr>
                <a:srgbClr val="006AB5"/>
              </a:buClr>
              <a:buSzPct val="155000"/>
              <a:defRPr/>
            </a:pPr>
            <a:r>
              <a:rPr lang="en-US">
                <a:latin typeface="Arial"/>
                <a:cs typeface="Arial"/>
              </a:rPr>
              <a:t>Cost Optimization: </a:t>
            </a:r>
          </a:p>
          <a:p>
            <a:pPr lvl="1" fontAlgn="base">
              <a:lnSpc>
                <a:spcPct val="115000"/>
              </a:lnSpc>
              <a:spcBef>
                <a:spcPts val="0"/>
              </a:spcBef>
              <a:buClr>
                <a:srgbClr val="006AB5"/>
              </a:buClr>
              <a:buSzPct val="155000"/>
              <a:defRPr/>
            </a:pPr>
            <a:r>
              <a:rPr lang="en-US" sz="1600">
                <a:solidFill>
                  <a:srgbClr val="000000"/>
                </a:solidFill>
              </a:rPr>
              <a:t>Dynamic Capacity Provisioning</a:t>
            </a:r>
          </a:p>
          <a:p>
            <a:pPr lvl="1" fontAlgn="base">
              <a:lnSpc>
                <a:spcPct val="115000"/>
              </a:lnSpc>
              <a:spcBef>
                <a:spcPts val="0"/>
              </a:spcBef>
              <a:buClr>
                <a:srgbClr val="006AB5"/>
              </a:buClr>
              <a:buSzPct val="155000"/>
              <a:defRPr/>
            </a:pPr>
            <a:r>
              <a:rPr lang="en-US" sz="1600">
                <a:solidFill>
                  <a:srgbClr val="000000"/>
                </a:solidFill>
              </a:rPr>
              <a:t>Elimination of wasteful resources</a:t>
            </a:r>
          </a:p>
          <a:p>
            <a:pPr lvl="1" fontAlgn="base">
              <a:lnSpc>
                <a:spcPct val="115000"/>
              </a:lnSpc>
              <a:spcBef>
                <a:spcPts val="0"/>
              </a:spcBef>
              <a:buClr>
                <a:srgbClr val="006AB5"/>
              </a:buClr>
              <a:buSzPct val="155000"/>
              <a:defRPr/>
            </a:pPr>
            <a:r>
              <a:rPr lang="en-US" sz="1600">
                <a:solidFill>
                  <a:srgbClr val="000000"/>
                </a:solidFill>
              </a:rPr>
              <a:t>Reduced Infrastructure Cost</a:t>
            </a:r>
          </a:p>
          <a:p>
            <a:pPr lvl="1" fontAlgn="base">
              <a:lnSpc>
                <a:spcPct val="115000"/>
              </a:lnSpc>
              <a:spcBef>
                <a:spcPts val="0"/>
              </a:spcBef>
              <a:buClr>
                <a:srgbClr val="006AB5"/>
              </a:buClr>
              <a:buSzPct val="155000"/>
              <a:defRPr/>
            </a:pPr>
            <a:r>
              <a:rPr lang="en-US" sz="1600">
                <a:solidFill>
                  <a:srgbClr val="000000"/>
                </a:solidFill>
              </a:rPr>
              <a:t>Use AWS EC2 Spot (~70% savings)</a:t>
            </a:r>
          </a:p>
          <a:p>
            <a:pPr fontAlgn="base">
              <a:lnSpc>
                <a:spcPct val="115000"/>
              </a:lnSpc>
              <a:spcBef>
                <a:spcPts val="600"/>
              </a:spcBef>
              <a:buClr>
                <a:srgbClr val="006AB5"/>
              </a:buClr>
              <a:buSzPct val="155000"/>
              <a:defRPr/>
            </a:pPr>
            <a:r>
              <a:rPr lang="en-US">
                <a:latin typeface="Arial"/>
                <a:cs typeface="Arial"/>
              </a:rPr>
              <a:t>Rapid Scale and Agility</a:t>
            </a:r>
          </a:p>
          <a:p>
            <a:pPr lvl="1" fontAlgn="base">
              <a:lnSpc>
                <a:spcPct val="125000"/>
              </a:lnSpc>
              <a:spcBef>
                <a:spcPts val="0"/>
              </a:spcBef>
              <a:buClr>
                <a:srgbClr val="006AB5"/>
              </a:buClr>
              <a:buSzPct val="155000"/>
              <a:defRPr/>
            </a:pPr>
            <a:r>
              <a:rPr lang="en-US" sz="1600">
                <a:solidFill>
                  <a:srgbClr val="000000"/>
                </a:solidFill>
              </a:rPr>
              <a:t>Faster Scaling</a:t>
            </a:r>
          </a:p>
          <a:p>
            <a:pPr lvl="1" fontAlgn="base">
              <a:lnSpc>
                <a:spcPct val="125000"/>
              </a:lnSpc>
              <a:spcBef>
                <a:spcPts val="0"/>
              </a:spcBef>
              <a:buClr>
                <a:srgbClr val="006AB5"/>
              </a:buClr>
              <a:buSzPct val="155000"/>
              <a:defRPr/>
            </a:pPr>
            <a:r>
              <a:rPr lang="en-US" sz="1600">
                <a:solidFill>
                  <a:srgbClr val="000000"/>
                </a:solidFill>
              </a:rPr>
              <a:t>Business Agility</a:t>
            </a:r>
          </a:p>
          <a:p>
            <a:pPr fontAlgn="base">
              <a:lnSpc>
                <a:spcPct val="115000"/>
              </a:lnSpc>
              <a:spcBef>
                <a:spcPts val="600"/>
              </a:spcBef>
              <a:buClr>
                <a:srgbClr val="006AB5"/>
              </a:buClr>
              <a:buSzPct val="155000"/>
              <a:defRPr/>
            </a:pPr>
            <a:r>
              <a:rPr lang="en-US">
                <a:latin typeface="Arial"/>
                <a:cs typeface="Arial"/>
              </a:rPr>
              <a:t>Easier Compliance &amp; Governance:</a:t>
            </a:r>
          </a:p>
          <a:p>
            <a:pPr lvl="1" fontAlgn="base">
              <a:lnSpc>
                <a:spcPct val="125000"/>
              </a:lnSpc>
              <a:spcBef>
                <a:spcPts val="0"/>
              </a:spcBef>
              <a:buClr>
                <a:srgbClr val="006AB5"/>
              </a:buClr>
              <a:buSzPct val="155000"/>
              <a:defRPr/>
            </a:pPr>
            <a:r>
              <a:rPr lang="en-US" sz="1600">
                <a:solidFill>
                  <a:srgbClr val="000000"/>
                </a:solidFill>
              </a:rPr>
              <a:t>Policy-Based Provisioning</a:t>
            </a:r>
          </a:p>
          <a:p>
            <a:pPr lvl="1">
              <a:lnSpc>
                <a:spcPct val="125000"/>
              </a:lnSpc>
              <a:spcBef>
                <a:spcPts val="0"/>
              </a:spcBef>
              <a:buClr>
                <a:srgbClr val="006AB5"/>
              </a:buClr>
              <a:buSzPct val="155000"/>
              <a:defRPr/>
            </a:pPr>
            <a:r>
              <a:rPr lang="en-US" sz="1600">
                <a:solidFill>
                  <a:srgbClr val="000000"/>
                </a:solidFill>
                <a:latin typeface="Aptos"/>
              </a:rPr>
              <a:t>Monitoring and Logging </a:t>
            </a:r>
            <a:endParaRPr lang="en-US" sz="1600">
              <a:latin typeface="Aptos"/>
            </a:endParaRPr>
          </a:p>
          <a:p>
            <a:pPr marR="0" lvl="0" fontAlgn="base">
              <a:lnSpc>
                <a:spcPct val="115000"/>
              </a:lnSpc>
              <a:spcBef>
                <a:spcPts val="0"/>
              </a:spcBef>
              <a:spcAft>
                <a:spcPts val="0"/>
              </a:spcAft>
              <a:buSzPts val="1100"/>
            </a:pPr>
            <a:endParaRPr lang="en-GB" sz="1800">
              <a:latin typeface="Arial" panose="020B0604020202020204" pitchFamily="34" charset="0"/>
              <a:cs typeface="Arial" panose="020B0604020202020204" pitchFamily="34" charset="0"/>
            </a:endParaRPr>
          </a:p>
          <a:p>
            <a:pPr marL="342900" indent="-342900">
              <a:lnSpc>
                <a:spcPct val="115000"/>
              </a:lnSpc>
              <a:spcBef>
                <a:spcPts val="0"/>
              </a:spcBef>
              <a:buFont typeface="Symbol" panose="05050102010706020507" pitchFamily="18" charset="2"/>
              <a:buChar char=""/>
            </a:pPr>
            <a:endParaRPr lang="en-US">
              <a:cs typeface="Arial" panose="020B0604020202020204"/>
            </a:endParaRPr>
          </a:p>
        </p:txBody>
      </p:sp>
      <p:pic>
        <p:nvPicPr>
          <p:cNvPr id="21" name="Picture Placeholder 20" descr="Diagram&#10;&#10;Description automatically generated">
            <a:extLst>
              <a:ext uri="{FF2B5EF4-FFF2-40B4-BE49-F238E27FC236}">
                <a16:creationId xmlns:a16="http://schemas.microsoft.com/office/drawing/2014/main" id="{F3F00E22-05A1-4E2F-A54B-E558D5FCC2D1}"/>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22049" r="22049"/>
          <a:stretch>
            <a:fillRect/>
          </a:stretch>
        </p:blipFill>
        <p:spPr>
          <a:xfrm>
            <a:off x="7272997" y="0"/>
            <a:ext cx="4928530" cy="6863786"/>
          </a:xfrm>
        </p:spPr>
      </p:pic>
      <p:pic>
        <p:nvPicPr>
          <p:cNvPr id="2" name="Picture 1" descr="Graphical user interface&#10;&#10;Description automatically generated">
            <a:extLst>
              <a:ext uri="{FF2B5EF4-FFF2-40B4-BE49-F238E27FC236}">
                <a16:creationId xmlns:a16="http://schemas.microsoft.com/office/drawing/2014/main" id="{CAA28519-7A99-974B-95B5-AAA03BA815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45659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8D69F1C6-4292-41BB-AB9E-1BCE464B2AD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0533" r="20533"/>
          <a:stretch/>
        </p:blipFill>
        <p:spPr>
          <a:xfrm>
            <a:off x="6114448" y="0"/>
            <a:ext cx="6087079" cy="6863786"/>
          </a:xfrm>
          <a:noFill/>
        </p:spPr>
      </p:pic>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a:xfrm>
            <a:off x="579438" y="1"/>
            <a:ext cx="8572726" cy="1180618"/>
          </a:xfrm>
        </p:spPr>
        <p:txBody>
          <a:bodyPr anchor="b">
            <a:normAutofit/>
          </a:bodyPr>
          <a:lstStyle/>
          <a:p>
            <a:r>
              <a:rPr lang="en-US"/>
              <a:t>Functionality</a:t>
            </a:r>
          </a:p>
        </p:txBody>
      </p:sp>
      <p:sp>
        <p:nvSpPr>
          <p:cNvPr id="4" name="Text Placeholder 5">
            <a:extLst>
              <a:ext uri="{FF2B5EF4-FFF2-40B4-BE49-F238E27FC236}">
                <a16:creationId xmlns:a16="http://schemas.microsoft.com/office/drawing/2014/main" id="{4EB0133A-01E4-42A0-0293-0510F4499A6B}"/>
              </a:ext>
            </a:extLst>
          </p:cNvPr>
          <p:cNvSpPr txBox="1">
            <a:spLocks/>
          </p:cNvSpPr>
          <p:nvPr/>
        </p:nvSpPr>
        <p:spPr>
          <a:xfrm>
            <a:off x="579439" y="1202591"/>
            <a:ext cx="11360924" cy="5543266"/>
          </a:xfrm>
          <a:prstGeom prst="rect">
            <a:avLst/>
          </a:prstGeom>
          <a:solidFill>
            <a:schemeClr val="bg1"/>
          </a:solidFill>
        </p:spPr>
        <p:txBody>
          <a:bodyPr lIns="0" tIns="0" rIns="0" bIns="0" anchor="t">
            <a:noAutofit/>
          </a:bodyPr>
          <a:lstStyle>
            <a:lvl1pPr marL="266700" indent="-2667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25475" indent="-266700" algn="l" defTabSz="914400" rtl="0" eaLnBrk="1" latinLnBrk="0" hangingPunct="1">
              <a:lnSpc>
                <a:spcPct val="90000"/>
              </a:lnSpc>
              <a:spcBef>
                <a:spcPts val="500"/>
              </a:spcBef>
              <a:buClr>
                <a:schemeClr val="accent1"/>
              </a:buClr>
              <a:buFont typeface="Calibri" panose="020F0502020204030204" pitchFamily="34" charset="0"/>
              <a:buChar char="-"/>
              <a:defRPr sz="1800" kern="1200">
                <a:solidFill>
                  <a:schemeClr val="tx1">
                    <a:lumMod val="50000"/>
                    <a:lumOff val="50000"/>
                  </a:schemeClr>
                </a:solidFill>
                <a:latin typeface="+mn-lt"/>
                <a:ea typeface="+mn-ea"/>
                <a:cs typeface="+mn-cs"/>
              </a:defRPr>
            </a:lvl2pPr>
            <a:lvl3pPr marL="890588" indent="-265113" algn="l" defTabSz="914400" rtl="0" eaLnBrk="1" latinLnBrk="0" hangingPunct="1">
              <a:lnSpc>
                <a:spcPct val="9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Dynamic Node Provisioning</a:t>
            </a:r>
            <a:r>
              <a:rPr lang="en-US" sz="1500">
                <a:latin typeface="Arial" panose="020B0604020202020204" pitchFamily="34" charset="0"/>
                <a:ea typeface="Arial" panose="020B0604020202020204" pitchFamily="34" charset="0"/>
                <a:cs typeface="Arial" panose="020B0604020202020204" pitchFamily="34" charset="0"/>
              </a:rPr>
              <a:t>: Automatically spins up Kubernetes nodes instantly based on real-time workload demands.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Intelligent Node Selection</a:t>
            </a:r>
            <a:r>
              <a:rPr lang="en-US" sz="1500">
                <a:latin typeface="Arial" panose="020B0604020202020204" pitchFamily="34" charset="0"/>
                <a:ea typeface="Arial" panose="020B0604020202020204" pitchFamily="34" charset="0"/>
                <a:cs typeface="Arial" panose="020B0604020202020204" pitchFamily="34" charset="0"/>
              </a:rPr>
              <a:t>: Chooses optimal EC2 instance types (CPU, memory, GPU, etc.) tailored explicitly for workloads.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Resource Optimization</a:t>
            </a:r>
            <a:r>
              <a:rPr lang="en-US" sz="1500">
                <a:latin typeface="Arial" panose="020B0604020202020204" pitchFamily="34" charset="0"/>
                <a:ea typeface="Arial" panose="020B0604020202020204" pitchFamily="34" charset="0"/>
                <a:cs typeface="Arial" panose="020B0604020202020204" pitchFamily="34" charset="0"/>
              </a:rPr>
              <a:t>: Continuously analyzes and eliminate underutilized infrastructure, optimizing cloud expenditure.</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Provisioner Constraints and Policies</a:t>
            </a:r>
            <a:r>
              <a:rPr lang="en-US" sz="1500">
                <a:latin typeface="Arial" panose="020B0604020202020204" pitchFamily="34" charset="0"/>
                <a:ea typeface="Arial" panose="020B0604020202020204" pitchFamily="34" charset="0"/>
                <a:cs typeface="Arial" panose="020B0604020202020204" pitchFamily="34" charset="0"/>
              </a:rPr>
              <a:t>: Allow users to enforce compliance such instance types, regions, budgets, and security constraints.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Simplified Operations</a:t>
            </a:r>
            <a:r>
              <a:rPr lang="en-US" sz="1500">
                <a:latin typeface="Arial" panose="020B0604020202020204" pitchFamily="34" charset="0"/>
                <a:ea typeface="Arial" panose="020B0604020202020204" pitchFamily="34" charset="0"/>
                <a:cs typeface="Arial" panose="020B0604020202020204" pitchFamily="34" charset="0"/>
              </a:rPr>
              <a:t>: Reduces infrastructure management overhead by automating the node lifecycle, enhancing administrator and developers' productivity.</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Security and IAM integration</a:t>
            </a:r>
            <a:r>
              <a:rPr lang="en-US" sz="1500">
                <a:latin typeface="Arial" panose="020B0604020202020204" pitchFamily="34" charset="0"/>
                <a:ea typeface="Arial" panose="020B0604020202020204" pitchFamily="34" charset="0"/>
                <a:cs typeface="Arial" panose="020B0604020202020204" pitchFamily="34" charset="0"/>
              </a:rPr>
              <a:t>: Seamless integration with IAM roles, and AWS security best practices to ensure secure deployments and node management.</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Availability Zone Management</a:t>
            </a:r>
            <a:r>
              <a:rPr lang="en-US" sz="1500">
                <a:latin typeface="Arial" panose="020B0604020202020204" pitchFamily="34" charset="0"/>
                <a:ea typeface="Arial" panose="020B0604020202020204" pitchFamily="34" charset="0"/>
                <a:cs typeface="Arial" panose="020B0604020202020204" pitchFamily="34" charset="0"/>
              </a:rPr>
              <a:t>: Automated AZ balancing and enables flexible capacity management across multiple </a:t>
            </a:r>
            <a:r>
              <a:rPr lang="en-US" sz="1500" err="1">
                <a:latin typeface="Arial" panose="020B0604020202020204" pitchFamily="34" charset="0"/>
                <a:ea typeface="Arial" panose="020B0604020202020204" pitchFamily="34" charset="0"/>
                <a:cs typeface="Arial" panose="020B0604020202020204" pitchFamily="34" charset="0"/>
              </a:rPr>
              <a:t>Azs</a:t>
            </a:r>
            <a:r>
              <a:rPr lang="en-US" sz="1500">
                <a:latin typeface="Arial" panose="020B0604020202020204" pitchFamily="34" charset="0"/>
                <a:ea typeface="Arial" panose="020B0604020202020204" pitchFamily="34" charset="0"/>
                <a:cs typeface="Arial" panose="020B0604020202020204" pitchFamily="34" charset="0"/>
              </a:rPr>
              <a:t>.</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Observability and Monitoring</a:t>
            </a:r>
            <a:r>
              <a:rPr lang="en-US" sz="1500">
                <a:latin typeface="Arial" panose="020B0604020202020204" pitchFamily="34" charset="0"/>
                <a:ea typeface="Arial" panose="020B0604020202020204" pitchFamily="34" charset="0"/>
                <a:cs typeface="Arial" panose="020B0604020202020204" pitchFamily="34" charset="0"/>
              </a:rPr>
              <a:t>: Integrates with CloudWatch, and AWS tolls for monitoring and audit logging.</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Extensibility and Customization</a:t>
            </a:r>
            <a:r>
              <a:rPr lang="en-US" sz="1500">
                <a:latin typeface="Arial" panose="020B0604020202020204" pitchFamily="34" charset="0"/>
                <a:ea typeface="Arial" panose="020B0604020202020204" pitchFamily="34" charset="0"/>
                <a:cs typeface="Arial" panose="020B0604020202020204" pitchFamily="34" charset="0"/>
              </a:rPr>
              <a:t>: Allows flexible customization through provisioner specs to meet specific technical or compliance needs.</a:t>
            </a:r>
          </a:p>
          <a:p>
            <a:pPr>
              <a:lnSpc>
                <a:spcPct val="115000"/>
              </a:lnSpc>
            </a:pPr>
            <a:r>
              <a:rPr lang="en-US" sz="1500" b="1">
                <a:latin typeface="Arial" panose="020B0604020202020204" pitchFamily="34" charset="0"/>
                <a:ea typeface="Arial" panose="020B0604020202020204" pitchFamily="34" charset="0"/>
                <a:cs typeface="Arial" panose="020B0604020202020204" pitchFamily="34" charset="0"/>
              </a:rPr>
              <a:t>Environment Sustainability</a:t>
            </a:r>
            <a:r>
              <a:rPr lang="en-US" sz="1500">
                <a:latin typeface="Arial" panose="020B0604020202020204" pitchFamily="34" charset="0"/>
                <a:ea typeface="Arial" panose="020B0604020202020204" pitchFamily="34" charset="0"/>
                <a:cs typeface="Arial" panose="020B0604020202020204" pitchFamily="34" charset="0"/>
              </a:rPr>
              <a:t>: Reduces idle infrastructure and environment footprint by dynamically matching workload demands to resource provisioning.</a:t>
            </a:r>
          </a:p>
          <a:p>
            <a:pPr>
              <a:lnSpc>
                <a:spcPct val="115000"/>
              </a:lnSpc>
            </a:pPr>
            <a:endParaRPr lang="en-US" sz="1500">
              <a:latin typeface="Arial" panose="020B0604020202020204" pitchFamily="34" charset="0"/>
              <a:ea typeface="Arial" panose="020B0604020202020204" pitchFamily="34" charset="0"/>
              <a:cs typeface="Arial" panose="020B0604020202020204" pitchFamily="34" charset="0"/>
            </a:endParaRPr>
          </a:p>
        </p:txBody>
      </p:sp>
      <p:pic>
        <p:nvPicPr>
          <p:cNvPr id="2" name="Picture 1" descr="Graphical user interface&#10;&#10;Description automatically generated">
            <a:extLst>
              <a:ext uri="{FF2B5EF4-FFF2-40B4-BE49-F238E27FC236}">
                <a16:creationId xmlns:a16="http://schemas.microsoft.com/office/drawing/2014/main" id="{0A0D0C69-12EE-2E2E-AE06-7CB3FD7602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719268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BC5FA8-5647-B14C-5DF5-F35942617ACF}"/>
              </a:ext>
            </a:extLst>
          </p:cNvPr>
          <p:cNvSpPr>
            <a:spLocks noGrp="1"/>
          </p:cNvSpPr>
          <p:nvPr>
            <p:ph type="title"/>
          </p:nvPr>
        </p:nvSpPr>
        <p:spPr>
          <a:xfrm>
            <a:off x="2514640" y="1"/>
            <a:ext cx="7143071" cy="964095"/>
          </a:xfrm>
        </p:spPr>
        <p:txBody>
          <a:bodyPr>
            <a:normAutofit/>
          </a:bodyPr>
          <a:lstStyle/>
          <a:p>
            <a:r>
              <a:rPr lang="en-US" sz="2800" dirty="0"/>
              <a:t>Comparative Analysis of Karpenter vs. ASG using AWS Well-Architected Framework</a:t>
            </a:r>
          </a:p>
        </p:txBody>
      </p:sp>
      <p:graphicFrame>
        <p:nvGraphicFramePr>
          <p:cNvPr id="7" name="Table 6">
            <a:extLst>
              <a:ext uri="{FF2B5EF4-FFF2-40B4-BE49-F238E27FC236}">
                <a16:creationId xmlns:a16="http://schemas.microsoft.com/office/drawing/2014/main" id="{656FCCC1-4C88-753C-3E01-1EDAD5F01938}"/>
              </a:ext>
            </a:extLst>
          </p:cNvPr>
          <p:cNvGraphicFramePr>
            <a:graphicFrameLocks noGrp="1"/>
          </p:cNvGraphicFramePr>
          <p:nvPr>
            <p:extLst>
              <p:ext uri="{D42A27DB-BD31-4B8C-83A1-F6EECF244321}">
                <p14:modId xmlns:p14="http://schemas.microsoft.com/office/powerpoint/2010/main" val="2098434567"/>
              </p:ext>
            </p:extLst>
          </p:nvPr>
        </p:nvGraphicFramePr>
        <p:xfrm>
          <a:off x="1099407" y="1090483"/>
          <a:ext cx="9993186" cy="5198907"/>
        </p:xfrm>
        <a:graphic>
          <a:graphicData uri="http://schemas.openxmlformats.org/drawingml/2006/table">
            <a:tbl>
              <a:tblPr firstRow="1" bandRow="1">
                <a:tableStyleId>{5C22544A-7EE6-4342-B048-85BDC9FD1C3A}</a:tableStyleId>
              </a:tblPr>
              <a:tblGrid>
                <a:gridCol w="1735519">
                  <a:extLst>
                    <a:ext uri="{9D8B030D-6E8A-4147-A177-3AD203B41FA5}">
                      <a16:colId xmlns:a16="http://schemas.microsoft.com/office/drawing/2014/main" val="1196611166"/>
                    </a:ext>
                  </a:extLst>
                </a:gridCol>
                <a:gridCol w="2101793">
                  <a:extLst>
                    <a:ext uri="{9D8B030D-6E8A-4147-A177-3AD203B41FA5}">
                      <a16:colId xmlns:a16="http://schemas.microsoft.com/office/drawing/2014/main" val="2987302280"/>
                    </a:ext>
                  </a:extLst>
                </a:gridCol>
                <a:gridCol w="2749148">
                  <a:extLst>
                    <a:ext uri="{9D8B030D-6E8A-4147-A177-3AD203B41FA5}">
                      <a16:colId xmlns:a16="http://schemas.microsoft.com/office/drawing/2014/main" val="635034999"/>
                    </a:ext>
                  </a:extLst>
                </a:gridCol>
                <a:gridCol w="3406726">
                  <a:extLst>
                    <a:ext uri="{9D8B030D-6E8A-4147-A177-3AD203B41FA5}">
                      <a16:colId xmlns:a16="http://schemas.microsoft.com/office/drawing/2014/main" val="2904618155"/>
                    </a:ext>
                  </a:extLst>
                </a:gridCol>
              </a:tblGrid>
              <a:tr h="370840">
                <a:tc>
                  <a:txBody>
                    <a:bodyPr/>
                    <a:lstStyle/>
                    <a:p>
                      <a:r>
                        <a:rPr lang="en-US" sz="1600" dirty="0"/>
                        <a:t>AWS Well-Architected Framework</a:t>
                      </a:r>
                    </a:p>
                  </a:txBody>
                  <a:tcPr/>
                </a:tc>
                <a:tc>
                  <a:txBody>
                    <a:bodyPr/>
                    <a:lstStyle/>
                    <a:p>
                      <a:r>
                        <a:rPr lang="en-US" sz="1600" dirty="0"/>
                        <a:t>Functionality</a:t>
                      </a:r>
                    </a:p>
                  </a:txBody>
                  <a:tcPr/>
                </a:tc>
                <a:tc>
                  <a:txBody>
                    <a:bodyPr/>
                    <a:lstStyle/>
                    <a:p>
                      <a:r>
                        <a:rPr lang="en-US" sz="1600" dirty="0"/>
                        <a:t>Karpenter</a:t>
                      </a:r>
                    </a:p>
                  </a:txBody>
                  <a:tcPr/>
                </a:tc>
                <a:tc>
                  <a:txBody>
                    <a:bodyPr/>
                    <a:lstStyle/>
                    <a:p>
                      <a:r>
                        <a:rPr lang="en-US" sz="1600" dirty="0"/>
                        <a:t>EKS Cluster </a:t>
                      </a:r>
                      <a:r>
                        <a:rPr lang="en-US" sz="1600" dirty="0" err="1"/>
                        <a:t>Autoscaler</a:t>
                      </a:r>
                    </a:p>
                  </a:txBody>
                  <a:tcPr/>
                </a:tc>
                <a:extLst>
                  <a:ext uri="{0D108BD9-81ED-4DB2-BD59-A6C34878D82A}">
                    <a16:rowId xmlns:a16="http://schemas.microsoft.com/office/drawing/2014/main" val="712095377"/>
                  </a:ext>
                </a:extLst>
              </a:tr>
              <a:tr h="370840">
                <a:tc>
                  <a:txBody>
                    <a:bodyPr/>
                    <a:lstStyle/>
                    <a:p>
                      <a:pPr algn="l"/>
                      <a:endParaRPr lang="en-US" sz="1200" dirty="0"/>
                    </a:p>
                  </a:txBody>
                  <a:tcPr anchor="ctr"/>
                </a:tc>
                <a:tc>
                  <a:txBody>
                    <a:bodyPr/>
                    <a:lstStyle/>
                    <a:p>
                      <a:r>
                        <a:rPr lang="en-US" sz="1200" dirty="0"/>
                        <a:t>Brief Description</a:t>
                      </a:r>
                    </a:p>
                  </a:txBody>
                  <a:tcPr/>
                </a:tc>
                <a:tc>
                  <a:txBody>
                    <a:bodyPr/>
                    <a:lstStyle/>
                    <a:p>
                      <a:r>
                        <a:rPr lang="en-US" sz="1200" dirty="0"/>
                        <a:t>Open-source, workload-aware </a:t>
                      </a:r>
                      <a:r>
                        <a:rPr lang="en-US" sz="1200" dirty="0" err="1"/>
                        <a:t>autoscaler</a:t>
                      </a:r>
                      <a:r>
                        <a:rPr lang="en-US" sz="1200" dirty="0"/>
                        <a:t> that rapidly provisions optimal nodes based on workload needs. </a:t>
                      </a:r>
                    </a:p>
                  </a:txBody>
                  <a:tcPr/>
                </a:tc>
                <a:tc>
                  <a:txBody>
                    <a:bodyPr/>
                    <a:lstStyle/>
                    <a:p>
                      <a:r>
                        <a:rPr lang="en-US" sz="1200" dirty="0"/>
                        <a:t>Kubernetes autoscaling tool managing node groups and ASGs to scale clusters based on pod demand.</a:t>
                      </a:r>
                    </a:p>
                  </a:txBody>
                  <a:tcPr/>
                </a:tc>
                <a:extLst>
                  <a:ext uri="{0D108BD9-81ED-4DB2-BD59-A6C34878D82A}">
                    <a16:rowId xmlns:a16="http://schemas.microsoft.com/office/drawing/2014/main" val="870524036"/>
                  </a:ext>
                </a:extLst>
              </a:tr>
              <a:tr h="370840">
                <a:tc rowSpan="4">
                  <a:txBody>
                    <a:bodyPr/>
                    <a:lstStyle/>
                    <a:p>
                      <a:pPr algn="l"/>
                      <a:r>
                        <a:rPr lang="en-US" sz="1200" dirty="0"/>
                        <a:t>Operational Excellence</a:t>
                      </a:r>
                      <a:endParaRPr lang="en-US" sz="1200" kern="1200" dirty="0">
                        <a:solidFill>
                          <a:schemeClr val="dk1"/>
                        </a:solidFill>
                        <a:latin typeface="+mn-lt"/>
                        <a:ea typeface="+mn-ea"/>
                        <a:cs typeface="+mn-cs"/>
                      </a:endParaRPr>
                    </a:p>
                  </a:txBody>
                  <a:tcPr anchor="ctr"/>
                </a:tc>
                <a:tc>
                  <a:txBody>
                    <a:bodyPr/>
                    <a:lstStyle/>
                    <a:p>
                      <a:r>
                        <a:rPr lang="en-US" sz="1200" dirty="0"/>
                        <a:t>Provisioning Speed</a:t>
                      </a:r>
                    </a:p>
                  </a:txBody>
                  <a:tcPr/>
                </a:tc>
                <a:tc>
                  <a:txBody>
                    <a:bodyPr/>
                    <a:lstStyle/>
                    <a:p>
                      <a:r>
                        <a:rPr lang="en-US" sz="1200" dirty="0"/>
                        <a:t>✅ Very fast (seconds)</a:t>
                      </a:r>
                    </a:p>
                  </a:txBody>
                  <a:tcPr/>
                </a:tc>
                <a:tc>
                  <a:txBody>
                    <a:bodyPr/>
                    <a:lstStyle/>
                    <a:p>
                      <a:r>
                        <a:rPr lang="en-US" sz="1200" dirty="0"/>
                        <a:t>❌ Slow (minutes, AWS ASGs constraint) </a:t>
                      </a:r>
                    </a:p>
                  </a:txBody>
                  <a:tcPr/>
                </a:tc>
                <a:extLst>
                  <a:ext uri="{0D108BD9-81ED-4DB2-BD59-A6C34878D82A}">
                    <a16:rowId xmlns:a16="http://schemas.microsoft.com/office/drawing/2014/main" val="2190356121"/>
                  </a:ext>
                </a:extLst>
              </a:tr>
              <a:tr h="370840">
                <a:tc vMerge="1">
                  <a:txBody>
                    <a:bodyPr/>
                    <a:lstStyle/>
                    <a:p>
                      <a:endParaRPr/>
                    </a:p>
                  </a:txBody>
                  <a:tcPr/>
                </a:tc>
                <a:tc>
                  <a:txBody>
                    <a:bodyPr/>
                    <a:lstStyle/>
                    <a:p>
                      <a:r>
                        <a:rPr lang="en-US" sz="1200" kern="1200" dirty="0">
                          <a:solidFill>
                            <a:schemeClr val="dk1"/>
                          </a:solidFill>
                          <a:latin typeface="+mn-lt"/>
                          <a:ea typeface="+mn-ea"/>
                          <a:cs typeface="+mn-cs"/>
                        </a:rPr>
                        <a:t>Operational Simplicity</a:t>
                      </a:r>
                    </a:p>
                  </a:txBody>
                  <a:tcPr/>
                </a:tc>
                <a:tc>
                  <a:txBody>
                    <a:bodyPr/>
                    <a:lstStyle/>
                    <a:p>
                      <a:r>
                        <a:rPr lang="en-US" sz="1200" kern="1200" dirty="0">
                          <a:solidFill>
                            <a:schemeClr val="dk1"/>
                          </a:solidFill>
                          <a:latin typeface="+mn-lt"/>
                          <a:ea typeface="+mn-ea"/>
                          <a:cs typeface="+mn-cs"/>
                        </a:rPr>
                        <a:t>✅ High automation, minimal configuration </a:t>
                      </a:r>
                      <a:endParaRPr lang="en-US" sz="1200" dirty="0"/>
                    </a:p>
                  </a:txBody>
                  <a:tcPr/>
                </a:tc>
                <a:tc>
                  <a:txBody>
                    <a:bodyPr/>
                    <a:lstStyle/>
                    <a:p>
                      <a:r>
                        <a:rPr lang="en-US" sz="1200" kern="1200" dirty="0">
                          <a:solidFill>
                            <a:schemeClr val="dk1"/>
                          </a:solidFill>
                          <a:latin typeface="+mn-lt"/>
                          <a:ea typeface="+mn-ea"/>
                          <a:cs typeface="+mn-cs"/>
                        </a:rPr>
                        <a:t>❌ Manual operations required (ASGs, node groups)</a:t>
                      </a:r>
                      <a:endParaRPr lang="en-US" sz="1200" dirty="0"/>
                    </a:p>
                  </a:txBody>
                  <a:tcPr/>
                </a:tc>
                <a:extLst>
                  <a:ext uri="{0D108BD9-81ED-4DB2-BD59-A6C34878D82A}">
                    <a16:rowId xmlns:a16="http://schemas.microsoft.com/office/drawing/2014/main" val="3848858887"/>
                  </a:ext>
                </a:extLst>
              </a:tr>
              <a:tr h="370840">
                <a:tc vMerge="1">
                  <a:txBody>
                    <a:bodyPr/>
                    <a:lstStyle/>
                    <a:p>
                      <a:endParaRPr/>
                    </a:p>
                  </a:txBody>
                  <a:tcPr/>
                </a:tc>
                <a:tc>
                  <a:txBody>
                    <a:bodyPr/>
                    <a:lstStyle/>
                    <a:p>
                      <a:r>
                        <a:rPr lang="en-US" sz="1200" kern="1200" dirty="0">
                          <a:solidFill>
                            <a:schemeClr val="dk1"/>
                          </a:solidFill>
                          <a:latin typeface="+mn-lt"/>
                          <a:ea typeface="+mn-ea"/>
                          <a:cs typeface="+mn-cs"/>
                        </a:rPr>
                        <a:t>Lifecycle &amp; Maintenance</a:t>
                      </a:r>
                    </a:p>
                  </a:txBody>
                  <a:tcPr/>
                </a:tc>
                <a:tc>
                  <a:txBody>
                    <a:bodyPr/>
                    <a:lstStyle/>
                    <a:p>
                      <a:r>
                        <a:rPr lang="en-US" sz="1200" kern="1200" dirty="0">
                          <a:solidFill>
                            <a:schemeClr val="dk1"/>
                          </a:solidFill>
                          <a:latin typeface="+mn-lt"/>
                          <a:ea typeface="+mn-ea"/>
                          <a:cs typeface="+mn-cs"/>
                        </a:rPr>
                        <a:t>✅ Fully automated, low overhead </a:t>
                      </a:r>
                      <a:endParaRPr lang="en-US" sz="1200" dirty="0"/>
                    </a:p>
                  </a:txBody>
                  <a:tcPr/>
                </a:tc>
                <a:tc>
                  <a:txBody>
                    <a:bodyPr/>
                    <a:lstStyle/>
                    <a:p>
                      <a:r>
                        <a:rPr lang="en-US" sz="1200" kern="1200" dirty="0">
                          <a:solidFill>
                            <a:schemeClr val="dk1"/>
                          </a:solidFill>
                          <a:latin typeface="+mn-lt"/>
                          <a:ea typeface="+mn-ea"/>
                          <a:cs typeface="+mn-cs"/>
                        </a:rPr>
                        <a:t>❌ More manual effort (updates, upgrades to ASGs) </a:t>
                      </a:r>
                      <a:endParaRPr lang="en-US" sz="1200" dirty="0"/>
                    </a:p>
                  </a:txBody>
                  <a:tcPr/>
                </a:tc>
                <a:extLst>
                  <a:ext uri="{0D108BD9-81ED-4DB2-BD59-A6C34878D82A}">
                    <a16:rowId xmlns:a16="http://schemas.microsoft.com/office/drawing/2014/main" val="586961923"/>
                  </a:ext>
                </a:extLst>
              </a:tr>
              <a:tr h="370840">
                <a:tc vMerge="1">
                  <a:txBody>
                    <a:bodyPr/>
                    <a:lstStyle/>
                    <a:p>
                      <a:endParaRPr dirty="0"/>
                    </a:p>
                  </a:txBody>
                  <a:tcPr/>
                </a:tc>
                <a:tc>
                  <a:txBody>
                    <a:bodyPr/>
                    <a:lstStyle/>
                    <a:p>
                      <a:r>
                        <a:rPr lang="en-US" sz="1200" kern="1200" dirty="0">
                          <a:solidFill>
                            <a:schemeClr val="dk1"/>
                          </a:solidFill>
                          <a:latin typeface="+mn-lt"/>
                          <a:ea typeface="+mn-ea"/>
                          <a:cs typeface="+mn-cs"/>
                        </a:rPr>
                        <a:t>Integration Complexity</a:t>
                      </a:r>
                    </a:p>
                  </a:txBody>
                  <a:tcPr/>
                </a:tc>
                <a:tc>
                  <a:txBody>
                    <a:bodyPr/>
                    <a:lstStyle/>
                    <a:p>
                      <a:r>
                        <a:rPr lang="en-US" sz="1200" kern="1200" dirty="0">
                          <a:solidFill>
                            <a:schemeClr val="dk1"/>
                          </a:solidFill>
                          <a:latin typeface="+mn-lt"/>
                          <a:ea typeface="+mn-ea"/>
                          <a:cs typeface="+mn-cs"/>
                        </a:rPr>
                        <a:t>✅ Simple, Kubernetes-native </a:t>
                      </a:r>
                      <a:endParaRPr lang="en-US" sz="1200" dirty="0"/>
                    </a:p>
                  </a:txBody>
                  <a:tcPr/>
                </a:tc>
                <a:tc>
                  <a:txBody>
                    <a:bodyPr/>
                    <a:lstStyle/>
                    <a:p>
                      <a:r>
                        <a:rPr lang="en-US" sz="1200" kern="1200" dirty="0">
                          <a:solidFill>
                            <a:schemeClr val="dk1"/>
                          </a:solidFill>
                          <a:latin typeface="+mn-lt"/>
                          <a:ea typeface="+mn-ea"/>
                          <a:cs typeface="+mn-cs"/>
                        </a:rPr>
                        <a:t>❌ Moderate complexity (managing multiple ASGs)</a:t>
                      </a:r>
                      <a:endParaRPr lang="en-US" sz="1200" dirty="0"/>
                    </a:p>
                  </a:txBody>
                  <a:tcPr/>
                </a:tc>
                <a:extLst>
                  <a:ext uri="{0D108BD9-81ED-4DB2-BD59-A6C34878D82A}">
                    <a16:rowId xmlns:a16="http://schemas.microsoft.com/office/drawing/2014/main" val="4283240536"/>
                  </a:ext>
                </a:extLst>
              </a:tr>
              <a:tr h="370840">
                <a:tc rowSpan="2">
                  <a:txBody>
                    <a:bodyPr/>
                    <a:lstStyle/>
                    <a:p>
                      <a:pPr algn="l"/>
                      <a:r>
                        <a:rPr lang="en-US" sz="1200" dirty="0"/>
                        <a:t>Cost</a:t>
                      </a:r>
                      <a:r>
                        <a:rPr lang="en-US" sz="1200" kern="1200" dirty="0">
                          <a:solidFill>
                            <a:schemeClr val="dk1"/>
                          </a:solidFill>
                          <a:latin typeface="+mn-lt"/>
                          <a:ea typeface="+mn-ea"/>
                          <a:cs typeface="+mn-cs"/>
                        </a:rPr>
                        <a:t> Optimization</a:t>
                      </a:r>
                      <a:endParaRPr lang="en-US" sz="1200" dirty="0"/>
                    </a:p>
                  </a:txBody>
                  <a:tcPr anchor="ctr"/>
                </a:tc>
                <a:tc>
                  <a:txBody>
                    <a:bodyPr/>
                    <a:lstStyle/>
                    <a:p>
                      <a:r>
                        <a:rPr lang="en-US" sz="1200" kern="1200" dirty="0">
                          <a:solidFill>
                            <a:schemeClr val="dk1"/>
                          </a:solidFill>
                          <a:latin typeface="+mn-lt"/>
                          <a:ea typeface="+mn-ea"/>
                          <a:cs typeface="+mn-cs"/>
                        </a:rPr>
                        <a:t>Cost Efficiency</a:t>
                      </a:r>
                    </a:p>
                  </a:txBody>
                  <a:tcPr/>
                </a:tc>
                <a:tc>
                  <a:txBody>
                    <a:bodyPr/>
                    <a:lstStyle/>
                    <a:p>
                      <a:r>
                        <a:rPr lang="en-US" sz="1200" kern="1200" dirty="0">
                          <a:solidFill>
                            <a:schemeClr val="dk1"/>
                          </a:solidFill>
                          <a:latin typeface="+mn-lt"/>
                          <a:ea typeface="+mn-ea"/>
                          <a:cs typeface="+mn-cs"/>
                        </a:rPr>
                        <a:t>✅ High efficiency (right sizing, spot instances)</a:t>
                      </a:r>
                      <a:endParaRPr lang="en-US" sz="1200" dirty="0"/>
                    </a:p>
                  </a:txBody>
                  <a:tcPr/>
                </a:tc>
                <a:tc>
                  <a:txBody>
                    <a:bodyPr/>
                    <a:lstStyle/>
                    <a:p>
                      <a:r>
                        <a:rPr lang="en-US" sz="1200" kern="1200" dirty="0">
                          <a:solidFill>
                            <a:schemeClr val="dk1"/>
                          </a:solidFill>
                          <a:latin typeface="+mn-lt"/>
                          <a:ea typeface="+mn-ea"/>
                          <a:cs typeface="+mn-cs"/>
                        </a:rPr>
                        <a:t>❌ Low/medium efficiency; tends to over-provision </a:t>
                      </a:r>
                      <a:endParaRPr lang="en-US" sz="1200" dirty="0"/>
                    </a:p>
                  </a:txBody>
                  <a:tcPr/>
                </a:tc>
                <a:extLst>
                  <a:ext uri="{0D108BD9-81ED-4DB2-BD59-A6C34878D82A}">
                    <a16:rowId xmlns:a16="http://schemas.microsoft.com/office/drawing/2014/main" val="1407077961"/>
                  </a:ext>
                </a:extLst>
              </a:tr>
              <a:tr h="438947">
                <a:tc vMerge="1">
                  <a:txBody>
                    <a:bodyPr/>
                    <a:lstStyle/>
                    <a:p>
                      <a:endParaRPr dirty="0"/>
                    </a:p>
                  </a:txBody>
                  <a:tcPr/>
                </a:tc>
                <a:tc>
                  <a:txBody>
                    <a:bodyPr/>
                    <a:lstStyle/>
                    <a:p>
                      <a:r>
                        <a:rPr lang="en-US" sz="1200" kern="1200" dirty="0">
                          <a:solidFill>
                            <a:schemeClr val="dk1"/>
                          </a:solidFill>
                          <a:latin typeface="+mn-lt"/>
                          <a:ea typeface="+mn-ea"/>
                          <a:cs typeface="+mn-cs"/>
                        </a:rPr>
                        <a:t>Spot-instance Management</a:t>
                      </a:r>
                    </a:p>
                  </a:txBody>
                  <a:tcPr/>
                </a:tc>
                <a:tc>
                  <a:txBody>
                    <a:bodyPr/>
                    <a:lstStyle/>
                    <a:p>
                      <a:r>
                        <a:rPr lang="en-US" sz="1200" kern="1200" dirty="0">
                          <a:solidFill>
                            <a:schemeClr val="dk1"/>
                          </a:solidFill>
                          <a:effectLst/>
                          <a:latin typeface="+mn-lt"/>
                          <a:ea typeface="+mn-ea"/>
                          <a:cs typeface="+mn-cs"/>
                        </a:rPr>
                        <a:t>✅ Built-in, dynamic selection </a:t>
                      </a:r>
                      <a:endParaRPr lang="en-US" sz="1200" dirty="0"/>
                    </a:p>
                  </a:txBody>
                  <a:tcPr/>
                </a:tc>
                <a:tc>
                  <a:txBody>
                    <a:bodyPr/>
                    <a:lstStyle/>
                    <a:p>
                      <a:r>
                        <a:rPr lang="en-US" sz="1200" kern="1200" dirty="0">
                          <a:solidFill>
                            <a:schemeClr val="dk1"/>
                          </a:solidFill>
                          <a:effectLst/>
                          <a:latin typeface="+mn-lt"/>
                          <a:ea typeface="+mn-ea"/>
                          <a:cs typeface="+mn-cs"/>
                        </a:rPr>
                        <a:t>❌ Limited; requires separate ASGs</a:t>
                      </a:r>
                      <a:endParaRPr lang="en-US" sz="1200" dirty="0"/>
                    </a:p>
                  </a:txBody>
                  <a:tcPr/>
                </a:tc>
                <a:extLst>
                  <a:ext uri="{0D108BD9-81ED-4DB2-BD59-A6C34878D82A}">
                    <a16:rowId xmlns:a16="http://schemas.microsoft.com/office/drawing/2014/main" val="1048487189"/>
                  </a:ext>
                </a:extLst>
              </a:tr>
              <a:tr h="370840">
                <a:tc rowSpan="2">
                  <a:txBody>
                    <a:bodyPr/>
                    <a:lstStyle/>
                    <a:p>
                      <a:pPr algn="l"/>
                      <a:r>
                        <a:rPr lang="en-US" sz="1200" kern="1200" dirty="0">
                          <a:solidFill>
                            <a:schemeClr val="dk1"/>
                          </a:solidFill>
                          <a:latin typeface="+mn-lt"/>
                          <a:ea typeface="+mn-ea"/>
                          <a:cs typeface="+mn-cs"/>
                        </a:rPr>
                        <a:t>Performance Efficiency</a:t>
                      </a:r>
                    </a:p>
                  </a:txBody>
                  <a:tcPr anchor="ctr"/>
                </a:tc>
                <a:tc>
                  <a:txBody>
                    <a:bodyPr/>
                    <a:lstStyle/>
                    <a:p>
                      <a:r>
                        <a:rPr lang="en-US" sz="1200" kern="1200" dirty="0">
                          <a:solidFill>
                            <a:schemeClr val="dk1"/>
                          </a:solidFill>
                          <a:latin typeface="+mn-lt"/>
                          <a:ea typeface="+mn-ea"/>
                          <a:cs typeface="+mn-cs"/>
                        </a:rPr>
                        <a:t>Availability Zone Balancing</a:t>
                      </a:r>
                    </a:p>
                  </a:txBody>
                  <a:tcPr/>
                </a:tc>
                <a:tc>
                  <a:txBody>
                    <a:bodyPr/>
                    <a:lstStyle/>
                    <a:p>
                      <a:r>
                        <a:rPr lang="en-US" sz="1200" kern="1200" dirty="0">
                          <a:solidFill>
                            <a:schemeClr val="dk1"/>
                          </a:solidFill>
                          <a:latin typeface="+mn-lt"/>
                          <a:ea typeface="+mn-ea"/>
                          <a:cs typeface="+mn-cs"/>
                        </a:rPr>
                        <a:t>✅ Automatic balancing across AZs </a:t>
                      </a:r>
                      <a:endParaRPr lang="en-US" sz="1200" dirty="0"/>
                    </a:p>
                  </a:txBody>
                  <a:tcPr/>
                </a:tc>
                <a:tc>
                  <a:txBody>
                    <a:bodyPr/>
                    <a:lstStyle/>
                    <a:p>
                      <a:r>
                        <a:rPr lang="en-US" sz="1200" kern="1200" dirty="0">
                          <a:solidFill>
                            <a:schemeClr val="dk1"/>
                          </a:solidFill>
                          <a:latin typeface="+mn-lt"/>
                          <a:ea typeface="+mn-ea"/>
                          <a:cs typeface="+mn-cs"/>
                        </a:rPr>
                        <a:t>❌ Limited (requires manual ASG/AZ management) </a:t>
                      </a:r>
                      <a:endParaRPr lang="en-US" sz="1200" dirty="0"/>
                    </a:p>
                  </a:txBody>
                  <a:tcPr/>
                </a:tc>
                <a:extLst>
                  <a:ext uri="{0D108BD9-81ED-4DB2-BD59-A6C34878D82A}">
                    <a16:rowId xmlns:a16="http://schemas.microsoft.com/office/drawing/2014/main" val="3460768774"/>
                  </a:ext>
                </a:extLst>
              </a:tr>
              <a:tr h="370840">
                <a:tc vMerge="1">
                  <a:txBody>
                    <a:bodyPr/>
                    <a:lstStyle/>
                    <a:p>
                      <a:endParaRPr dirty="0"/>
                    </a:p>
                  </a:txBody>
                  <a:tcPr/>
                </a:tc>
                <a:tc>
                  <a:txBody>
                    <a:bodyPr/>
                    <a:lstStyle/>
                    <a:p>
                      <a:r>
                        <a:rPr lang="en-US" sz="1200" kern="1200" dirty="0">
                          <a:solidFill>
                            <a:schemeClr val="dk1"/>
                          </a:solidFill>
                          <a:latin typeface="+mn-lt"/>
                          <a:ea typeface="+mn-ea"/>
                          <a:cs typeface="+mn-cs"/>
                        </a:rPr>
                        <a:t>Scaling Accuracy</a:t>
                      </a:r>
                    </a:p>
                  </a:txBody>
                  <a:tcPr/>
                </a:tc>
                <a:tc>
                  <a:txBody>
                    <a:bodyPr/>
                    <a:lstStyle/>
                    <a:p>
                      <a:r>
                        <a:rPr lang="en-US" sz="1200" kern="1200" dirty="0">
                          <a:solidFill>
                            <a:schemeClr val="dk1"/>
                          </a:solidFill>
                          <a:latin typeface="+mn-lt"/>
                          <a:ea typeface="+mn-ea"/>
                          <a:cs typeface="+mn-cs"/>
                        </a:rPr>
                        <a:t>✅ Precise sizing according to workloads </a:t>
                      </a:r>
                      <a:endParaRPr lang="en-US" sz="1200" dirty="0"/>
                    </a:p>
                  </a:txBody>
                  <a:tcPr/>
                </a:tc>
                <a:tc>
                  <a:txBody>
                    <a:bodyPr/>
                    <a:lstStyle/>
                    <a:p>
                      <a:r>
                        <a:rPr lang="en-US" sz="1200" kern="1200" dirty="0">
                          <a:solidFill>
                            <a:schemeClr val="dk1"/>
                          </a:solidFill>
                          <a:latin typeface="+mn-lt"/>
                          <a:ea typeface="+mn-ea"/>
                          <a:cs typeface="+mn-cs"/>
                        </a:rPr>
                        <a:t>❌ Approximate (fixed instance types per ASG)</a:t>
                      </a:r>
                      <a:endParaRPr lang="en-US" sz="1200" dirty="0"/>
                    </a:p>
                  </a:txBody>
                  <a:tcPr/>
                </a:tc>
                <a:extLst>
                  <a:ext uri="{0D108BD9-81ED-4DB2-BD59-A6C34878D82A}">
                    <a16:rowId xmlns:a16="http://schemas.microsoft.com/office/drawing/2014/main" val="2698919583"/>
                  </a:ext>
                </a:extLst>
              </a:tr>
            </a:tbl>
          </a:graphicData>
        </a:graphic>
      </p:graphicFrame>
      <p:pic>
        <p:nvPicPr>
          <p:cNvPr id="8" name="Picture 7" descr="Graphical user interface&#10;&#10;Description automatically generated">
            <a:extLst>
              <a:ext uri="{FF2B5EF4-FFF2-40B4-BE49-F238E27FC236}">
                <a16:creationId xmlns:a16="http://schemas.microsoft.com/office/drawing/2014/main" id="{C70CCD8A-D20B-FE8B-312E-BEC905F2A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5446" y="6415777"/>
            <a:ext cx="2338388" cy="420209"/>
          </a:xfrm>
          <a:prstGeom prst="rect">
            <a:avLst/>
          </a:prstGeom>
        </p:spPr>
      </p:pic>
    </p:spTree>
    <p:extLst>
      <p:ext uri="{BB962C8B-B14F-4D97-AF65-F5344CB8AC3E}">
        <p14:creationId xmlns:p14="http://schemas.microsoft.com/office/powerpoint/2010/main" val="291172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56FCCC1-4C88-753C-3E01-1EDAD5F01938}"/>
              </a:ext>
            </a:extLst>
          </p:cNvPr>
          <p:cNvGraphicFramePr>
            <a:graphicFrameLocks noGrp="1"/>
          </p:cNvGraphicFramePr>
          <p:nvPr>
            <p:extLst>
              <p:ext uri="{D42A27DB-BD31-4B8C-83A1-F6EECF244321}">
                <p14:modId xmlns:p14="http://schemas.microsoft.com/office/powerpoint/2010/main" val="2519150039"/>
              </p:ext>
            </p:extLst>
          </p:nvPr>
        </p:nvGraphicFramePr>
        <p:xfrm>
          <a:off x="1099407" y="1345899"/>
          <a:ext cx="9993186" cy="3931920"/>
        </p:xfrm>
        <a:graphic>
          <a:graphicData uri="http://schemas.openxmlformats.org/drawingml/2006/table">
            <a:tbl>
              <a:tblPr firstRow="1" bandRow="1">
                <a:tableStyleId>{5C22544A-7EE6-4342-B048-85BDC9FD1C3A}</a:tableStyleId>
              </a:tblPr>
              <a:tblGrid>
                <a:gridCol w="1735519">
                  <a:extLst>
                    <a:ext uri="{9D8B030D-6E8A-4147-A177-3AD203B41FA5}">
                      <a16:colId xmlns:a16="http://schemas.microsoft.com/office/drawing/2014/main" val="1196611166"/>
                    </a:ext>
                  </a:extLst>
                </a:gridCol>
                <a:gridCol w="2101793">
                  <a:extLst>
                    <a:ext uri="{9D8B030D-6E8A-4147-A177-3AD203B41FA5}">
                      <a16:colId xmlns:a16="http://schemas.microsoft.com/office/drawing/2014/main" val="2987302280"/>
                    </a:ext>
                  </a:extLst>
                </a:gridCol>
                <a:gridCol w="2749148">
                  <a:extLst>
                    <a:ext uri="{9D8B030D-6E8A-4147-A177-3AD203B41FA5}">
                      <a16:colId xmlns:a16="http://schemas.microsoft.com/office/drawing/2014/main" val="635034999"/>
                    </a:ext>
                  </a:extLst>
                </a:gridCol>
                <a:gridCol w="3406726">
                  <a:extLst>
                    <a:ext uri="{9D8B030D-6E8A-4147-A177-3AD203B41FA5}">
                      <a16:colId xmlns:a16="http://schemas.microsoft.com/office/drawing/2014/main" val="2904618155"/>
                    </a:ext>
                  </a:extLst>
                </a:gridCol>
              </a:tblGrid>
              <a:tr h="370840">
                <a:tc>
                  <a:txBody>
                    <a:bodyPr/>
                    <a:lstStyle/>
                    <a:p>
                      <a:r>
                        <a:rPr lang="en-US" sz="1600" dirty="0"/>
                        <a:t>AWS Well-Architected Framework</a:t>
                      </a:r>
                    </a:p>
                  </a:txBody>
                  <a:tcPr/>
                </a:tc>
                <a:tc>
                  <a:txBody>
                    <a:bodyPr/>
                    <a:lstStyle/>
                    <a:p>
                      <a:r>
                        <a:rPr lang="en-US" sz="1600" dirty="0"/>
                        <a:t>Functionality</a:t>
                      </a:r>
                    </a:p>
                  </a:txBody>
                  <a:tcPr/>
                </a:tc>
                <a:tc>
                  <a:txBody>
                    <a:bodyPr/>
                    <a:lstStyle/>
                    <a:p>
                      <a:r>
                        <a:rPr lang="en-US" sz="1600" dirty="0"/>
                        <a:t>Karpenter</a:t>
                      </a:r>
                    </a:p>
                  </a:txBody>
                  <a:tcPr/>
                </a:tc>
                <a:tc>
                  <a:txBody>
                    <a:bodyPr/>
                    <a:lstStyle/>
                    <a:p>
                      <a:r>
                        <a:rPr lang="en-US" sz="1600" dirty="0"/>
                        <a:t>EKS Cluster </a:t>
                      </a:r>
                      <a:r>
                        <a:rPr lang="en-US" sz="1600" dirty="0" err="1"/>
                        <a:t>Autoscaler</a:t>
                      </a:r>
                      <a:endParaRPr lang="en-US" sz="1600" dirty="0"/>
                    </a:p>
                  </a:txBody>
                  <a:tcPr/>
                </a:tc>
                <a:extLst>
                  <a:ext uri="{0D108BD9-81ED-4DB2-BD59-A6C34878D82A}">
                    <a16:rowId xmlns:a16="http://schemas.microsoft.com/office/drawing/2014/main" val="712095377"/>
                  </a:ext>
                </a:extLst>
              </a:tr>
              <a:tr h="370840">
                <a:tc>
                  <a:txBody>
                    <a:bodyPr/>
                    <a:lstStyle/>
                    <a:p>
                      <a:pPr algn="l"/>
                      <a:endParaRPr lang="en-US" sz="1200" dirty="0"/>
                    </a:p>
                  </a:txBody>
                  <a:tcPr anchor="ctr"/>
                </a:tc>
                <a:tc>
                  <a:txBody>
                    <a:bodyPr/>
                    <a:lstStyle/>
                    <a:p>
                      <a:r>
                        <a:rPr lang="en-US" sz="1200" dirty="0"/>
                        <a:t>Brief Description</a:t>
                      </a:r>
                    </a:p>
                  </a:txBody>
                  <a:tcPr/>
                </a:tc>
                <a:tc>
                  <a:txBody>
                    <a:bodyPr/>
                    <a:lstStyle/>
                    <a:p>
                      <a:r>
                        <a:rPr lang="en-US" sz="1200" dirty="0"/>
                        <a:t>Open-source, workload-aware </a:t>
                      </a:r>
                      <a:r>
                        <a:rPr lang="en-US" sz="1200" dirty="0" err="1"/>
                        <a:t>autoscaler</a:t>
                      </a:r>
                      <a:r>
                        <a:rPr lang="en-US" sz="1200" dirty="0"/>
                        <a:t> that rapidly provisions optimal nodes based on workload needs. </a:t>
                      </a:r>
                    </a:p>
                  </a:txBody>
                  <a:tcPr/>
                </a:tc>
                <a:tc>
                  <a:txBody>
                    <a:bodyPr/>
                    <a:lstStyle/>
                    <a:p>
                      <a:r>
                        <a:rPr lang="en-US" sz="1200" dirty="0"/>
                        <a:t>Kubernetes autoscaling tool managing node groups and ASGs to scale clusters based on pod demand.</a:t>
                      </a:r>
                    </a:p>
                  </a:txBody>
                  <a:tcPr/>
                </a:tc>
                <a:extLst>
                  <a:ext uri="{0D108BD9-81ED-4DB2-BD59-A6C34878D82A}">
                    <a16:rowId xmlns:a16="http://schemas.microsoft.com/office/drawing/2014/main" val="870524036"/>
                  </a:ext>
                </a:extLst>
              </a:tr>
              <a:tr h="0">
                <a:tc rowSpan="2">
                  <a:txBody>
                    <a:bodyPr/>
                    <a:lstStyle/>
                    <a:p>
                      <a:pPr algn="l"/>
                      <a:r>
                        <a:rPr lang="en-US" sz="1200" kern="1200" dirty="0">
                          <a:solidFill>
                            <a:schemeClr val="dk1"/>
                          </a:solidFill>
                          <a:latin typeface="+mn-lt"/>
                          <a:ea typeface="+mn-ea"/>
                          <a:cs typeface="+mn-cs"/>
                        </a:rPr>
                        <a:t>Reliability (Resilience &amp; Stability)</a:t>
                      </a:r>
                    </a:p>
                  </a:txBody>
                  <a:tcPr anchor="ctr"/>
                </a:tc>
                <a:tc>
                  <a:txBody>
                    <a:bodyPr/>
                    <a:lstStyle/>
                    <a:p>
                      <a:r>
                        <a:rPr lang="en-US" sz="1200" kern="1200" dirty="0">
                          <a:solidFill>
                            <a:schemeClr val="dk1"/>
                          </a:solidFill>
                          <a:latin typeface="+mn-lt"/>
                          <a:ea typeface="+mn-ea"/>
                          <a:cs typeface="+mn-cs"/>
                        </a:rPr>
                        <a:t>Community &amp; AWS Support</a:t>
                      </a:r>
                    </a:p>
                  </a:txBody>
                  <a:tcPr/>
                </a:tc>
                <a:tc>
                  <a:txBody>
                    <a:bodyPr/>
                    <a:lstStyle/>
                    <a:p>
                      <a:r>
                        <a:rPr lang="en-US" sz="1200" kern="1200" dirty="0">
                          <a:solidFill>
                            <a:schemeClr val="dk1"/>
                          </a:solidFill>
                          <a:latin typeface="+mn-lt"/>
                          <a:ea typeface="+mn-ea"/>
                          <a:cs typeface="+mn-cs"/>
                        </a:rPr>
                        <a:t>✅ Strong AWS backing, growing community </a:t>
                      </a:r>
                    </a:p>
                  </a:txBody>
                  <a:tcPr/>
                </a:tc>
                <a:tc>
                  <a:txBody>
                    <a:bodyPr/>
                    <a:lstStyle/>
                    <a:p>
                      <a:r>
                        <a:rPr lang="en-US" sz="1200" kern="1200" dirty="0">
                          <a:solidFill>
                            <a:schemeClr val="dk1"/>
                          </a:solidFill>
                          <a:latin typeface="+mn-lt"/>
                          <a:ea typeface="+mn-ea"/>
                          <a:cs typeface="+mn-cs"/>
                        </a:rPr>
                        <a:t>✅ Mature community support </a:t>
                      </a:r>
                    </a:p>
                  </a:txBody>
                  <a:tcPr/>
                </a:tc>
                <a:extLst>
                  <a:ext uri="{0D108BD9-81ED-4DB2-BD59-A6C34878D82A}">
                    <a16:rowId xmlns:a16="http://schemas.microsoft.com/office/drawing/2014/main" val="3978632801"/>
                  </a:ext>
                </a:extLst>
              </a:tr>
              <a:tr h="370840">
                <a:tc vMerge="1">
                  <a:txBody>
                    <a:bodyPr/>
                    <a:lstStyle/>
                    <a:p>
                      <a:endParaRPr dirty="0"/>
                    </a:p>
                  </a:txBody>
                  <a:tcPr/>
                </a:tc>
                <a:tc>
                  <a:txBody>
                    <a:bodyPr/>
                    <a:lstStyle/>
                    <a:p>
                      <a:r>
                        <a:rPr lang="en-US" sz="1200" kern="1200" dirty="0">
                          <a:solidFill>
                            <a:schemeClr val="dk1"/>
                          </a:solidFill>
                          <a:latin typeface="+mn-lt"/>
                          <a:ea typeface="+mn-ea"/>
                          <a:cs typeface="+mn-cs"/>
                        </a:rPr>
                        <a:t>Production Readiness</a:t>
                      </a:r>
                    </a:p>
                  </a:txBody>
                  <a:tcPr/>
                </a:tc>
                <a:tc>
                  <a:txBody>
                    <a:bodyPr/>
                    <a:lstStyle/>
                    <a:p>
                      <a:r>
                        <a:rPr lang="en-US" sz="1200" kern="1200" dirty="0">
                          <a:solidFill>
                            <a:schemeClr val="dk1"/>
                          </a:solidFill>
                          <a:latin typeface="+mn-lt"/>
                          <a:ea typeface="+mn-ea"/>
                          <a:cs typeface="+mn-cs"/>
                        </a:rPr>
                        <a:t>✅ Fully production ready, AWS recommended </a:t>
                      </a:r>
                    </a:p>
                  </a:txBody>
                  <a:tcPr/>
                </a:tc>
                <a:tc>
                  <a:txBody>
                    <a:bodyPr/>
                    <a:lstStyle/>
                    <a:p>
                      <a:r>
                        <a:rPr lang="en-US" sz="1200" kern="1200" dirty="0">
                          <a:solidFill>
                            <a:schemeClr val="dk1"/>
                          </a:solidFill>
                          <a:latin typeface="+mn-lt"/>
                          <a:ea typeface="+mn-ea"/>
                          <a:cs typeface="+mn-cs"/>
                        </a:rPr>
                        <a:t>✅ Widely used, fully production ready </a:t>
                      </a:r>
                    </a:p>
                  </a:txBody>
                  <a:tcPr/>
                </a:tc>
                <a:extLst>
                  <a:ext uri="{0D108BD9-81ED-4DB2-BD59-A6C34878D82A}">
                    <a16:rowId xmlns:a16="http://schemas.microsoft.com/office/drawing/2014/main" val="323425181"/>
                  </a:ext>
                </a:extLst>
              </a:tr>
              <a:tr h="370840">
                <a:tc>
                  <a:txBody>
                    <a:bodyPr/>
                    <a:lstStyle/>
                    <a:p>
                      <a:pPr algn="l"/>
                      <a:r>
                        <a:rPr lang="en-US" sz="1200" kern="1200" dirty="0">
                          <a:solidFill>
                            <a:schemeClr val="dk1"/>
                          </a:solidFill>
                          <a:latin typeface="+mn-lt"/>
                          <a:ea typeface="+mn-ea"/>
                          <a:cs typeface="+mn-cs"/>
                        </a:rPr>
                        <a:t>Observability &amp; Transparency</a:t>
                      </a:r>
                    </a:p>
                  </a:txBody>
                  <a:tcPr anchor="ctr"/>
                </a:tc>
                <a:tc>
                  <a:txBody>
                    <a:bodyPr/>
                    <a:lstStyle/>
                    <a:p>
                      <a:r>
                        <a:rPr lang="en-US" sz="1200" kern="1200" dirty="0">
                          <a:solidFill>
                            <a:schemeClr val="dk1"/>
                          </a:solidFill>
                          <a:latin typeface="+mn-lt"/>
                          <a:ea typeface="+mn-ea"/>
                          <a:cs typeface="+mn-cs"/>
                        </a:rPr>
                        <a:t>Transparency &amp; Observability</a:t>
                      </a:r>
                    </a:p>
                  </a:txBody>
                  <a:tcPr/>
                </a:tc>
                <a:tc>
                  <a:txBody>
                    <a:bodyPr/>
                    <a:lstStyle/>
                    <a:p>
                      <a:r>
                        <a:rPr lang="en-US" sz="1200" kern="1200" dirty="0">
                          <a:solidFill>
                            <a:schemeClr val="dk1"/>
                          </a:solidFill>
                          <a:latin typeface="+mn-lt"/>
                          <a:ea typeface="+mn-ea"/>
                          <a:cs typeface="+mn-cs"/>
                        </a:rPr>
                        <a:t>✅ Integrated AWS observability &amp; metrics </a:t>
                      </a:r>
                    </a:p>
                  </a:txBody>
                  <a:tcPr/>
                </a:tc>
                <a:tc>
                  <a:txBody>
                    <a:bodyPr/>
                    <a:lstStyle/>
                    <a:p>
                      <a:r>
                        <a:rPr lang="en-US" sz="1200" kern="1200" dirty="0">
                          <a:solidFill>
                            <a:schemeClr val="dk1"/>
                          </a:solidFill>
                          <a:latin typeface="+mn-lt"/>
                          <a:ea typeface="+mn-ea"/>
                          <a:cs typeface="+mn-cs"/>
                        </a:rPr>
                        <a:t>✅ Good observability via AWS &amp; community tools </a:t>
                      </a:r>
                    </a:p>
                  </a:txBody>
                  <a:tcPr/>
                </a:tc>
                <a:extLst>
                  <a:ext uri="{0D108BD9-81ED-4DB2-BD59-A6C34878D82A}">
                    <a16:rowId xmlns:a16="http://schemas.microsoft.com/office/drawing/2014/main" val="1453649912"/>
                  </a:ext>
                </a:extLst>
              </a:tr>
              <a:tr h="370840">
                <a:tc rowSpan="2">
                  <a:txBody>
                    <a:bodyPr/>
                    <a:lstStyle/>
                    <a:p>
                      <a:pPr algn="l"/>
                      <a:r>
                        <a:rPr lang="en-US" sz="1200" kern="1200" dirty="0">
                          <a:solidFill>
                            <a:schemeClr val="dk1"/>
                          </a:solidFill>
                          <a:latin typeface="+mn-lt"/>
                          <a:ea typeface="+mn-ea"/>
                          <a:cs typeface="+mn-cs"/>
                        </a:rPr>
                        <a:t>Security &amp; Governance</a:t>
                      </a:r>
                    </a:p>
                  </a:txBody>
                  <a:tcPr anchor="ctr"/>
                </a:tc>
                <a:tc>
                  <a:txBody>
                    <a:bodyPr/>
                    <a:lstStyle/>
                    <a:p>
                      <a:r>
                        <a:rPr lang="en-US" sz="1200" kern="1200" dirty="0">
                          <a:solidFill>
                            <a:schemeClr val="dk1"/>
                          </a:solidFill>
                          <a:latin typeface="+mn-lt"/>
                          <a:ea typeface="+mn-ea"/>
                          <a:cs typeface="+mn-cs"/>
                        </a:rPr>
                        <a:t>Governance &amp; constraint flexibility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 High flexibility &amp; fine-grained controls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 Limited governance via static ASG/node groups</a:t>
                      </a:r>
                      <a:endParaRPr lang="en-US" sz="1200" dirty="0"/>
                    </a:p>
                  </a:txBody>
                  <a:tcPr/>
                </a:tc>
                <a:extLst>
                  <a:ext uri="{0D108BD9-81ED-4DB2-BD59-A6C34878D82A}">
                    <a16:rowId xmlns:a16="http://schemas.microsoft.com/office/drawing/2014/main" val="2664107986"/>
                  </a:ext>
                </a:extLst>
              </a:tr>
              <a:tr h="370840">
                <a:tc vMerge="1">
                  <a:txBody>
                    <a:bodyPr/>
                    <a:lstStyle/>
                    <a:p>
                      <a:endParaRPr dirty="0"/>
                    </a:p>
                  </a:txBody>
                  <a:tcPr/>
                </a:tc>
                <a:tc>
                  <a:txBody>
                    <a:bodyPr/>
                    <a:lstStyle/>
                    <a:p>
                      <a:r>
                        <a:rPr lang="en-US" sz="1200" kern="1200" dirty="0">
                          <a:solidFill>
                            <a:schemeClr val="dk1"/>
                          </a:solidFill>
                          <a:latin typeface="+mn-lt"/>
                          <a:ea typeface="+mn-ea"/>
                          <a:cs typeface="+mn-cs"/>
                        </a:rPr>
                        <a:t>Node Customization Security (AMIs)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 Flexible AMI launch template customization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 Limited to predefined ASG/launch template</a:t>
                      </a:r>
                      <a:endParaRPr lang="en-US" sz="1200" dirty="0"/>
                    </a:p>
                  </a:txBody>
                  <a:tcPr/>
                </a:tc>
                <a:extLst>
                  <a:ext uri="{0D108BD9-81ED-4DB2-BD59-A6C34878D82A}">
                    <a16:rowId xmlns:a16="http://schemas.microsoft.com/office/drawing/2014/main" val="424309360"/>
                  </a:ext>
                </a:extLst>
              </a:tr>
            </a:tbl>
          </a:graphicData>
        </a:graphic>
      </p:graphicFrame>
      <p:pic>
        <p:nvPicPr>
          <p:cNvPr id="8" name="Picture 7" descr="Graphical user interface&#10;&#10;Description automatically generated">
            <a:extLst>
              <a:ext uri="{FF2B5EF4-FFF2-40B4-BE49-F238E27FC236}">
                <a16:creationId xmlns:a16="http://schemas.microsoft.com/office/drawing/2014/main" id="{C70CCD8A-D20B-FE8B-312E-BEC905F2A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5446" y="6437791"/>
            <a:ext cx="2338388" cy="420209"/>
          </a:xfrm>
          <a:prstGeom prst="rect">
            <a:avLst/>
          </a:prstGeom>
        </p:spPr>
      </p:pic>
      <p:sp>
        <p:nvSpPr>
          <p:cNvPr id="4" name="Title 2">
            <a:extLst>
              <a:ext uri="{FF2B5EF4-FFF2-40B4-BE49-F238E27FC236}">
                <a16:creationId xmlns:a16="http://schemas.microsoft.com/office/drawing/2014/main" id="{29CA0572-C666-20C6-8A12-D6EE94BC4BAE}"/>
              </a:ext>
            </a:extLst>
          </p:cNvPr>
          <p:cNvSpPr>
            <a:spLocks noGrp="1"/>
          </p:cNvSpPr>
          <p:nvPr>
            <p:ph type="title"/>
          </p:nvPr>
        </p:nvSpPr>
        <p:spPr>
          <a:xfrm>
            <a:off x="2514640" y="1"/>
            <a:ext cx="7143071" cy="964095"/>
          </a:xfrm>
        </p:spPr>
        <p:txBody>
          <a:bodyPr>
            <a:normAutofit/>
          </a:bodyPr>
          <a:lstStyle/>
          <a:p>
            <a:r>
              <a:rPr lang="en-US" sz="2800" dirty="0"/>
              <a:t>Comparative Analysis of Karpenter vs. ASG using AWS Well-Architected Framework</a:t>
            </a:r>
          </a:p>
        </p:txBody>
      </p:sp>
    </p:spTree>
    <p:extLst>
      <p:ext uri="{BB962C8B-B14F-4D97-AF65-F5344CB8AC3E}">
        <p14:creationId xmlns:p14="http://schemas.microsoft.com/office/powerpoint/2010/main" val="282995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10;&#10;Description automatically generated">
            <a:extLst>
              <a:ext uri="{FF2B5EF4-FFF2-40B4-BE49-F238E27FC236}">
                <a16:creationId xmlns:a16="http://schemas.microsoft.com/office/drawing/2014/main" id="{3D6481CF-15FB-E87A-7FEC-39E778991F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
        <p:nvSpPr>
          <p:cNvPr id="4" name="Title 2">
            <a:extLst>
              <a:ext uri="{FF2B5EF4-FFF2-40B4-BE49-F238E27FC236}">
                <a16:creationId xmlns:a16="http://schemas.microsoft.com/office/drawing/2014/main" id="{20ABB9E9-9B0D-134C-4116-887D01F91859}"/>
              </a:ext>
            </a:extLst>
          </p:cNvPr>
          <p:cNvSpPr txBox="1">
            <a:spLocks/>
          </p:cNvSpPr>
          <p:nvPr/>
        </p:nvSpPr>
        <p:spPr>
          <a:xfrm>
            <a:off x="1224044" y="56470"/>
            <a:ext cx="10257439" cy="8817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chemeClr val="accent1"/>
                </a:solidFill>
              </a:rPr>
              <a:t>Scheduling and consolidating resources</a:t>
            </a:r>
          </a:p>
        </p:txBody>
      </p:sp>
      <p:pic>
        <p:nvPicPr>
          <p:cNvPr id="9" name="Picture 8" descr="A diagram of a computer&#10;&#10;AI-generated content may be incorrect.">
            <a:extLst>
              <a:ext uri="{FF2B5EF4-FFF2-40B4-BE49-F238E27FC236}">
                <a16:creationId xmlns:a16="http://schemas.microsoft.com/office/drawing/2014/main" id="{18B2983F-1CD6-358D-3EBB-9F433A8E36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523" y="769721"/>
            <a:ext cx="8104954" cy="5318558"/>
          </a:xfrm>
          <a:prstGeom prst="rect">
            <a:avLst/>
          </a:prstGeom>
        </p:spPr>
      </p:pic>
    </p:spTree>
    <p:extLst>
      <p:ext uri="{BB962C8B-B14F-4D97-AF65-F5344CB8AC3E}">
        <p14:creationId xmlns:p14="http://schemas.microsoft.com/office/powerpoint/2010/main" val="3357680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D03F57-FA26-A2F9-BCA8-C2B6BDA2E386}"/>
              </a:ext>
            </a:extLst>
          </p:cNvPr>
          <p:cNvSpPr txBox="1"/>
          <p:nvPr/>
        </p:nvSpPr>
        <p:spPr>
          <a:xfrm>
            <a:off x="528065" y="1180618"/>
            <a:ext cx="9715269" cy="615553"/>
          </a:xfrm>
          <a:prstGeom prst="rect">
            <a:avLst/>
          </a:prstGeom>
          <a:noFill/>
        </p:spPr>
        <p:txBody>
          <a:bodyPr wrap="square">
            <a:spAutoFit/>
          </a:bodyPr>
          <a:lstStyle/>
          <a:p>
            <a:endParaRPr lang="en-US" sz="1600" u="sng"/>
          </a:p>
          <a:p>
            <a:endParaRPr lang="en-US"/>
          </a:p>
        </p:txBody>
      </p:sp>
      <p:sp>
        <p:nvSpPr>
          <p:cNvPr id="5" name="Title 1">
            <a:extLst>
              <a:ext uri="{FF2B5EF4-FFF2-40B4-BE49-F238E27FC236}">
                <a16:creationId xmlns:a16="http://schemas.microsoft.com/office/drawing/2014/main" id="{3A6BFC39-E63E-5FBF-419D-C62614E36036}"/>
              </a:ext>
            </a:extLst>
          </p:cNvPr>
          <p:cNvSpPr>
            <a:spLocks noGrp="1"/>
          </p:cNvSpPr>
          <p:nvPr>
            <p:ph type="title"/>
          </p:nvPr>
        </p:nvSpPr>
        <p:spPr>
          <a:xfrm>
            <a:off x="579438" y="140067"/>
            <a:ext cx="10515600" cy="540128"/>
          </a:xfrm>
        </p:spPr>
        <p:txBody>
          <a:bodyPr/>
          <a:lstStyle/>
          <a:p>
            <a:r>
              <a:rPr lang="en-US" sz="3000" dirty="0"/>
              <a:t>Guardrails: Security</a:t>
            </a:r>
          </a:p>
        </p:txBody>
      </p:sp>
      <p:graphicFrame>
        <p:nvGraphicFramePr>
          <p:cNvPr id="8" name="Table 7">
            <a:extLst>
              <a:ext uri="{FF2B5EF4-FFF2-40B4-BE49-F238E27FC236}">
                <a16:creationId xmlns:a16="http://schemas.microsoft.com/office/drawing/2014/main" id="{0193A0DE-5483-915B-B494-A28F7BAA3F17}"/>
              </a:ext>
            </a:extLst>
          </p:cNvPr>
          <p:cNvGraphicFramePr>
            <a:graphicFrameLocks/>
          </p:cNvGraphicFramePr>
          <p:nvPr>
            <p:extLst>
              <p:ext uri="{D42A27DB-BD31-4B8C-83A1-F6EECF244321}">
                <p14:modId xmlns:p14="http://schemas.microsoft.com/office/powerpoint/2010/main" val="2390853792"/>
              </p:ext>
            </p:extLst>
          </p:nvPr>
        </p:nvGraphicFramePr>
        <p:xfrm>
          <a:off x="579438" y="709556"/>
          <a:ext cx="10138838" cy="3474818"/>
        </p:xfrm>
        <a:graphic>
          <a:graphicData uri="http://schemas.openxmlformats.org/drawingml/2006/table">
            <a:tbl>
              <a:tblPr firstRow="1" firstCol="1" bandRow="1">
                <a:tableStyleId>{5C22544A-7EE6-4342-B048-85BDC9FD1C3A}</a:tableStyleId>
              </a:tblPr>
              <a:tblGrid>
                <a:gridCol w="2287847">
                  <a:extLst>
                    <a:ext uri="{9D8B030D-6E8A-4147-A177-3AD203B41FA5}">
                      <a16:colId xmlns:a16="http://schemas.microsoft.com/office/drawing/2014/main" val="3988132890"/>
                    </a:ext>
                  </a:extLst>
                </a:gridCol>
                <a:gridCol w="7850991">
                  <a:extLst>
                    <a:ext uri="{9D8B030D-6E8A-4147-A177-3AD203B41FA5}">
                      <a16:colId xmlns:a16="http://schemas.microsoft.com/office/drawing/2014/main" val="2486407952"/>
                    </a:ext>
                  </a:extLst>
                </a:gridCol>
              </a:tblGrid>
              <a:tr h="401942">
                <a:tc>
                  <a:txBody>
                    <a:bodyPr/>
                    <a:lstStyle/>
                    <a:p>
                      <a:pPr marL="0" marR="0">
                        <a:lnSpc>
                          <a:spcPct val="115000"/>
                        </a:lnSpc>
                        <a:spcBef>
                          <a:spcPts val="0"/>
                        </a:spcBef>
                        <a:spcAft>
                          <a:spcPts val="0"/>
                        </a:spcAft>
                      </a:pPr>
                      <a:r>
                        <a:rPr lang="en-US" sz="1200">
                          <a:effectLst/>
                          <a:latin typeface="Arial" panose="020B0604020202020204" pitchFamily="34" charset="0"/>
                          <a:ea typeface="Arial" panose="020B0604020202020204" pitchFamily="34" charset="0"/>
                          <a:cs typeface="Arial" panose="020B0604020202020204" pitchFamily="34" charset="0"/>
                        </a:rPr>
                        <a:t>Attributes</a:t>
                      </a:r>
                    </a:p>
                  </a:txBody>
                  <a:tcPr marL="68580" marR="68580" marT="0" marB="0" anchor="ctr"/>
                </a:tc>
                <a:tc>
                  <a:txBody>
                    <a:bodyPr/>
                    <a:lstStyle/>
                    <a:p>
                      <a:pPr marL="0" marR="0">
                        <a:lnSpc>
                          <a:spcPct val="115000"/>
                        </a:lnSpc>
                        <a:spcBef>
                          <a:spcPts val="0"/>
                        </a:spcBef>
                        <a:spcAft>
                          <a:spcPts val="0"/>
                        </a:spcAft>
                      </a:pPr>
                      <a:r>
                        <a:rPr lang="en-US" sz="1200" dirty="0">
                          <a:effectLst/>
                          <a:latin typeface="Arial" panose="020B0604020202020204" pitchFamily="34" charset="0"/>
                          <a:cs typeface="Arial" panose="020B0604020202020204" pitchFamily="34" charset="0"/>
                        </a:rPr>
                        <a:t>Description</a:t>
                      </a:r>
                      <a:endParaRPr lang="en-US" sz="12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12291144"/>
                  </a:ext>
                </a:extLst>
              </a:tr>
              <a:tr h="899890">
                <a:tc>
                  <a:txBody>
                    <a:bodyPr/>
                    <a:lstStyle/>
                    <a:p>
                      <a:pPr marL="0" marR="0">
                        <a:lnSpc>
                          <a:spcPct val="115000"/>
                        </a:lnSpc>
                        <a:spcBef>
                          <a:spcPts val="0"/>
                        </a:spcBef>
                        <a:spcAft>
                          <a:spcPts val="0"/>
                        </a:spcAft>
                      </a:pPr>
                      <a:r>
                        <a:rPr lang="en-US" sz="1200">
                          <a:effectLst/>
                          <a:latin typeface="Arial" panose="020B0604020202020204" pitchFamily="34" charset="0"/>
                          <a:cs typeface="Arial" panose="020B0604020202020204" pitchFamily="34" charset="0"/>
                        </a:rPr>
                        <a:t>Access control</a:t>
                      </a:r>
                      <a:endParaRPr lang="en-US" sz="1200">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300" kern="1200" dirty="0">
                          <a:solidFill>
                            <a:schemeClr val="dk1"/>
                          </a:solidFill>
                          <a:latin typeface="Arial" panose="020B0604020202020204" pitchFamily="34" charset="0"/>
                          <a:ea typeface="+mn-ea"/>
                          <a:cs typeface="Arial" panose="020B0604020202020204" pitchFamily="34" charset="0"/>
                        </a:rPr>
                        <a:t>Strict RBAC policies will be implemented to control who can interact with Karpenter resources.</a:t>
                      </a:r>
                    </a:p>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300" kern="1200" dirty="0">
                          <a:solidFill>
                            <a:schemeClr val="dk1"/>
                          </a:solidFill>
                          <a:latin typeface="Arial" panose="020B0604020202020204" pitchFamily="34" charset="0"/>
                          <a:ea typeface="+mn-ea"/>
                          <a:cs typeface="Arial" panose="020B0604020202020204" pitchFamily="34" charset="0"/>
                        </a:rPr>
                        <a:t>AWS IAM Roles for Service Accounts (IRSA) will be used to map Kubernetes Services Account used by Karpenter to AWS IAM Roles.</a:t>
                      </a:r>
                    </a:p>
                  </a:txBody>
                  <a:tcPr marL="68580" marR="68580" marT="91440" marB="91440" anchor="ctr"/>
                </a:tc>
                <a:extLst>
                  <a:ext uri="{0D108BD9-81ED-4DB2-BD59-A6C34878D82A}">
                    <a16:rowId xmlns:a16="http://schemas.microsoft.com/office/drawing/2014/main" val="2361702035"/>
                  </a:ext>
                </a:extLst>
              </a:tr>
              <a:tr h="615263">
                <a:tc>
                  <a:txBody>
                    <a:bodyPr/>
                    <a:lstStyle/>
                    <a:p>
                      <a:pPr marL="0" marR="0">
                        <a:lnSpc>
                          <a:spcPct val="115000"/>
                        </a:lnSpc>
                        <a:spcBef>
                          <a:spcPts val="0"/>
                        </a:spcBef>
                        <a:spcAft>
                          <a:spcPts val="0"/>
                        </a:spcAft>
                      </a:pPr>
                      <a:r>
                        <a:rPr lang="en-US" sz="1200" b="1" kern="1200">
                          <a:solidFill>
                            <a:schemeClr val="lt1"/>
                          </a:solidFill>
                          <a:effectLst/>
                          <a:latin typeface="Arial" panose="020B0604020202020204" pitchFamily="34" charset="0"/>
                          <a:ea typeface="+mn-ea"/>
                          <a:cs typeface="Arial" panose="020B0604020202020204" pitchFamily="34" charset="0"/>
                        </a:rPr>
                        <a:t>Encryption</a:t>
                      </a:r>
                    </a:p>
                  </a:txBody>
                  <a:tcPr marL="68580" marR="68580" marT="0" marB="0"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dirty="0">
                          <a:latin typeface="Arial" panose="020B0604020202020204" pitchFamily="34" charset="0"/>
                          <a:cs typeface="Arial" panose="020B0604020202020204" pitchFamily="34" charset="0"/>
                        </a:rPr>
                        <a:t>Encryption at transit: </a:t>
                      </a:r>
                      <a:r>
                        <a:rPr lang="en-US" sz="1300" kern="1200" dirty="0">
                          <a:solidFill>
                            <a:schemeClr val="dk1"/>
                          </a:solidFill>
                          <a:latin typeface="Arial" panose="020B0604020202020204" pitchFamily="34" charset="0"/>
                          <a:ea typeface="+mn-ea"/>
                          <a:cs typeface="Arial" panose="020B0604020202020204" pitchFamily="34" charset="0"/>
                        </a:rPr>
                        <a:t>Enforce standard TLS encryption (TLS 1.2 or 1.3 preferred) to secure communications.</a:t>
                      </a:r>
                    </a:p>
                  </a:txBody>
                  <a:tcPr marL="68580" marR="68580" marT="91440" marB="91440" anchor="ctr"/>
                </a:tc>
                <a:extLst>
                  <a:ext uri="{0D108BD9-81ED-4DB2-BD59-A6C34878D82A}">
                    <a16:rowId xmlns:a16="http://schemas.microsoft.com/office/drawing/2014/main" val="3296789994"/>
                  </a:ext>
                </a:extLst>
              </a:tr>
              <a:tr h="415775">
                <a:tc>
                  <a:txBody>
                    <a:bodyPr/>
                    <a:lstStyle/>
                    <a:p>
                      <a:pPr marL="0" marR="0">
                        <a:lnSpc>
                          <a:spcPct val="115000"/>
                        </a:lnSpc>
                        <a:spcBef>
                          <a:spcPts val="0"/>
                        </a:spcBef>
                        <a:spcAft>
                          <a:spcPts val="0"/>
                        </a:spcAft>
                      </a:pPr>
                      <a:r>
                        <a:rPr lang="en-US" sz="1200" b="1" kern="1200">
                          <a:solidFill>
                            <a:schemeClr val="lt1"/>
                          </a:solidFill>
                          <a:effectLst/>
                          <a:latin typeface="Arial" panose="020B0604020202020204" pitchFamily="34" charset="0"/>
                          <a:ea typeface="+mn-ea"/>
                          <a:cs typeface="Arial" panose="020B0604020202020204" pitchFamily="34" charset="0"/>
                        </a:rPr>
                        <a:t>Regular reviews</a:t>
                      </a:r>
                    </a:p>
                  </a:txBody>
                  <a:tcPr marL="68580" marR="68580" marT="0" marB="0" anchor="ctr"/>
                </a:tc>
                <a:tc>
                  <a:txBody>
                    <a:bodyPr/>
                    <a:lstStyle/>
                    <a:p>
                      <a:pPr marL="171450" marR="0" indent="-171450">
                        <a:lnSpc>
                          <a:spcPct val="115000"/>
                        </a:lnSpc>
                        <a:spcBef>
                          <a:spcPts val="0"/>
                        </a:spcBef>
                        <a:spcAft>
                          <a:spcPts val="0"/>
                        </a:spcAft>
                        <a:buFont typeface="Arial" panose="020B0604020202020204" pitchFamily="34" charset="0"/>
                        <a:buChar char="•"/>
                      </a:pPr>
                      <a:r>
                        <a:rPr lang="en-US" sz="1300" kern="1200" dirty="0">
                          <a:solidFill>
                            <a:schemeClr val="dk1"/>
                          </a:solidFill>
                          <a:effectLst/>
                          <a:latin typeface="Arial" panose="020B0604020202020204" pitchFamily="34" charset="0"/>
                          <a:ea typeface="+mn-ea"/>
                          <a:cs typeface="Arial" panose="020B0604020202020204" pitchFamily="34" charset="0"/>
                        </a:rPr>
                        <a:t>Periodically review role assignments to ensure they are still appropriate and adjust as needed.</a:t>
                      </a:r>
                    </a:p>
                  </a:txBody>
                  <a:tcPr marL="68580" marR="68580" marT="91440" marB="91440" anchor="ctr"/>
                </a:tc>
                <a:extLst>
                  <a:ext uri="{0D108BD9-81ED-4DB2-BD59-A6C34878D82A}">
                    <a16:rowId xmlns:a16="http://schemas.microsoft.com/office/drawing/2014/main" val="3532351991"/>
                  </a:ext>
                </a:extLst>
              </a:tr>
              <a:tr h="1141948">
                <a:tc>
                  <a:txBody>
                    <a:bodyPr/>
                    <a:lstStyle/>
                    <a:p>
                      <a:pPr marL="0" marR="0">
                        <a:lnSpc>
                          <a:spcPct val="115000"/>
                        </a:lnSpc>
                        <a:spcBef>
                          <a:spcPts val="0"/>
                        </a:spcBef>
                        <a:spcAft>
                          <a:spcPts val="0"/>
                        </a:spcAft>
                      </a:pPr>
                      <a:r>
                        <a:rPr lang="en-US" sz="1200" b="1" kern="1200">
                          <a:solidFill>
                            <a:schemeClr val="lt1"/>
                          </a:solidFill>
                          <a:effectLst/>
                          <a:latin typeface="Arial" panose="020B0604020202020204" pitchFamily="34" charset="0"/>
                          <a:ea typeface="+mn-ea"/>
                          <a:cs typeface="Arial" panose="020B0604020202020204" pitchFamily="34" charset="0"/>
                        </a:rPr>
                        <a:t>Network</a:t>
                      </a:r>
                    </a:p>
                  </a:txBody>
                  <a:tcPr marL="68580" marR="68580" marT="0" marB="0" anchor="ctr"/>
                </a:tc>
                <a:tc>
                  <a:txBody>
                    <a:bodyPr/>
                    <a:lstStyle/>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300" kern="1200" dirty="0">
                          <a:solidFill>
                            <a:schemeClr val="dk1"/>
                          </a:solidFill>
                          <a:effectLst/>
                          <a:latin typeface="Arial" panose="020B0604020202020204" pitchFamily="34" charset="0"/>
                          <a:ea typeface="+mn-ea"/>
                          <a:cs typeface="Arial" panose="020B0604020202020204" pitchFamily="34" charset="0"/>
                        </a:rPr>
                        <a:t>Define least privilege security groups for EC2 nodes with minimal necessary inbound and outbound network rules and avoid using wildcard permissions.</a:t>
                      </a:r>
                    </a:p>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300" kern="1200" dirty="0">
                          <a:solidFill>
                            <a:schemeClr val="dk1"/>
                          </a:solidFill>
                          <a:effectLst/>
                          <a:latin typeface="Arial" panose="020B0604020202020204" pitchFamily="34" charset="0"/>
                          <a:ea typeface="+mn-ea"/>
                          <a:cs typeface="Arial" panose="020B0604020202020204" pitchFamily="34" charset="0"/>
                        </a:rPr>
                        <a:t>New AMIs will be evaluated in a lower environment before rolling them out into production environment.</a:t>
                      </a:r>
                    </a:p>
                  </a:txBody>
                  <a:tcPr marL="68580" marR="68580" marT="91440" marB="91440" anchor="ctr"/>
                </a:tc>
                <a:extLst>
                  <a:ext uri="{0D108BD9-81ED-4DB2-BD59-A6C34878D82A}">
                    <a16:rowId xmlns:a16="http://schemas.microsoft.com/office/drawing/2014/main" val="1562197487"/>
                  </a:ext>
                </a:extLst>
              </a:tr>
            </a:tbl>
          </a:graphicData>
        </a:graphic>
      </p:graphicFrame>
      <p:graphicFrame>
        <p:nvGraphicFramePr>
          <p:cNvPr id="6" name="Table 5">
            <a:extLst>
              <a:ext uri="{FF2B5EF4-FFF2-40B4-BE49-F238E27FC236}">
                <a16:creationId xmlns:a16="http://schemas.microsoft.com/office/drawing/2014/main" id="{8BBF1055-B003-16CE-8058-712098CEE709}"/>
              </a:ext>
            </a:extLst>
          </p:cNvPr>
          <p:cNvGraphicFramePr>
            <a:graphicFrameLocks/>
          </p:cNvGraphicFramePr>
          <p:nvPr>
            <p:extLst>
              <p:ext uri="{D42A27DB-BD31-4B8C-83A1-F6EECF244321}">
                <p14:modId xmlns:p14="http://schemas.microsoft.com/office/powerpoint/2010/main" val="3511381032"/>
              </p:ext>
            </p:extLst>
          </p:nvPr>
        </p:nvGraphicFramePr>
        <p:xfrm>
          <a:off x="579438" y="5063605"/>
          <a:ext cx="10138838" cy="1227553"/>
        </p:xfrm>
        <a:graphic>
          <a:graphicData uri="http://schemas.openxmlformats.org/drawingml/2006/table">
            <a:tbl>
              <a:tblPr firstRow="1" firstCol="1" bandRow="1">
                <a:tableStyleId>{5C22544A-7EE6-4342-B048-85BDC9FD1C3A}</a:tableStyleId>
              </a:tblPr>
              <a:tblGrid>
                <a:gridCol w="2444618">
                  <a:extLst>
                    <a:ext uri="{9D8B030D-6E8A-4147-A177-3AD203B41FA5}">
                      <a16:colId xmlns:a16="http://schemas.microsoft.com/office/drawing/2014/main" val="3988132890"/>
                    </a:ext>
                  </a:extLst>
                </a:gridCol>
                <a:gridCol w="7694220">
                  <a:extLst>
                    <a:ext uri="{9D8B030D-6E8A-4147-A177-3AD203B41FA5}">
                      <a16:colId xmlns:a16="http://schemas.microsoft.com/office/drawing/2014/main" val="2486407952"/>
                    </a:ext>
                  </a:extLst>
                </a:gridCol>
              </a:tblGrid>
              <a:tr h="450313">
                <a:tc>
                  <a:txBody>
                    <a:bodyPr/>
                    <a:lstStyle/>
                    <a:p>
                      <a:pPr marL="0" marR="0">
                        <a:lnSpc>
                          <a:spcPct val="115000"/>
                        </a:lnSpc>
                        <a:spcBef>
                          <a:spcPts val="0"/>
                        </a:spcBef>
                        <a:spcAft>
                          <a:spcPts val="0"/>
                        </a:spcAft>
                      </a:pPr>
                      <a:r>
                        <a:rPr lang="en-US" sz="1200">
                          <a:effectLst/>
                          <a:latin typeface="Arial" panose="020B0604020202020204" pitchFamily="34" charset="0"/>
                          <a:cs typeface="Arial" panose="020B0604020202020204" pitchFamily="34" charset="0"/>
                        </a:rPr>
                        <a:t>Attributes</a:t>
                      </a:r>
                      <a:endParaRPr lang="en-US" sz="12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200" dirty="0">
                          <a:effectLst/>
                          <a:latin typeface="Arial" panose="020B0604020202020204" pitchFamily="34" charset="0"/>
                          <a:cs typeface="Arial" panose="020B0604020202020204" pitchFamily="34" charset="0"/>
                        </a:rPr>
                        <a:t>Description</a:t>
                      </a:r>
                      <a:endParaRPr lang="en-US" sz="12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12291144"/>
                  </a:ext>
                </a:extLst>
              </a:tr>
              <a:tr h="719570">
                <a:tc>
                  <a:txBody>
                    <a:bodyPr/>
                    <a:lstStyle/>
                    <a:p>
                      <a:pPr marL="0" marR="0">
                        <a:lnSpc>
                          <a:spcPct val="115000"/>
                        </a:lnSpc>
                        <a:spcBef>
                          <a:spcPts val="0"/>
                        </a:spcBef>
                        <a:spcAft>
                          <a:spcPts val="0"/>
                        </a:spcAft>
                      </a:pPr>
                      <a:r>
                        <a:rPr lang="en-US" sz="1200" b="1" kern="1200">
                          <a:solidFill>
                            <a:schemeClr val="lt1"/>
                          </a:solidFill>
                          <a:effectLst/>
                          <a:latin typeface="Arial" panose="020B0604020202020204" pitchFamily="34" charset="0"/>
                          <a:ea typeface="+mn-ea"/>
                          <a:cs typeface="Arial" panose="020B0604020202020204" pitchFamily="34" charset="0"/>
                        </a:rPr>
                        <a:t>Resiliency</a:t>
                      </a:r>
                    </a:p>
                  </a:txBody>
                  <a:tcPr marL="68580" marR="68580" marT="91440" marB="91440" anchor="ctr"/>
                </a:tc>
                <a:tc>
                  <a:txBody>
                    <a:bodyPr/>
                    <a:lstStyle/>
                    <a:p>
                      <a:pPr marL="285750" indent="-285750">
                        <a:buFont typeface="Arial" panose="020B0604020202020204" pitchFamily="34" charset="0"/>
                        <a:buChar char="•"/>
                      </a:pPr>
                      <a:r>
                        <a:rPr lang="en-US" sz="1300" kern="1200" dirty="0">
                          <a:solidFill>
                            <a:schemeClr val="dk1"/>
                          </a:solidFill>
                          <a:effectLst/>
                          <a:latin typeface="Arial" panose="020B0604020202020204" pitchFamily="34" charset="0"/>
                          <a:ea typeface="+mn-ea"/>
                          <a:cs typeface="Arial" panose="020B0604020202020204" pitchFamily="34" charset="0"/>
                        </a:rPr>
                        <a:t>Karpenter and AWS EKS coordinated upgrade to ensure compatibility as recommended by Amazon. </a:t>
                      </a:r>
                    </a:p>
                    <a:p>
                      <a:pPr marL="285750" indent="-285750">
                        <a:buFont typeface="Arial" panose="020B0604020202020204" pitchFamily="34" charset="0"/>
                        <a:buChar char="•"/>
                      </a:pPr>
                      <a:endParaRPr lang="en-US" sz="1300" kern="1200" dirty="0">
                        <a:solidFill>
                          <a:schemeClr val="dk1"/>
                        </a:solidFill>
                        <a:effectLst/>
                        <a:latin typeface="Arial" panose="020B0604020202020204" pitchFamily="34" charset="0"/>
                        <a:ea typeface="+mn-ea"/>
                        <a:cs typeface="Arial" panose="020B0604020202020204" pitchFamily="34" charset="0"/>
                      </a:endParaRPr>
                    </a:p>
                  </a:txBody>
                  <a:tcPr marL="68580" marR="68580" marT="91440" marB="91440" anchor="ctr"/>
                </a:tc>
                <a:extLst>
                  <a:ext uri="{0D108BD9-81ED-4DB2-BD59-A6C34878D82A}">
                    <a16:rowId xmlns:a16="http://schemas.microsoft.com/office/drawing/2014/main" val="2361702035"/>
                  </a:ext>
                </a:extLst>
              </a:tr>
            </a:tbl>
          </a:graphicData>
        </a:graphic>
      </p:graphicFrame>
      <p:sp>
        <p:nvSpPr>
          <p:cNvPr id="9" name="TextBox 8">
            <a:extLst>
              <a:ext uri="{FF2B5EF4-FFF2-40B4-BE49-F238E27FC236}">
                <a16:creationId xmlns:a16="http://schemas.microsoft.com/office/drawing/2014/main" id="{5F693375-8D0E-89F5-465D-9D6118372627}"/>
              </a:ext>
            </a:extLst>
          </p:cNvPr>
          <p:cNvSpPr txBox="1"/>
          <p:nvPr/>
        </p:nvSpPr>
        <p:spPr>
          <a:xfrm>
            <a:off x="510919" y="4507832"/>
            <a:ext cx="2501041" cy="553998"/>
          </a:xfrm>
          <a:prstGeom prst="rect">
            <a:avLst/>
          </a:prstGeom>
          <a:noFill/>
        </p:spPr>
        <p:txBody>
          <a:bodyPr wrap="square" rtlCol="0">
            <a:spAutoFit/>
          </a:bodyPr>
          <a:lstStyle/>
          <a:p>
            <a:r>
              <a:rPr lang="en-GB" sz="3000" dirty="0">
                <a:solidFill>
                  <a:schemeClr val="accent1"/>
                </a:solidFill>
                <a:latin typeface="+mj-lt"/>
                <a:ea typeface="+mj-ea"/>
                <a:cs typeface="+mj-cs"/>
              </a:rPr>
              <a:t>Resiliency</a:t>
            </a:r>
            <a:endParaRPr lang="en-US" sz="3000" dirty="0">
              <a:solidFill>
                <a:schemeClr val="accent1"/>
              </a:solidFill>
              <a:latin typeface="+mj-lt"/>
              <a:ea typeface="+mj-ea"/>
              <a:cs typeface="+mj-cs"/>
            </a:endParaRPr>
          </a:p>
        </p:txBody>
      </p:sp>
      <p:pic>
        <p:nvPicPr>
          <p:cNvPr id="2" name="Picture 1" descr="Graphical user interface&#10;&#10;Description automatically generated">
            <a:extLst>
              <a:ext uri="{FF2B5EF4-FFF2-40B4-BE49-F238E27FC236}">
                <a16:creationId xmlns:a16="http://schemas.microsoft.com/office/drawing/2014/main" id="{155C488A-9E1D-6548-C05B-40216A101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446" y="6437791"/>
            <a:ext cx="2338388" cy="420209"/>
          </a:xfrm>
          <a:prstGeom prst="rect">
            <a:avLst/>
          </a:prstGeom>
        </p:spPr>
      </p:pic>
    </p:spTree>
    <p:extLst>
      <p:ext uri="{BB962C8B-B14F-4D97-AF65-F5344CB8AC3E}">
        <p14:creationId xmlns:p14="http://schemas.microsoft.com/office/powerpoint/2010/main" val="3131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8D69F1C6-4292-41BB-AB9E-1BCE464B2AD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5799" r="5799"/>
          <a:stretch/>
        </p:blipFill>
        <p:spPr>
          <a:xfrm>
            <a:off x="6549081" y="0"/>
            <a:ext cx="5652446" cy="6858000"/>
          </a:xfrm>
        </p:spPr>
      </p:pic>
      <p:sp>
        <p:nvSpPr>
          <p:cNvPr id="3" name="Title 2">
            <a:extLst>
              <a:ext uri="{FF2B5EF4-FFF2-40B4-BE49-F238E27FC236}">
                <a16:creationId xmlns:a16="http://schemas.microsoft.com/office/drawing/2014/main" id="{02D1DD9F-61A5-4A07-90AF-D1FFD4374FE3}"/>
              </a:ext>
            </a:extLst>
          </p:cNvPr>
          <p:cNvSpPr>
            <a:spLocks noGrp="1"/>
          </p:cNvSpPr>
          <p:nvPr>
            <p:ph type="title"/>
          </p:nvPr>
        </p:nvSpPr>
        <p:spPr/>
        <p:txBody>
          <a:bodyPr/>
          <a:lstStyle/>
          <a:p>
            <a:r>
              <a:rPr lang="en-US"/>
              <a:t>Security and Encryption</a:t>
            </a:r>
          </a:p>
        </p:txBody>
      </p:sp>
      <p:pic>
        <p:nvPicPr>
          <p:cNvPr id="2" name="Picture 1" descr="Graphical user interface&#10;&#10;Description automatically generated">
            <a:extLst>
              <a:ext uri="{FF2B5EF4-FFF2-40B4-BE49-F238E27FC236}">
                <a16:creationId xmlns:a16="http://schemas.microsoft.com/office/drawing/2014/main" id="{B30B783A-643D-4CA6-8707-FE8ACF9FA4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138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outdoor, hydrant, tree, fire&#10;&#10;Description automatically generated">
            <a:extLst>
              <a:ext uri="{FF2B5EF4-FFF2-40B4-BE49-F238E27FC236}">
                <a16:creationId xmlns:a16="http://schemas.microsoft.com/office/drawing/2014/main" id="{B16FCB1F-5E5F-4B4B-927D-AFFFF2F2BF77}"/>
              </a:ext>
            </a:extLst>
          </p:cNvPr>
          <p:cNvPicPr>
            <a:picLocks noChangeAspect="1"/>
          </p:cNvPicPr>
          <p:nvPr/>
        </p:nvPicPr>
        <p:blipFill rotWithShape="1">
          <a:blip r:embed="rId2">
            <a:extLst>
              <a:ext uri="{28A0092B-C50C-407E-A947-70E740481C1C}">
                <a14:useLocalDpi xmlns:a14="http://schemas.microsoft.com/office/drawing/2010/main" val="0"/>
              </a:ext>
            </a:extLst>
          </a:blip>
          <a:srcRect l="24820" r="16171" b="-1"/>
          <a:stretch/>
        </p:blipFill>
        <p:spPr>
          <a:xfrm>
            <a:off x="6096000" y="-16779"/>
            <a:ext cx="6105527" cy="6880565"/>
          </a:xfrm>
          <a:custGeom>
            <a:avLst/>
            <a:gdLst>
              <a:gd name="connsiteX0" fmla="*/ 2353342 w 6087079"/>
              <a:gd name="connsiteY0" fmla="*/ 0 h 6885758"/>
              <a:gd name="connsiteX1" fmla="*/ 6077554 w 6087079"/>
              <a:gd name="connsiteY1" fmla="*/ 10395 h 6885758"/>
              <a:gd name="connsiteX2" fmla="*/ 6087079 w 6087079"/>
              <a:gd name="connsiteY2" fmla="*/ 4007761 h 6885758"/>
              <a:gd name="connsiteX3" fmla="*/ 5101422 w 6087079"/>
              <a:gd name="connsiteY3" fmla="*/ 6885758 h 6885758"/>
              <a:gd name="connsiteX4" fmla="*/ 0 w 6087079"/>
              <a:gd name="connsiteY4" fmla="*/ 6879986 h 688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7079" h="6885758">
                <a:moveTo>
                  <a:pt x="2353342" y="0"/>
                </a:moveTo>
                <a:lnTo>
                  <a:pt x="6077554" y="10395"/>
                </a:lnTo>
                <a:lnTo>
                  <a:pt x="6087079" y="4007761"/>
                </a:lnTo>
                <a:lnTo>
                  <a:pt x="5101422" y="6885758"/>
                </a:lnTo>
                <a:lnTo>
                  <a:pt x="0" y="6879986"/>
                </a:lnTo>
                <a:close/>
              </a:path>
            </a:pathLst>
          </a:custGeom>
          <a:noFill/>
        </p:spPr>
      </p:pic>
      <p:sp>
        <p:nvSpPr>
          <p:cNvPr id="8" name="Title 2">
            <a:extLst>
              <a:ext uri="{FF2B5EF4-FFF2-40B4-BE49-F238E27FC236}">
                <a16:creationId xmlns:a16="http://schemas.microsoft.com/office/drawing/2014/main" id="{DFBE2B0B-FE61-4C75-AE3D-3D527F1E512A}"/>
              </a:ext>
            </a:extLst>
          </p:cNvPr>
          <p:cNvSpPr txBox="1">
            <a:spLocks/>
          </p:cNvSpPr>
          <p:nvPr/>
        </p:nvSpPr>
        <p:spPr>
          <a:xfrm>
            <a:off x="1812585" y="2248382"/>
            <a:ext cx="7143071" cy="1180618"/>
          </a:xfrm>
          <a:prstGeom prst="rect">
            <a:avLst/>
          </a:prstGeom>
        </p:spPr>
        <p:txBody>
          <a:bodyPr lIns="0" tIns="0" rIns="0" bIns="7200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600">
                <a:solidFill>
                  <a:schemeClr val="accent1"/>
                </a:solidFill>
              </a:rPr>
              <a:t>Questions</a:t>
            </a:r>
          </a:p>
        </p:txBody>
      </p:sp>
      <p:pic>
        <p:nvPicPr>
          <p:cNvPr id="14" name="Picture 13" descr="Graphical user interface&#10;&#10;Description automatically generated">
            <a:extLst>
              <a:ext uri="{FF2B5EF4-FFF2-40B4-BE49-F238E27FC236}">
                <a16:creationId xmlns:a16="http://schemas.microsoft.com/office/drawing/2014/main" id="{DB0C883F-51FD-4BB3-9545-7A20C251F5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2585" y="6437790"/>
            <a:ext cx="2338388" cy="420209"/>
          </a:xfrm>
          <a:prstGeom prst="rect">
            <a:avLst/>
          </a:prstGeom>
        </p:spPr>
      </p:pic>
    </p:spTree>
    <p:extLst>
      <p:ext uri="{BB962C8B-B14F-4D97-AF65-F5344CB8AC3E}">
        <p14:creationId xmlns:p14="http://schemas.microsoft.com/office/powerpoint/2010/main" val="1343286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60e1596b470e64c977d1e4ce9ac99787">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2bba0ad704353081834050430544496a"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Model1" minOccurs="0"/>
                <xsd:element ref="ns2:Technology" minOccurs="0"/>
                <xsd:element ref="ns2:AppDomain" minOccurs="0"/>
                <xsd:element ref="ns2:Business_x0020_App" minOccurs="0"/>
                <xsd:element ref="ns2:Keyword" minOccurs="0"/>
                <xsd:element ref="ns2:Pattern"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odel1" ma:index="21" nillable="true" ma:displayName="Hosting" ma:description="Operational Hosting Model of the Solution" ma:format="Dropdown" ma:internalName="Model1">
      <xsd:simpleType>
        <xsd:restriction base="dms:Choice">
          <xsd:enumeration value="IAAS"/>
          <xsd:enumeration value="PAAS"/>
          <xsd:enumeration value="SAAS"/>
          <xsd:enumeration value="DAAS"/>
          <xsd:enumeration value="AWS"/>
          <xsd:enumeration value="AZURE"/>
          <xsd:enumeration value="GCP"/>
          <xsd:enumeration value="THIRD PARTY"/>
          <xsd:enumeration value="DC"/>
          <xsd:enumeration value="HYBRID"/>
        </xsd:restriction>
      </xsd:simpleType>
    </xsd:element>
    <xsd:element name="Technology" ma:index="22" nillable="true" ma:displayName="Service" ma:description="Architecture or Technology Stack or GTS Service Area" ma:format="Dropdown" ma:internalName="Technology">
      <xsd:simpleType>
        <xsd:union memberTypes="dms:Text">
          <xsd:simpleType>
            <xsd:restriction base="dms:Choice">
              <xsd:enumeration value="SSO"/>
              <xsd:enumeration value="AD"/>
              <xsd:enumeration value="Security"/>
              <xsd:enumeration value="Storage"/>
              <xsd:enumeration value="Container"/>
              <xsd:enumeration value="Windows"/>
              <xsd:enumeration value="Appliance"/>
              <xsd:enumeration value="SQL"/>
              <xsd:enumeration value="MySQL"/>
              <xsd:enumeration value="DB2"/>
              <xsd:enumeration value="ORACLE"/>
              <xsd:enumeration value="Apple"/>
              <xsd:enumeration value="Citrix"/>
              <xsd:enumeration value="VDI"/>
              <xsd:enumeration value="Workspace"/>
              <xsd:enumeration value="O365"/>
              <xsd:enumeration value="Data Lake"/>
              <xsd:enumeration value="Ecosysyem"/>
              <xsd:enumeration value="Network"/>
              <xsd:enumeration value="RA"/>
              <xsd:enumeration value="MQ"/>
              <xsd:enumeration value="SFTP"/>
              <xsd:enumeration value="ISAM"/>
              <xsd:enumeration value="TEL"/>
              <xsd:enumeration value="Service"/>
              <xsd:enumeration value="Application"/>
              <xsd:enumeration value="Development"/>
              <xsd:enumeration value="Plugin"/>
              <xsd:enumeration value="Risk"/>
              <xsd:enumeration value="ITSM"/>
              <xsd:enumeration value="Messaging"/>
              <xsd:enumeration value="Jira"/>
              <xsd:enumeration value="Migration"/>
              <xsd:enumeration value="VPN"/>
              <xsd:enumeration value="PING"/>
              <xsd:enumeration value="OKTA"/>
              <xsd:enumeration value="Web"/>
              <xsd:enumeration value="Social"/>
              <xsd:enumeration value="Chat"/>
              <xsd:enumeration value="Phone"/>
              <xsd:enumeration value="SMS"/>
              <xsd:enumeration value="Video"/>
              <xsd:enumeration value="DR"/>
              <xsd:enumeration value="DLP"/>
              <xsd:enumeration value="CICD"/>
              <xsd:enumeration value="ETL"/>
              <xsd:enumeration value="Compute"/>
              <xsd:enumeration value="Classification"/>
              <xsd:enumeration value="Data"/>
              <xsd:enumeration value="End Point"/>
              <xsd:enumeration value="API"/>
              <xsd:enumeration value="Search"/>
              <xsd:enumeration value="Data Gateway"/>
              <xsd:enumeration value="Mobile"/>
              <xsd:enumeration value="M365"/>
              <xsd:enumeration value="D365"/>
              <xsd:enumeration value="Docker"/>
              <xsd:enumeration value="DNS"/>
              <xsd:enumeration value="LMS"/>
              <xsd:enumeration value="SMTP"/>
              <xsd:enumeration value="LDAP"/>
              <xsd:enumeration value="SIEM"/>
              <xsd:enumeration value="OVA"/>
              <xsd:enumeration value="Identity"/>
              <xsd:enumeration value="Data Protection"/>
              <xsd:enumeration value="ITAM"/>
              <xsd:enumeration value="Cyber Security"/>
            </xsd:restriction>
          </xsd:simpleType>
        </xsd:union>
      </xsd:simpleType>
    </xsd:element>
    <xsd:element name="AppDomain" ma:index="23" nillable="true" ma:displayName="Application" ma:description="Application Area" ma:format="Dropdown" ma:internalName="AppDomain">
      <xsd:simpleType>
        <xsd:restriction base="dms:Choice">
          <xsd:enumeration value="WFM"/>
          <xsd:enumeration value="DMS"/>
          <xsd:enumeration value="CMS"/>
          <xsd:enumeration value="COL"/>
          <xsd:enumeration value="SNOW"/>
          <xsd:enumeration value="LOG"/>
          <xsd:enumeration value="MON"/>
          <xsd:enumeration value="DBA"/>
          <xsd:enumeration value="APM"/>
          <xsd:enumeration value="AM"/>
          <xsd:enumeration value="DLP"/>
          <xsd:enumeration value="SECRETS"/>
          <xsd:enumeration value="PAM"/>
          <xsd:enumeration value="ROB"/>
          <xsd:enumeration value="WEB"/>
          <xsd:enumeration value="SCH"/>
          <xsd:enumeration value="O365"/>
          <xsd:enumeration value="PBI"/>
          <xsd:enumeration value="TEL"/>
          <xsd:enumeration value="AI"/>
          <xsd:enumeration value="FIN"/>
          <xsd:enumeration value="CLD"/>
          <xsd:enumeration value="RA"/>
          <xsd:enumeration value="REF"/>
          <xsd:enumeration value="PS"/>
          <xsd:enumeration value="NET"/>
          <xsd:enumeration value="LIC"/>
          <xsd:enumeration value="RPA"/>
          <xsd:enumeration value="LMS"/>
          <xsd:enumeration value="ERM"/>
          <xsd:enumeration value="ESign"/>
          <xsd:enumeration value="DIR"/>
          <xsd:enumeration value="CRM"/>
          <xsd:enumeration value="DNS"/>
          <xsd:enumeration value="WRK"/>
          <xsd:enumeration value="ANA"/>
          <xsd:enumeration value="CICD"/>
          <xsd:enumeration value="DVM"/>
          <xsd:enumeration value="SFTP"/>
          <xsd:enumeration value="ML"/>
        </xsd:restriction>
      </xsd:simpleType>
    </xsd:element>
    <xsd:element name="Business_x0020_App" ma:index="24" nillable="true" ma:displayName="Domain" ma:default="Unknown" ma:description="Short description of business function, used for seach function" ma:format="Dropdown" ma:internalName="Business_x0020_App">
      <xsd:simpleType>
        <xsd:union memberTypes="dms:Text">
          <xsd:simpleType>
            <xsd:restriction base="dms:Choice">
              <xsd:enumeration value="Pension Calculation"/>
              <xsd:enumeration value="Actuarial"/>
              <xsd:enumeration value="Unknown"/>
              <xsd:enumeration value="Legal"/>
              <xsd:enumeration value="Finance"/>
              <xsd:enumeration value="Mortgages"/>
              <xsd:enumeration value="Funds"/>
              <xsd:enumeration value="Health"/>
              <xsd:enumeration value="Advice"/>
              <xsd:enumeration value="Other"/>
              <xsd:enumeration value="Non-Life"/>
              <xsd:enumeration value="Life"/>
              <xsd:enumeration value="Loan Services"/>
              <xsd:enumeration value="Facilities"/>
              <xsd:enumeration value="Fraud"/>
              <xsd:enumeration value="Global"/>
              <xsd:enumeration value="Assets Management"/>
              <xsd:enumeration value="Service Management"/>
              <xsd:enumeration value="Workplace"/>
              <xsd:enumeration value="Investment Management"/>
              <xsd:enumeration value="Bank"/>
              <xsd:enumeration value="Risk"/>
              <xsd:enumeration value="Security"/>
              <xsd:enumeration value="Sales"/>
              <xsd:enumeration value="External"/>
              <xsd:enumeration value="SIEM"/>
              <xsd:enumeration value="Call Center"/>
              <xsd:enumeration value="Human Resource"/>
              <xsd:enumeration value="Pension"/>
            </xsd:restriction>
          </xsd:simpleType>
        </xsd:union>
      </xsd:simpleType>
    </xsd:element>
    <xsd:element name="Keyword" ma:index="25"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Pattern" ma:index="26" nillable="true" ma:displayName="Pattern" ma:description="Approved or know pattern" ma:format="Dropdown" ma:internalName="Pattern">
      <xsd:simpleType>
        <xsd:restriction base="dms:Choice">
          <xsd:enumeration value="iChannel"/>
          <xsd:enumeration value="ISAM"/>
          <xsd:enumeration value="B2B"/>
          <xsd:enumeration value="B2C"/>
          <xsd:enumeration value="Hosting"/>
          <xsd:enumeration value="Browsing"/>
          <xsd:enumeration value="EKS"/>
          <xsd:enumeration value="SSO"/>
          <xsd:enumeration value="Inter VPC"/>
          <xsd:enumeration value="AWS to DC"/>
          <xsd:enumeration value="AWS Region"/>
          <xsd:enumeration value="ClamAV"/>
          <xsd:enumeration value="VPC"/>
          <xsd:enumeration value="ServiceNow"/>
          <xsd:enumeration value="Salesforce"/>
          <xsd:enumeration value="Third Party Access"/>
          <xsd:enumeration value="Ping"/>
          <xsd:enumeration value="WAF"/>
          <xsd:enumeration value="Mobile"/>
          <xsd:enumeration value="API"/>
          <xsd:enumeration value="Data Lake"/>
        </xsd:restrictio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30" nillable="true" ma:displayName="MediaLengthInSeconds" ma:hidden="true" ma:internalName="MediaLengthInSeconds" ma:readOnly="true">
      <xsd:simpleType>
        <xsd:restriction base="dms:Unknown"/>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_x0020_App xmlns="7bc1719e-3073-4a83-a8aa-5d9b5543732c">Unknown</Business_x0020_App>
    <Keyword xmlns="7bc1719e-3073-4a83-a8aa-5d9b5543732c" xsi:nil="true"/>
    <_ip_UnifiedCompliancePolicyUIAction xmlns="http://schemas.microsoft.com/sharepoint/v3" xsi:nil="true"/>
    <AppDomain xmlns="7bc1719e-3073-4a83-a8aa-5d9b5543732c" xsi:nil="true"/>
    <lcf76f155ced4ddcb4097134ff3c332f xmlns="7bc1719e-3073-4a83-a8aa-5d9b5543732c">
      <Terms xmlns="http://schemas.microsoft.com/office/infopath/2007/PartnerControls"/>
    </lcf76f155ced4ddcb4097134ff3c332f>
    <Technology xmlns="7bc1719e-3073-4a83-a8aa-5d9b5543732c" xsi:nil="true"/>
    <TaxCatchAll xmlns="bfe6e0b6-a5a6-435d-956e-8490d4b03c3e" xsi:nil="true"/>
    <Model1 xmlns="7bc1719e-3073-4a83-a8aa-5d9b5543732c" xsi:nil="true"/>
    <_ip_UnifiedCompliancePolicyProperties xmlns="http://schemas.microsoft.com/sharepoint/v3" xsi:nil="true"/>
    <Pattern xmlns="7bc1719e-3073-4a83-a8aa-5d9b5543732c" xsi:nil="true"/>
  </documentManagement>
</p:properties>
</file>

<file path=customXml/itemProps1.xml><?xml version="1.0" encoding="utf-8"?>
<ds:datastoreItem xmlns:ds="http://schemas.openxmlformats.org/officeDocument/2006/customXml" ds:itemID="{2CDF74CA-1D23-42A3-83E9-9F34EB484DE6}">
  <ds:schemaRefs>
    <ds:schemaRef ds:uri="290f8d83-fd29-439e-ae91-cfcefa340f30"/>
    <ds:schemaRef ds:uri="7bc1719e-3073-4a83-a8aa-5d9b5543732c"/>
    <ds:schemaRef ds:uri="bfe6e0b6-a5a6-435d-956e-8490d4b03c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1E2DE1-A1CA-4F75-B614-ED17384B4E55}">
  <ds:schemaRefs>
    <ds:schemaRef ds:uri="http://schemas.microsoft.com/sharepoint/v3/contenttype/forms"/>
  </ds:schemaRefs>
</ds:datastoreItem>
</file>

<file path=customXml/itemProps3.xml><?xml version="1.0" encoding="utf-8"?>
<ds:datastoreItem xmlns:ds="http://schemas.openxmlformats.org/officeDocument/2006/customXml" ds:itemID="{F89EDBFF-554E-4F8B-A038-911A7EBEAB5A}">
  <ds:schemaRefs>
    <ds:schemaRef ds:uri="7bc1719e-3073-4a83-a8aa-5d9b5543732c"/>
    <ds:schemaRef ds:uri="bfe6e0b6-a5a6-435d-956e-8490d4b03c3e"/>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44</TotalTime>
  <Words>1039</Words>
  <Application>Microsoft Office PowerPoint</Application>
  <PresentationFormat>Widescreen</PresentationFormat>
  <Paragraphs>134</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Calibri</vt:lpstr>
      <vt:lpstr>Symbol</vt:lpstr>
      <vt:lpstr>Wingdings</vt:lpstr>
      <vt:lpstr>Office Theme</vt:lpstr>
      <vt:lpstr>  Karpenter for AWS EKS autoscaling</vt:lpstr>
      <vt:lpstr>Introduction</vt:lpstr>
      <vt:lpstr>Business Value</vt:lpstr>
      <vt:lpstr>Functionality</vt:lpstr>
      <vt:lpstr>Comparative Analysis of Karpenter vs. ASG using AWS Well-Architected Framework</vt:lpstr>
      <vt:lpstr>Comparative Analysis of Karpenter vs. ASG using AWS Well-Architected Framework</vt:lpstr>
      <vt:lpstr>PowerPoint Presentation</vt:lpstr>
      <vt:lpstr>Guardrails: Security</vt:lpstr>
      <vt:lpstr>Security and Encryption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Kerbachi, Mohamed - GTS Global ENG &amp; ARCH</dc:creator>
  <cp:lastModifiedBy>Kerbachi, Mohamed - GTS Global ENG &amp; ARCH</cp:lastModifiedBy>
  <cp:revision>8</cp:revision>
  <dcterms:created xsi:type="dcterms:W3CDTF">2025-03-20T14:48:51Z</dcterms:created>
  <dcterms:modified xsi:type="dcterms:W3CDTF">2025-04-04T15:27:35Z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0x0101006BDAF3E3634C144D9EC799C876E6F9A3</vt:lpwstr>
  </property>
  <property fmtid="{D5CDD505-2E9C-101B-9397-08002B2CF9AE}" pid="3" name="MediaServiceImageTags">
    <vt:lpwstr/>
  </property>
</Properties>
</file>
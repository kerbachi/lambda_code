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0.xml" ContentType="application/vnd.openxmlformats-officedocument.presentationml.tags+xml"/>
  <Override PartName="/ppt/notesSlides/notesSlide4.xml" ContentType="application/vnd.openxmlformats-officedocument.presentationml.notesSlide+xml"/>
  <Override PartName="/ppt/tags/tag61.xml" ContentType="application/vnd.openxmlformats-officedocument.presentationml.tags+xml"/>
  <Override PartName="/ppt/notesSlides/notesSlide5.xml" ContentType="application/vnd.openxmlformats-officedocument.presentationml.notesSlide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4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3" r:id="rId4"/>
    <p:sldMasterId id="2147483851" r:id="rId5"/>
  </p:sldMasterIdLst>
  <p:notesMasterIdLst>
    <p:notesMasterId r:id="rId22"/>
  </p:notesMasterIdLst>
  <p:handoutMasterIdLst>
    <p:handoutMasterId r:id="rId23"/>
  </p:handoutMasterIdLst>
  <p:sldIdLst>
    <p:sldId id="2145706000" r:id="rId6"/>
    <p:sldId id="2145706082" r:id="rId7"/>
    <p:sldId id="2145706005" r:id="rId8"/>
    <p:sldId id="2145706017" r:id="rId9"/>
    <p:sldId id="2145706041" r:id="rId10"/>
    <p:sldId id="2145706040" r:id="rId11"/>
    <p:sldId id="2145706020" r:id="rId12"/>
    <p:sldId id="2145706021" r:id="rId13"/>
    <p:sldId id="2145706026" r:id="rId14"/>
    <p:sldId id="2145706049" r:id="rId15"/>
    <p:sldId id="2145706032" r:id="rId16"/>
    <p:sldId id="2145706022" r:id="rId17"/>
    <p:sldId id="2145706050" r:id="rId18"/>
    <p:sldId id="2145706024" r:id="rId19"/>
    <p:sldId id="420" r:id="rId20"/>
    <p:sldId id="2145705940" r:id="rId21"/>
  </p:sldIdLst>
  <p:sldSz cx="12192000" cy="6858000"/>
  <p:notesSz cx="6761163" cy="9942513"/>
  <p:custDataLst>
    <p:tags r:id="rId24"/>
  </p:custDataLst>
  <p:defaultTextStyle>
    <a:defPPr>
      <a:defRPr lang="en-US"/>
    </a:defPPr>
    <a:lvl1pPr marL="0" indent="0" algn="l" defTabSz="914400" rtl="0" eaLnBrk="1" latinLnBrk="0" hangingPunct="1">
      <a:lnSpc>
        <a:spcPct val="95000"/>
      </a:lnSpc>
      <a:spcBef>
        <a:spcPts val="600"/>
      </a:spcBef>
      <a:buClr>
        <a:srgbClr val="281805"/>
      </a:buClr>
      <a:buFont typeface="Arial" panose="020B0604020202020204" pitchFamily="34" charset="0"/>
      <a:buChar char="​"/>
      <a:defRPr sz="1800" b="0" kern="100" spc="-30" baseline="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5000"/>
      </a:lnSpc>
      <a:spcBef>
        <a:spcPts val="600"/>
      </a:spcBef>
      <a:buClrTx/>
      <a:buFont typeface="Arial" panose="020B0604020202020204" pitchFamily="34" charset="0"/>
      <a:buChar char="▪"/>
      <a:defRPr sz="1800" b="0" kern="100" spc="-30" baseline="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5000"/>
      </a:lnSpc>
      <a:spcBef>
        <a:spcPts val="300"/>
      </a:spcBef>
      <a:buClrTx/>
      <a:buFont typeface="Arial" panose="020B0604020202020204" pitchFamily="34" charset="0"/>
      <a:buChar char="•"/>
      <a:defRPr sz="1600" b="0" kern="100" spc="-30" baseline="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5000"/>
      </a:lnSpc>
      <a:spcBef>
        <a:spcPts val="300"/>
      </a:spcBef>
      <a:buClrTx/>
      <a:buFont typeface="Arial" panose="020B0604020202020204" pitchFamily="34" charset="0"/>
      <a:buChar char="◦"/>
      <a:defRPr sz="1600" kern="100" spc="-30" baseline="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5000"/>
      </a:lnSpc>
      <a:spcBef>
        <a:spcPts val="300"/>
      </a:spcBef>
      <a:buClrTx/>
      <a:buSzPct val="100000"/>
      <a:buFont typeface="Arial" panose="020E0502030303020204" pitchFamily="34" charset="0"/>
      <a:buChar char="–"/>
      <a:defRPr sz="1600" kern="100" spc="-30" baseline="0">
        <a:solidFill>
          <a:schemeClr val="tx1"/>
        </a:solidFill>
        <a:latin typeface="+mn-lt"/>
        <a:ea typeface="+mn-ea"/>
        <a:cs typeface="+mn-cs"/>
      </a:defRPr>
    </a:lvl5pPr>
    <a:lvl6pPr marL="358775" indent="-358775" algn="l" defTabSz="914400" rtl="0" eaLnBrk="1" latinLnBrk="0" hangingPunct="1">
      <a:lnSpc>
        <a:spcPct val="95000"/>
      </a:lnSpc>
      <a:spcBef>
        <a:spcPts val="600"/>
      </a:spcBef>
      <a:buClr>
        <a:srgbClr val="281805"/>
      </a:buClr>
      <a:buSzPct val="90000"/>
      <a:buFont typeface="+mj-lt"/>
      <a:buAutoNum type="arabicPeriod"/>
      <a:tabLst/>
      <a:defRPr sz="1800" kern="100" spc="-30" baseline="0">
        <a:solidFill>
          <a:schemeClr val="tx1"/>
        </a:solidFill>
        <a:latin typeface="+mn-lt"/>
        <a:ea typeface="+mn-ea"/>
        <a:cs typeface="+mn-cs"/>
      </a:defRPr>
    </a:lvl6pPr>
    <a:lvl7pPr marL="540000" indent="-180000" algn="l" defTabSz="914400" rtl="0" eaLnBrk="1" latinLnBrk="0" hangingPunct="1">
      <a:lnSpc>
        <a:spcPct val="95000"/>
      </a:lnSpc>
      <a:spcBef>
        <a:spcPts val="300"/>
      </a:spcBef>
      <a:buClr>
        <a:srgbClr val="281805"/>
      </a:buClr>
      <a:buSzPct val="100000"/>
      <a:buFont typeface="Arial" panose="020E0502030303020204" pitchFamily="34" charset="0"/>
      <a:buChar char="–"/>
      <a:defRPr sz="1600" kern="100" spc="-30" baseline="0">
        <a:solidFill>
          <a:schemeClr val="tx1"/>
        </a:solidFill>
        <a:latin typeface="+mn-lt"/>
        <a:ea typeface="+mn-ea"/>
        <a:cs typeface="+mn-cs"/>
      </a:defRPr>
    </a:lvl7pPr>
    <a:lvl8pPr marL="360000" indent="-360000" algn="l" defTabSz="914400" rtl="0" eaLnBrk="1" latinLnBrk="0" hangingPunct="1">
      <a:lnSpc>
        <a:spcPct val="95000"/>
      </a:lnSpc>
      <a:spcBef>
        <a:spcPts val="600"/>
      </a:spcBef>
      <a:buClr>
        <a:srgbClr val="281805"/>
      </a:buClr>
      <a:buFont typeface="+mj-lt"/>
      <a:buAutoNum type="alphaLcPeriod"/>
      <a:defRPr sz="1800" b="0" kern="100" spc="-30" baseline="0">
        <a:solidFill>
          <a:srgbClr val="281805"/>
        </a:solidFill>
        <a:latin typeface="+mn-lt"/>
        <a:ea typeface="+mn-ea"/>
        <a:cs typeface="+mn-cs"/>
      </a:defRPr>
    </a:lvl8pPr>
    <a:lvl9pPr marL="540000" indent="-180000" algn="l" defTabSz="914400" rtl="0" eaLnBrk="1" latinLnBrk="0" hangingPunct="1">
      <a:lnSpc>
        <a:spcPct val="95000"/>
      </a:lnSpc>
      <a:spcBef>
        <a:spcPts val="300"/>
      </a:spcBef>
      <a:buClrTx/>
      <a:buFont typeface="Arial" panose="02040503050406030204" pitchFamily="18" charset="0"/>
      <a:buChar char="–"/>
      <a:defRPr sz="1600" b="0" kern="100" spc="-30" baseline="0">
        <a:solidFill>
          <a:srgbClr val="281805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lution Design" id="{1CFED6D2-4F18-464E-8FC9-812FD8D0F86E}">
          <p14:sldIdLst>
            <p14:sldId id="2145706000"/>
            <p14:sldId id="2145706082"/>
            <p14:sldId id="2145706005"/>
            <p14:sldId id="2145706017"/>
            <p14:sldId id="2145706041"/>
            <p14:sldId id="2145706040"/>
            <p14:sldId id="2145706020"/>
            <p14:sldId id="2145706021"/>
            <p14:sldId id="2145706026"/>
            <p14:sldId id="2145706049"/>
            <p14:sldId id="2145706032"/>
            <p14:sldId id="2145706022"/>
            <p14:sldId id="2145706050"/>
            <p14:sldId id="2145706024"/>
          </p14:sldIdLst>
        </p14:section>
        <p14:section name="Closing" id="{843E1B55-373F-4F04-A07A-94217B79BB6C}">
          <p14:sldIdLst>
            <p14:sldId id="420"/>
            <p14:sldId id="21457059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pos="7378" userDrawn="1">
          <p15:clr>
            <a:srgbClr val="A4A3A4"/>
          </p15:clr>
        </p15:guide>
        <p15:guide id="8" orient="horz" pos="11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F7EF91-EDD5-CDE5-A90F-8E1C17B79E9E}" name="Tam, Kelvin" initials="TK" userId="S::kelvin.tam@transamerica.com::af346d37-0ade-4489-b521-276ee4906728" providerId="AD"/>
  <p188:author id="{1693859E-4579-31DE-DE97-1B4DD4CB03D1}" name="Apel, Nick" initials="" userId="S::nick.apel@transamerica.com::95543644-cc92-4525-acaa-1ad4c350a52e" providerId="AD"/>
  <p188:author id="{288B77C2-5A68-1EDA-61A5-2447679BE25C}" name="Alicia Castro" initials="AC" userId="S::alicia@totaldesign.com::3977efb3-a04f-4d2d-b648-9a767114394d" providerId="AD"/>
  <p188:author id="{33E10CEF-EA6B-CAC4-97CB-D492CC73F5E2}" name="McCabe, Michael" initials="MM" userId="S::michael.mccabe@aegon.com::cf9b4886-15eb-44e9-a65e-696e642aff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EEB8"/>
    <a:srgbClr val="FAFFCC"/>
    <a:srgbClr val="A5C9E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8437A-4EF9-19BC-B559-48F51B6E9256}" v="4" dt="2026-03-12T15:06:02.490"/>
  </p1510:revLst>
</p1510:revInfo>
</file>

<file path=ppt/tableStyles.xml><?xml version="1.0" encoding="utf-8"?>
<a:tblStyleLst xmlns:a="http://schemas.openxmlformats.org/drawingml/2006/main" def="{9D7B26C5-4107-4FEC-AEDC-1716B250A1EF}">
  <a:tblStyle styleId="{9D7B26C5-4107-4FEC-AEDC-1716B250A1A1}" styleName="Neutral Gre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A2}" styleName="Grass Gree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CCEEB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EEB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A3}" styleName="Lavender Purp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D2BCF1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BCF1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A4}" styleName="Hot Pin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F7D2F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7D2F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A5}" styleName="Night Blu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C6C8D3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6C8D3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A6}" styleName="Sky Blu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63B6FF"/>
              </a:solidFill>
            </a:ln>
          </a:top>
          <a:bottom>
            <a:ln w="12700" cmpd="sng">
              <a:solidFill>
                <a:srgbClr val="63B6F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D1E6F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1E6F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rgbClr val="63B6FF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rgbClr val="63B6FF"/>
              </a:solidFill>
            </a:ln>
          </a:bottom>
        </a:tcBdr>
        <a:fill>
          <a:noFill/>
        </a:fill>
      </a:tcStyle>
    </a:firstRow>
  </a:tblStyle>
  <a:tblStyle styleId="{68D230F3-CF80-4859-8CE7-A43EE81993A7}" styleName="Crimson Re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CF0000"/>
              </a:solidFill>
            </a:ln>
          </a:top>
          <a:bottom>
            <a:ln w="12700" cmpd="sng">
              <a:solidFill>
                <a:srgbClr val="CF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EBB8B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BB8B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rgbClr val="CF0000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rgbClr val="CF0000"/>
              </a:solidFill>
            </a:ln>
          </a:bottom>
        </a:tcBdr>
        <a:fill>
          <a:noFill/>
        </a:fill>
      </a:tcStyle>
    </a:firstRow>
  </a:tblStyle>
  <a:tblStyle styleId="{9D7B26C5-4107-4FEC-AEDC-1716B250A1EF}" styleName="Neutral Gre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Grass Gree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CCEEB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EEB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avender Purp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D2BCF1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BCF1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Hot Pin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F7D2F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7D2F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Night Blu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C6C8D3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6C8D3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ky Blu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63B6FF"/>
              </a:solidFill>
            </a:ln>
          </a:top>
          <a:bottom>
            <a:ln w="12700" cmpd="sng">
              <a:solidFill>
                <a:srgbClr val="63B6F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D1E6F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1E6F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rgbClr val="63B6FF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rgbClr val="63B6FF"/>
              </a:solidFill>
            </a:ln>
          </a:bottom>
        </a:tcBdr>
        <a:fill>
          <a:noFill/>
        </a:fill>
      </a:tcStyle>
    </a:firstRow>
  </a:tblStyle>
  <a:tblStyle styleId="{68D230F3-CF80-4859-8CE7-A43EE81993B5}" styleName="Crimson Re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CF0000"/>
              </a:solidFill>
            </a:ln>
          </a:top>
          <a:bottom>
            <a:ln w="12700" cmpd="sng">
              <a:solidFill>
                <a:srgbClr val="CF0000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EBB8B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BB8B8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rgbClr val="CF0000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rgbClr val="CF0000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/>
    <p:restoredTop sz="94694"/>
  </p:normalViewPr>
  <p:slideViewPr>
    <p:cSldViewPr snapToGrid="0">
      <p:cViewPr varScale="1">
        <p:scale>
          <a:sx n="80" d="100"/>
          <a:sy n="80" d="100"/>
        </p:scale>
        <p:origin x="126" y="492"/>
      </p:cViewPr>
      <p:guideLst>
        <p:guide orient="horz" pos="2160"/>
        <p:guide pos="3840"/>
        <p:guide orient="horz" pos="3838"/>
        <p:guide orient="horz" pos="890"/>
        <p:guide pos="302"/>
        <p:guide pos="7378"/>
        <p:guide orient="horz" pos="11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bachi, Mohamed - GTS Global ENG &amp; ARCH" userId="S::mohamed.kerbachi@transamerica.com::7bfead4c-51c4-46e1-b396-f93a69a42d0c" providerId="AD" clId="Web-{0D48437A-4EF9-19BC-B559-48F51B6E9256}"/>
    <pc:docChg chg="modSld">
      <pc:chgData name="Kerbachi, Mohamed - GTS Global ENG &amp; ARCH" userId="S::mohamed.kerbachi@transamerica.com::7bfead4c-51c4-46e1-b396-f93a69a42d0c" providerId="AD" clId="Web-{0D48437A-4EF9-19BC-B559-48F51B6E9256}" dt="2026-03-12T15:06:02.490" v="3"/>
      <pc:docMkLst>
        <pc:docMk/>
      </pc:docMkLst>
      <pc:sldChg chg="modSp">
        <pc:chgData name="Kerbachi, Mohamed - GTS Global ENG &amp; ARCH" userId="S::mohamed.kerbachi@transamerica.com::7bfead4c-51c4-46e1-b396-f93a69a42d0c" providerId="AD" clId="Web-{0D48437A-4EF9-19BC-B559-48F51B6E9256}" dt="2026-03-12T15:06:02.490" v="3"/>
        <pc:sldMkLst>
          <pc:docMk/>
          <pc:sldMk cId="1228325814" sldId="2145706017"/>
        </pc:sldMkLst>
        <pc:graphicFrameChg chg="mod modGraphic">
          <ac:chgData name="Kerbachi, Mohamed - GTS Global ENG &amp; ARCH" userId="S::mohamed.kerbachi@transamerica.com::7bfead4c-51c4-46e1-b396-f93a69a42d0c" providerId="AD" clId="Web-{0D48437A-4EF9-19BC-B559-48F51B6E9256}" dt="2026-03-12T15:06:02.490" v="3"/>
          <ac:graphicFrameMkLst>
            <pc:docMk/>
            <pc:sldMk cId="1228325814" sldId="2145706017"/>
            <ac:graphicFrameMk id="11" creationId="{B4E410E7-1BFC-F123-0066-C87DA102A5BC}"/>
          </ac:graphicFrameMkLst>
        </pc:graphicFrameChg>
      </pc:sldChg>
    </pc:docChg>
  </pc:docChgLst>
  <pc:docChgLst>
    <pc:chgData name="Kerbachi, Mohamed - GTS Global ENG &amp; ARCH" userId="S::mohamed.kerbachi@transamerica.com::7bfead4c-51c4-46e1-b396-f93a69a42d0c" providerId="AD" clId="Web-{8C7D76CE-5DCD-E607-0A33-347CF8D9D958}"/>
    <pc:docChg chg="modSld">
      <pc:chgData name="Kerbachi, Mohamed - GTS Global ENG &amp; ARCH" userId="S::mohamed.kerbachi@transamerica.com::7bfead4c-51c4-46e1-b396-f93a69a42d0c" providerId="AD" clId="Web-{8C7D76CE-5DCD-E607-0A33-347CF8D9D958}" dt="2026-03-06T02:20:06.090" v="19" actId="20577"/>
      <pc:docMkLst>
        <pc:docMk/>
      </pc:docMkLst>
      <pc:sldChg chg="modSp">
        <pc:chgData name="Kerbachi, Mohamed - GTS Global ENG &amp; ARCH" userId="S::mohamed.kerbachi@transamerica.com::7bfead4c-51c4-46e1-b396-f93a69a42d0c" providerId="AD" clId="Web-{8C7D76CE-5DCD-E607-0A33-347CF8D9D958}" dt="2026-03-06T02:20:06.090" v="19" actId="20577"/>
        <pc:sldMkLst>
          <pc:docMk/>
          <pc:sldMk cId="1948336995" sldId="2145706000"/>
        </pc:sldMkLst>
        <pc:spChg chg="mod">
          <ac:chgData name="Kerbachi, Mohamed - GTS Global ENG &amp; ARCH" userId="S::mohamed.kerbachi@transamerica.com::7bfead4c-51c4-46e1-b396-f93a69a42d0c" providerId="AD" clId="Web-{8C7D76CE-5DCD-E607-0A33-347CF8D9D958}" dt="2026-03-06T02:20:06.090" v="19" actId="20577"/>
          <ac:spMkLst>
            <pc:docMk/>
            <pc:sldMk cId="1948336995" sldId="2145706000"/>
            <ac:spMk id="9" creationId="{66A9A9A7-5BFE-F2B8-0212-1990462BA1D1}"/>
          </ac:spMkLst>
        </pc:spChg>
        <pc:spChg chg="mod">
          <ac:chgData name="Kerbachi, Mohamed - GTS Global ENG &amp; ARCH" userId="S::mohamed.kerbachi@transamerica.com::7bfead4c-51c4-46e1-b396-f93a69a42d0c" providerId="AD" clId="Web-{8C7D76CE-5DCD-E607-0A33-347CF8D9D958}" dt="2026-03-06T02:19:47.900" v="15" actId="20577"/>
          <ac:spMkLst>
            <pc:docMk/>
            <pc:sldMk cId="1948336995" sldId="2145706000"/>
            <ac:spMk id="11" creationId="{5F3FB18B-234F-2357-7129-0DF498D5D677}"/>
          </ac:spMkLst>
        </pc:spChg>
        <pc:spChg chg="mod">
          <ac:chgData name="Kerbachi, Mohamed - GTS Global ENG &amp; ARCH" userId="S::mohamed.kerbachi@transamerica.com::7bfead4c-51c4-46e1-b396-f93a69a42d0c" providerId="AD" clId="Web-{8C7D76CE-5DCD-E607-0A33-347CF8D9D958}" dt="2026-03-06T02:19:37.587" v="11" actId="1076"/>
          <ac:spMkLst>
            <pc:docMk/>
            <pc:sldMk cId="1948336995" sldId="2145706000"/>
            <ac:spMk id="13" creationId="{5B0B0940-E82E-512C-FCD0-935C255DDFD5}"/>
          </ac:spMkLst>
        </pc:spChg>
      </pc:sldChg>
    </pc:docChg>
  </pc:docChgLst>
  <pc:docChgLst>
    <pc:chgData name="Kerbachi, Mohamed - GTS Global ENG &amp; ARCH" userId="S::mohamed.kerbachi@transamerica.com::7bfead4c-51c4-46e1-b396-f93a69a42d0c" providerId="AD" clId="Web-{5882CB6F-AB42-F367-BD0D-4444D7064C86}"/>
    <pc:docChg chg="modSld">
      <pc:chgData name="Kerbachi, Mohamed - GTS Global ENG &amp; ARCH" userId="S::mohamed.kerbachi@transamerica.com::7bfead4c-51c4-46e1-b396-f93a69a42d0c" providerId="AD" clId="Web-{5882CB6F-AB42-F367-BD0D-4444D7064C86}" dt="2026-03-09T16:53:14.295" v="8"/>
      <pc:docMkLst>
        <pc:docMk/>
      </pc:docMkLst>
      <pc:sldChg chg="modSp">
        <pc:chgData name="Kerbachi, Mohamed - GTS Global ENG &amp; ARCH" userId="S::mohamed.kerbachi@transamerica.com::7bfead4c-51c4-46e1-b396-f93a69a42d0c" providerId="AD" clId="Web-{5882CB6F-AB42-F367-BD0D-4444D7064C86}" dt="2026-03-09T16:53:14.295" v="8"/>
        <pc:sldMkLst>
          <pc:docMk/>
          <pc:sldMk cId="3184813305" sldId="2145706032"/>
        </pc:sldMkLst>
        <pc:graphicFrameChg chg="mod modGraphic">
          <ac:chgData name="Kerbachi, Mohamed - GTS Global ENG &amp; ARCH" userId="S::mohamed.kerbachi@transamerica.com::7bfead4c-51c4-46e1-b396-f93a69a42d0c" providerId="AD" clId="Web-{5882CB6F-AB42-F367-BD0D-4444D7064C86}" dt="2026-03-09T16:53:14.295" v="8"/>
          <ac:graphicFrameMkLst>
            <pc:docMk/>
            <pc:sldMk cId="3184813305" sldId="2145706032"/>
            <ac:graphicFrameMk id="3" creationId="{B9FBA23E-C08F-C1F6-9212-55AC9EA4C08C}"/>
          </ac:graphicFrameMkLst>
        </pc:graphicFrameChg>
      </pc:sldChg>
    </pc:docChg>
  </pc:docChgLst>
  <pc:docChgLst>
    <pc:chgData name="Kerbachi, Mohamed - GTS Global ENG &amp; ARCH" userId="S::mohamed.kerbachi@transamerica.com::7bfead4c-51c4-46e1-b396-f93a69a42d0c" providerId="AD" clId="Web-{CF2854E0-1586-8B2E-3C3C-EECF70B06219}"/>
    <pc:docChg chg="modSld">
      <pc:chgData name="Kerbachi, Mohamed - GTS Global ENG &amp; ARCH" userId="S::mohamed.kerbachi@transamerica.com::7bfead4c-51c4-46e1-b396-f93a69a42d0c" providerId="AD" clId="Web-{CF2854E0-1586-8B2E-3C3C-EECF70B06219}" dt="2026-03-10T12:41:56.506" v="13"/>
      <pc:docMkLst>
        <pc:docMk/>
      </pc:docMkLst>
      <pc:sldChg chg="modSp">
        <pc:chgData name="Kerbachi, Mohamed - GTS Global ENG &amp; ARCH" userId="S::mohamed.kerbachi@transamerica.com::7bfead4c-51c4-46e1-b396-f93a69a42d0c" providerId="AD" clId="Web-{CF2854E0-1586-8B2E-3C3C-EECF70B06219}" dt="2026-03-10T12:41:56.506" v="13"/>
        <pc:sldMkLst>
          <pc:docMk/>
          <pc:sldMk cId="2709823700" sldId="2145706049"/>
        </pc:sldMkLst>
        <pc:graphicFrameChg chg="mod modGraphic">
          <ac:chgData name="Kerbachi, Mohamed - GTS Global ENG &amp; ARCH" userId="S::mohamed.kerbachi@transamerica.com::7bfead4c-51c4-46e1-b396-f93a69a42d0c" providerId="AD" clId="Web-{CF2854E0-1586-8B2E-3C3C-EECF70B06219}" dt="2026-03-10T12:41:56.506" v="13"/>
          <ac:graphicFrameMkLst>
            <pc:docMk/>
            <pc:sldMk cId="2709823700" sldId="2145706049"/>
            <ac:graphicFrameMk id="9" creationId="{0DFAAE22-2A4C-08C5-B96D-4684AB98AAE6}"/>
          </ac:graphicFrameMkLst>
        </pc:graphicFrameChg>
      </pc:sldChg>
    </pc:docChg>
  </pc:docChgLst>
  <pc:docChgLst>
    <pc:chgData name="Kerbachi, Mohamed - GTS Global ENG &amp; ARCH" userId="S::mohamed.kerbachi@transamerica.com::7bfead4c-51c4-46e1-b396-f93a69a42d0c" providerId="AD" clId="Web-{CA934055-F2D0-9FF0-4C4F-E06F42944F6D}"/>
    <pc:docChg chg="modSld">
      <pc:chgData name="Kerbachi, Mohamed - GTS Global ENG &amp; ARCH" userId="S::mohamed.kerbachi@transamerica.com::7bfead4c-51c4-46e1-b396-f93a69a42d0c" providerId="AD" clId="Web-{CA934055-F2D0-9FF0-4C4F-E06F42944F6D}" dt="2026-03-04T15:24:36.648" v="84"/>
      <pc:docMkLst>
        <pc:docMk/>
      </pc:docMkLst>
      <pc:sldChg chg="modSp">
        <pc:chgData name="Kerbachi, Mohamed - GTS Global ENG &amp; ARCH" userId="S::mohamed.kerbachi@transamerica.com::7bfead4c-51c4-46e1-b396-f93a69a42d0c" providerId="AD" clId="Web-{CA934055-F2D0-9FF0-4C4F-E06F42944F6D}" dt="2026-03-04T15:10:05.115" v="4" actId="20577"/>
        <pc:sldMkLst>
          <pc:docMk/>
          <pc:sldMk cId="1948336995" sldId="2145706000"/>
        </pc:sldMkLst>
        <pc:spChg chg="mod">
          <ac:chgData name="Kerbachi, Mohamed - GTS Global ENG &amp; ARCH" userId="S::mohamed.kerbachi@transamerica.com::7bfead4c-51c4-46e1-b396-f93a69a42d0c" providerId="AD" clId="Web-{CA934055-F2D0-9FF0-4C4F-E06F42944F6D}" dt="2026-03-04T15:10:05.115" v="4" actId="20577"/>
          <ac:spMkLst>
            <pc:docMk/>
            <pc:sldMk cId="1948336995" sldId="2145706000"/>
            <ac:spMk id="9" creationId="{66A9A9A7-5BFE-F2B8-0212-1990462BA1D1}"/>
          </ac:spMkLst>
        </pc:spChg>
      </pc:sldChg>
      <pc:sldChg chg="modSp">
        <pc:chgData name="Kerbachi, Mohamed - GTS Global ENG &amp; ARCH" userId="S::mohamed.kerbachi@transamerica.com::7bfead4c-51c4-46e1-b396-f93a69a42d0c" providerId="AD" clId="Web-{CA934055-F2D0-9FF0-4C4F-E06F42944F6D}" dt="2026-03-04T15:18:53.382" v="27" actId="20577"/>
        <pc:sldMkLst>
          <pc:docMk/>
          <pc:sldMk cId="409250225" sldId="2145706005"/>
        </pc:sldMkLst>
        <pc:spChg chg="mod">
          <ac:chgData name="Kerbachi, Mohamed - GTS Global ENG &amp; ARCH" userId="S::mohamed.kerbachi@transamerica.com::7bfead4c-51c4-46e1-b396-f93a69a42d0c" providerId="AD" clId="Web-{CA934055-F2D0-9FF0-4C4F-E06F42944F6D}" dt="2026-03-04T15:18:53.382" v="27" actId="20577"/>
          <ac:spMkLst>
            <pc:docMk/>
            <pc:sldMk cId="409250225" sldId="2145706005"/>
            <ac:spMk id="3" creationId="{1736306B-D152-DC54-1A7B-3DB51633BC6E}"/>
          </ac:spMkLst>
        </pc:spChg>
      </pc:sldChg>
      <pc:sldChg chg="modSp">
        <pc:chgData name="Kerbachi, Mohamed - GTS Global ENG &amp; ARCH" userId="S::mohamed.kerbachi@transamerica.com::7bfead4c-51c4-46e1-b396-f93a69a42d0c" providerId="AD" clId="Web-{CA934055-F2D0-9FF0-4C4F-E06F42944F6D}" dt="2026-03-04T15:24:36.648" v="84"/>
        <pc:sldMkLst>
          <pc:docMk/>
          <pc:sldMk cId="2063115484" sldId="2145706082"/>
        </pc:sldMkLst>
        <pc:graphicFrameChg chg="mod modGraphic">
          <ac:chgData name="Kerbachi, Mohamed - GTS Global ENG &amp; ARCH" userId="S::mohamed.kerbachi@transamerica.com::7bfead4c-51c4-46e1-b396-f93a69a42d0c" providerId="AD" clId="Web-{CA934055-F2D0-9FF0-4C4F-E06F42944F6D}" dt="2026-03-04T15:24:36.648" v="84"/>
          <ac:graphicFrameMkLst>
            <pc:docMk/>
            <pc:sldMk cId="2063115484" sldId="2145706082"/>
            <ac:graphicFrameMk id="15" creationId="{C89BA397-F0BB-D3FF-492A-AD0C9E5349D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C53C66-4E0F-4E98-61C1-2D66F8D51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7B237-9685-D8EA-D770-8D21917414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698E3-1BF5-416C-AA27-7FC310EBF94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2E32-5E6C-3D5E-0ED0-DE0D01F757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0DCA4-8EA3-CD58-B535-4D19F687F9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DB665-0922-435D-A8F8-146386179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7880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2" userDrawn="1">
          <p15:clr>
            <a:srgbClr val="F26B43"/>
          </p15:clr>
        </p15:guide>
        <p15:guide id="2" pos="213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39B51-E015-40B8-89BF-480588B58013}" type="datetimeFigureOut">
              <a:rPr lang="nl-NL" smtClean="0"/>
              <a:t>12-3-2026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3FB1B-E0F4-426A-B06A-F89B35785A4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005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A0EA-F131-FCC9-8347-A01EC763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493CE-CF4A-174E-4780-77F59565D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5F045-A36D-B390-C4B6-0E9C20938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Summary of the key business requirements for the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62D40-51D6-4DCE-3D24-E904481A7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7716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7D5F-DA10-F802-7EC4-3C82CE57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81146-9E2F-D444-7BDA-5121CCBB9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E524D-5A14-C010-CD6B-5E0024DBA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Summary of the key functional requirements for the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AA957-E7DB-17DB-5DBA-5BB3D8402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7251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Summary of the key nonfunctional requirements for the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3074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F39E-7C94-A4DD-0CF9-3D8B8290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A7832-0FCB-9C53-B554-037702E9E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751E2-7A26-A184-0356-82FA9CC79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43241-38BA-C161-349F-B6C45C8CC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2804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6F37-F72B-1267-7009-D5CE65B0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6B0A2-D693-D41B-2086-E2C8F20E8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328F1-95DD-9394-1A95-983A92039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44E81-1957-316B-C819-EA6484F8A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8987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000FB-F4E7-1D97-AE6A-E3627F95B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FE8A4-9B3F-4384-6C91-55423BFB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8D793-32C8-13F4-2AF6-DE8E50851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C05C2-2DB0-675C-D228-27A39E172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4526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83BFF-0221-90A0-262B-44AE6E2F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9AAAD-DAE0-DB60-E993-EF2E547B9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56CBC-1BA1-6347-25E6-E443D1DE0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63F28-423C-9819-3A01-BE2891196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4327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282A-15CD-7F88-083F-EFB86DE6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6A69A-659A-72F7-52D4-E6662A014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044F5-C76D-EF5B-80AD-4DBBE0E08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D8175-4870-C6E2-2B5A-098061563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0934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53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3FB1B-E0F4-426A-B06A-F89B35785A4F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71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8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7.svg"/><Relationship Id="rId4" Type="http://schemas.openxmlformats.org/officeDocument/2006/relationships/image" Target="../media/image8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2.svg"/><Relationship Id="rId4" Type="http://schemas.openxmlformats.org/officeDocument/2006/relationships/image" Target="../media/image8.emf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8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8.emf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1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2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.xml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0.xml"/><Relationship Id="rId4" Type="http://schemas.openxmlformats.org/officeDocument/2006/relationships/image" Target="../media/image8.emf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2.xml"/><Relationship Id="rId5" Type="http://schemas.openxmlformats.org/officeDocument/2006/relationships/image" Target="../media/image6.svg"/><Relationship Id="rId4" Type="http://schemas.openxmlformats.org/officeDocument/2006/relationships/image" Target="../media/image8.emf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5" Type="http://schemas.openxmlformats.org/officeDocument/2006/relationships/image" Target="../media/image7.svg"/><Relationship Id="rId4" Type="http://schemas.openxmlformats.org/officeDocument/2006/relationships/image" Target="../media/image8.emf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4" Type="http://schemas.openxmlformats.org/officeDocument/2006/relationships/image" Target="../media/image8.emf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6.xml"/><Relationship Id="rId4" Type="http://schemas.openxmlformats.org/officeDocument/2006/relationships/image" Target="../media/image8.emf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7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8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9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9DA44C5-759C-86D6-2BFE-0A72E0BD52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38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DA44C5-759C-86D6-2BFE-0A72E0BD52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336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0CC4EF57-160A-9B3D-8186-1D6FB2CFB8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3289920-CD43-7CB8-0AAA-A2C3754FB3A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05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CBF8F5F-733E-74E4-7C64-9117FC4D5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025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BF8F5F-733E-74E4-7C64-9117FC4D5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AB0D234E-CB90-3D6B-1677-D7591043CB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47A533-2FD3-9753-3ADE-EB1C9100D2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1DE89F7-364A-A2D0-6579-DECC755BF94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38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EE5D4DD8-351D-44AA-1072-4D8EFEF43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330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5D4DD8-351D-44AA-1072-4D8EFEF43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AA3F50D0-EC98-413B-93C8-1D1D918B3C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E3E4B855-D6FE-45F4-28AB-00C307E09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555FFE8B-9687-80D9-BFE9-BCD182C9F6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76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EC261A2-C7BD-0672-61C2-02612A82E2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632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C261A2-C7BD-0672-61C2-02612A82E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F6DCF01F-7E45-E8CB-BC9A-68C7CD9B1C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630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A6C0EB9-6612-9349-33C0-B254B608C4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544B47FC-2ABD-EB1B-853D-2E1EB32107D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20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E485D1B-E628-6B49-B07F-271523F56F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42541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485D1B-E628-6B49-B07F-271523F56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044000"/>
            <a:ext cx="5652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8214009E-F788-E23D-0C90-470BD060D1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7DECF5-F9C0-3F23-B881-8BA36288E14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7085745-44F8-7C15-54D2-D993A5A8737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35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6E0B0B-B457-8E37-02B8-520A38E243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53654D-C27E-C9BA-B320-454ABF59D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2B811F9-C589-C658-1947-8A14946784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16541A9-B23B-9E51-6DD4-67A45A35F2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57A7E174-FE3F-7DE4-30D8-CDCB6CB087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9223FCB-DCAA-673D-EF75-B0A9A04F2AF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63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A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65F2B86-CBBF-AFE6-449D-F6DD528AA2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2D98DB-AA9C-5848-26D4-46351A829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E0DC130-6210-830D-3850-8343B6894F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90D1592-B8FD-E552-0964-CF09F17A2B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000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4A63DBE0-B945-6653-7F07-B203EBD69B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368A8EC4-8506-7F5C-72C3-0FC8B818DE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8CFACD96-0E65-E80D-4D56-94604B65D83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3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DDB771B-C9BC-A314-70F8-4918D8B413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30357F9-5628-F5D7-EA9E-2F62D4BC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302AEF8-6D87-9EFD-325B-B67BAF5749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EC08A76-A3F6-9879-9591-108E2CD221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31371E65-7DA5-7458-872B-335AB444D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0E6FCFC-74E8-C53E-CDEB-B1E58B5CFDB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E9048233-C6D5-B390-92BF-02E1FE2D741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59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C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9F3101-543D-726A-76D5-F500F18117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CBE6131-9D21-5FAC-1A46-1184AE5A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0D0C13A-FA1E-0370-9716-08FDF79DF0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7EF421-BCDA-5760-CA12-3EC8BFBB1E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2" name="Disclaimer">
            <a:extLst>
              <a:ext uri="{FF2B5EF4-FFF2-40B4-BE49-F238E27FC236}">
                <a16:creationId xmlns:a16="http://schemas.microsoft.com/office/drawing/2014/main" id="{556FE34F-6F3D-0AF4-F904-39925EF3E0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6D14BD4-737F-044B-C857-C1680F45EFA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A12A6F8-BAB2-79C8-D018-A24EA5B3049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015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D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2E6F75A-B9D7-EAF2-96EF-5C4BB706C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E03E868-C5AC-3FA0-4D5C-B7555A40F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449CF5-1C3D-0F25-9F39-32183FE63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7D3BA49-2252-193B-08A0-0F5F454950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20" name="Disclaimer">
            <a:extLst>
              <a:ext uri="{FF2B5EF4-FFF2-40B4-BE49-F238E27FC236}">
                <a16:creationId xmlns:a16="http://schemas.microsoft.com/office/drawing/2014/main" id="{EF7AB693-1387-9071-46E4-6E76F1F2CA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86F96333-BF9F-D235-6129-B23E84A07A2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A2DCEE9-B90E-B27D-0202-F232571B2B7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70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87E3262A-0086-3B7C-A376-A6C07FE459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69D3970-098C-021F-A57C-DF61B63E8F0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28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31EC33-65E4-C19F-0B44-3E21361728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CEF09BA-1159-E7A1-E4CC-A4351FB6D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625006-84B5-CAD3-1E73-ADA1ED733E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361CC56-CF23-A0B7-3177-55077B1DA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3BD44E8-E89B-7B23-33FB-80594FF3D9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4" name="Disclaimer">
            <a:extLst>
              <a:ext uri="{FF2B5EF4-FFF2-40B4-BE49-F238E27FC236}">
                <a16:creationId xmlns:a16="http://schemas.microsoft.com/office/drawing/2014/main" id="{1B9ED0D5-C6C8-0AB6-879F-053B5FA876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818FDCF4-D564-F92C-A91F-6036885B17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B713D883-7814-D55F-9150-7AE3691327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57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6F852D-335F-A336-AFBC-347B5C9DF8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320BCF-3C64-B99E-657C-7B6E980C5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8BB9C8-7F40-0D74-D54B-EDDEBB805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6A8E42-1CF5-209B-27A2-3B4207CB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A77E39D-F1EE-4844-DF8B-A8C414EF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5" name="Disclaimer">
            <a:extLst>
              <a:ext uri="{FF2B5EF4-FFF2-40B4-BE49-F238E27FC236}">
                <a16:creationId xmlns:a16="http://schemas.microsoft.com/office/drawing/2014/main" id="{D949E21B-0134-DAB6-3694-3A163188A9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0D99342-E3F8-8397-079F-AF9F8F78EBE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A73E89C-5EE0-ACA5-054A-98EDBFB1242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90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D337C6-B66B-3482-98D7-0E9C85A745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4EAD39C-187A-27D3-99EA-8AADC920F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C0A6845-A6FA-64F6-8B98-E063C7E56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8AB11D-DFB6-529B-2E90-BAC2003F5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FAEC182-6D0D-6E1A-AA42-6A07E838CB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5" name="Disclaimer">
            <a:extLst>
              <a:ext uri="{FF2B5EF4-FFF2-40B4-BE49-F238E27FC236}">
                <a16:creationId xmlns:a16="http://schemas.microsoft.com/office/drawing/2014/main" id="{52884152-F226-D815-274F-6CB0E5ECA3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630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3ACBE8A-A386-6462-15AB-24DE532558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FC8F9B9-536E-E82F-791F-049F1225C6B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67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D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36A1E-F919-A56F-9819-DA5F984135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78653E3-6DD4-CEC8-F778-0A57D131B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8FD7A1A-52FF-3B6B-7A4F-D634AA968A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001646D-2AD6-AFF2-07F7-B24CF8CB9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3E61F3E-6F19-F1B4-C8E3-0C84124B9D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999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5" name="Disclaimer">
            <a:extLst>
              <a:ext uri="{FF2B5EF4-FFF2-40B4-BE49-F238E27FC236}">
                <a16:creationId xmlns:a16="http://schemas.microsoft.com/office/drawing/2014/main" id="{F4F09EAA-2036-6DB5-E190-0CE6F6278E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393096AF-22CA-CDB9-3811-23C9184F7C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078521A-46AB-A031-6A3E-E46A0806BE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6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C2533D8-F0A2-F95A-2EC4-8B643E4C8A0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E9BF218-6ADF-0E94-38C7-C005BA605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E6075DF-A7ED-8F97-5C55-EBD2FC0D3B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0D84B8B-093C-542B-C0AD-EB89AF3739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8" name="Disclaimer">
            <a:extLst>
              <a:ext uri="{FF2B5EF4-FFF2-40B4-BE49-F238E27FC236}">
                <a16:creationId xmlns:a16="http://schemas.microsoft.com/office/drawing/2014/main" id="{67404896-078F-3742-50FF-E765542EE5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844B9A04-1122-5CFD-DBD9-58241C4D27B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296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A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442A8A-ADB8-26ED-6F30-DDA9D8966D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89ADFA-5BED-141E-EC7F-E8FBE1852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7DF8595-66AB-3014-0381-A6993BA496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5956562-13A4-CC58-2C19-49B8215DDD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000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E976559E-2BA1-5D1B-40B7-79143544D9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9091E836-4E6C-A256-9BF2-41CAC6B8B7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6767146-40BD-2D4F-81ED-E5DA5161660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03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B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5270EE-1BCD-812B-C377-7AF2E630BD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75F152-A55F-CC0F-E787-C0975438F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1C3256D-7069-1642-307C-BF05DD12B4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F56B531-79B5-14CB-B459-9E213AF5A7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97539383-5370-F299-5F4F-D40B488AE2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81A9D18D-ED16-70A1-3BF8-A7C68C6685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FF40A1-A4F6-CB90-E8FD-F4B63891A5E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03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C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9B04B0-BE4F-D447-A531-74EC9777FB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6F6CA5-C139-4C92-A82E-567B0ACF0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66A9B29-CF3B-4BA8-4A64-77DC8CB89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092C18-3637-9308-2941-07262D3C90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2" name="Disclaimer">
            <a:extLst>
              <a:ext uri="{FF2B5EF4-FFF2-40B4-BE49-F238E27FC236}">
                <a16:creationId xmlns:a16="http://schemas.microsoft.com/office/drawing/2014/main" id="{21D21E89-61C1-A944-A5BE-9197A4F0C9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4AE03DC9-58D7-B975-20F6-A49273B610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98B0DFC3-4C63-6B3D-EB69-161D88F1AEB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56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D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5796EE-538C-4976-70F3-F97CC056A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88F250-BAD0-6F06-5116-F8B6145A0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180E8F6-EE91-B4F4-08C7-D086C8470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274F18-4D6D-3FA9-D421-F2D087C770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2" name="Disclaimer">
            <a:extLst>
              <a:ext uri="{FF2B5EF4-FFF2-40B4-BE49-F238E27FC236}">
                <a16:creationId xmlns:a16="http://schemas.microsoft.com/office/drawing/2014/main" id="{5F397B1D-6C9B-4621-3541-6724BE0302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22">
            <a:extLst>
              <a:ext uri="{FF2B5EF4-FFF2-40B4-BE49-F238E27FC236}">
                <a16:creationId xmlns:a16="http://schemas.microsoft.com/office/drawing/2014/main" id="{D09542B5-1DE3-A258-3204-FEF817767E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7FA41EF-4A06-5783-312F-1C261C42C8D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87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C6EED3F-2EA2-A094-6035-DBDE0D4938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5921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6EED3F-2EA2-A094-6035-DBDE0D4938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3999"/>
            <a:ext cx="5616000" cy="1800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2952000"/>
            <a:ext cx="561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FEC4283-FBE8-D966-8481-1F84E1F0A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72000" y="0"/>
            <a:ext cx="6120000" cy="6858000"/>
          </a:xfrm>
          <a:custGeom>
            <a:avLst/>
            <a:gdLst>
              <a:gd name="connsiteX0" fmla="*/ 0 w 5753100"/>
              <a:gd name="connsiteY0" fmla="*/ 0 h 6857998"/>
              <a:gd name="connsiteX1" fmla="*/ 5753100 w 5753100"/>
              <a:gd name="connsiteY1" fmla="*/ 0 h 6857998"/>
              <a:gd name="connsiteX2" fmla="*/ 5753100 w 5753100"/>
              <a:gd name="connsiteY2" fmla="*/ 6857998 h 6857998"/>
              <a:gd name="connsiteX3" fmla="*/ 4186008 w 5753100"/>
              <a:gd name="connsiteY3" fmla="*/ 6857998 h 6857998"/>
              <a:gd name="connsiteX4" fmla="*/ 4073498 w 5753100"/>
              <a:gd name="connsiteY4" fmla="*/ 6857998 h 6857998"/>
              <a:gd name="connsiteX5" fmla="*/ 4059488 w 5753100"/>
              <a:gd name="connsiteY5" fmla="*/ 6857998 h 6857998"/>
              <a:gd name="connsiteX6" fmla="*/ 3947432 w 5753100"/>
              <a:gd name="connsiteY6" fmla="*/ 6857998 h 6857998"/>
              <a:gd name="connsiteX7" fmla="*/ 0 w 5753100"/>
              <a:gd name="connsiteY7" fmla="*/ 6857998 h 6857998"/>
              <a:gd name="connsiteX8" fmla="*/ 0 w 5753100"/>
              <a:gd name="connsiteY8" fmla="*/ 6857997 h 6857998"/>
              <a:gd name="connsiteX9" fmla="*/ 2300860 w 5753100"/>
              <a:gd name="connsiteY9" fmla="*/ 3428999 h 6857998"/>
              <a:gd name="connsiteX10" fmla="*/ 0 w 5753100"/>
              <a:gd name="connsiteY10" fmla="*/ 1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53100" h="6857998">
                <a:moveTo>
                  <a:pt x="0" y="0"/>
                </a:moveTo>
                <a:lnTo>
                  <a:pt x="5753100" y="0"/>
                </a:lnTo>
                <a:lnTo>
                  <a:pt x="5753100" y="6857998"/>
                </a:lnTo>
                <a:lnTo>
                  <a:pt x="4186008" y="6857998"/>
                </a:lnTo>
                <a:lnTo>
                  <a:pt x="4073498" y="6857998"/>
                </a:lnTo>
                <a:lnTo>
                  <a:pt x="4059488" y="6857998"/>
                </a:lnTo>
                <a:lnTo>
                  <a:pt x="3947432" y="6857998"/>
                </a:lnTo>
                <a:lnTo>
                  <a:pt x="0" y="6857998"/>
                </a:lnTo>
                <a:lnTo>
                  <a:pt x="0" y="6857997"/>
                </a:lnTo>
                <a:lnTo>
                  <a:pt x="2300860" y="3428999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294DF71-363D-DF08-3AE2-2B6CFB9E7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3528000"/>
            <a:ext cx="561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2471D44-7B4A-FF5C-8429-F5D1BD0269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3816000"/>
            <a:ext cx="561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B075F6E-F3D2-779E-9FF0-22017CB77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5" name="Disclaimer">
            <a:extLst>
              <a:ext uri="{FF2B5EF4-FFF2-40B4-BE49-F238E27FC236}">
                <a16:creationId xmlns:a16="http://schemas.microsoft.com/office/drawing/2014/main" id="{E7D9A33F-CE2F-611D-0565-DDD871D7C7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1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4BF8BE42-C84D-CF50-18BD-DF77F2A1B8F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80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414800"/>
            <a:ext cx="11232000" cy="46799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FE4C5731-EBC5-5F94-2A14-4F3B770ED7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C4E808-7203-4917-098B-02B3326D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93D9DA-2B5A-DFC9-85FC-EDE989E493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75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A4799F-9603-C7F5-FC7C-3B147396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1DC5A23-6973-07D0-BF89-D1918D14F8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773000"/>
            <a:ext cx="11232000" cy="43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000C6F27-CA37-5CD7-43D5-6EF8C6AFBF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1F25AE-0F93-7DC7-2213-F7CDE74EAB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84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1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think-cell data - do not delete" hidden="1">
            <a:extLst>
              <a:ext uri="{FF2B5EF4-FFF2-40B4-BE49-F238E27FC236}">
                <a16:creationId xmlns:a16="http://schemas.microsoft.com/office/drawing/2014/main" id="{E344D579-EFFA-CB08-7550-795A1D5F1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198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44D579-EFFA-CB08-7550-795A1D5F1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hape">
            <a:extLst>
              <a:ext uri="{FF2B5EF4-FFF2-40B4-BE49-F238E27FC236}">
                <a16:creationId xmlns:a16="http://schemas.microsoft.com/office/drawing/2014/main" id="{2105BD05-E1D8-4F7C-5D84-6656B92AD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6050" y="0"/>
            <a:ext cx="9265951" cy="6858000"/>
          </a:xfrm>
          <a:custGeom>
            <a:avLst/>
            <a:gdLst>
              <a:gd name="connsiteX0" fmla="*/ 0 w 9265951"/>
              <a:gd name="connsiteY0" fmla="*/ 0 h 6858000"/>
              <a:gd name="connsiteX1" fmla="*/ 9265951 w 9265951"/>
              <a:gd name="connsiteY1" fmla="*/ 0 h 6858000"/>
              <a:gd name="connsiteX2" fmla="*/ 9265951 w 9265951"/>
              <a:gd name="connsiteY2" fmla="*/ 6858000 h 6858000"/>
              <a:gd name="connsiteX3" fmla="*/ 0 w 9265951"/>
              <a:gd name="connsiteY3" fmla="*/ 6858000 h 6858000"/>
              <a:gd name="connsiteX4" fmla="*/ 2008745 w 9265951"/>
              <a:gd name="connsiteY4" fmla="*/ 4849258 h 6858000"/>
              <a:gd name="connsiteX5" fmla="*/ 2008745 w 9265951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5951" h="6858000">
                <a:moveTo>
                  <a:pt x="0" y="0"/>
                </a:moveTo>
                <a:lnTo>
                  <a:pt x="9265951" y="0"/>
                </a:lnTo>
                <a:lnTo>
                  <a:pt x="9265951" y="6858000"/>
                </a:lnTo>
                <a:lnTo>
                  <a:pt x="0" y="6858000"/>
                </a:lnTo>
                <a:lnTo>
                  <a:pt x="2008745" y="4849258"/>
                </a:lnTo>
                <a:lnTo>
                  <a:pt x="2008745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Shape">
            <a:extLst>
              <a:ext uri="{FF2B5EF4-FFF2-40B4-BE49-F238E27FC236}">
                <a16:creationId xmlns:a16="http://schemas.microsoft.com/office/drawing/2014/main" id="{69730063-4D1C-29DA-1DA8-7B49303C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90BFB2-423F-59A3-D617-C8CE6299A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1989000"/>
            <a:ext cx="3960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547EBA7-0F9D-B1D0-FAC4-D0B08441E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36E5692-013B-1533-67BD-251533B391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0247BDE-6AE3-F86E-C533-0DF50E7E2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DB92ECD0-57CC-096B-AB77-7489FD4D3E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7FF78BA-26F9-DC27-1117-95F73AD1C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43FFEF-73AC-2E14-88FD-B7A5C3DCC9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E7B4412-1997-B2F4-2CE6-23D58C8785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ABE22D9F-E579-CFEA-ED2C-5C47A536AC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30B9C9D-9968-B0B7-62C2-A751106E65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176C385E-FED2-D58A-98EA-0E179CAA44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D3C9BA7-D056-C0C1-0109-2ED42FED2D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BA732A09-FA5A-E632-A5FA-33D4655741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7CE19CF-53A1-ADDB-5196-555034F9E7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CBB4B3D0-586F-A2CE-8546-F559D89AA1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39E49226-C251-4B90-3395-51FA39BAF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9F5C05DF-687D-754D-4686-DF753BF554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647973D-D207-77A9-E746-0C8D3380C6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F2244D1-8F86-50FC-75D8-2A75F7C3E4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CF0E8-FBB6-0B99-6DF2-88D48B54730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4493CAB-69B0-895D-778C-EF1424AA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17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2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>
            <a:extLst>
              <a:ext uri="{FF2B5EF4-FFF2-40B4-BE49-F238E27FC236}">
                <a16:creationId xmlns:a16="http://schemas.microsoft.com/office/drawing/2014/main" id="{E2B6C0D4-694D-67F4-FE12-ABCC9974F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AA3EB579-731D-0E8D-FF53-824F97358E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4247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3EB579-731D-0E8D-FF53-824F97358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hape">
            <a:extLst>
              <a:ext uri="{FF2B5EF4-FFF2-40B4-BE49-F238E27FC236}">
                <a16:creationId xmlns:a16="http://schemas.microsoft.com/office/drawing/2014/main" id="{3722AD90-5929-7E7B-0CC7-AC1EC5399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92D28ED-2411-A6E4-F557-B138442359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89000"/>
            <a:ext cx="3960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FE467D07-74E8-B9A8-0477-E1750E727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D99EB841-632F-40BD-250E-7B9A671D4C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056205AA-6953-B29E-6950-CA25195B0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AF6097EE-E432-E4AB-9829-B341D6DB7D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D3C25B2-659D-AB1F-58BE-B325185B8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A0DBB53F-6A37-9C7C-313F-67D8CD9F22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4BEC7A50-95DD-F7DD-BC77-82B03E6161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D3E5C7D-9C76-54D7-A448-0C0FEB10CD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0A6223F-25F4-BDA2-14B5-2956A8B8D6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322E9951-078D-BE93-E86E-265A6CCFC2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A314A35E-C7DD-F257-321D-CD1A8A3699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F39A3C41-70F1-C212-AC04-6182DB0FB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76BACCB-F384-EB58-454B-82CC0FDABE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F7FC3984-AE98-2006-C5CF-F58544D33D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772C55DD-418B-98EF-BFCB-89FEC0E50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1EE8EE22-190C-65DB-599C-B57B87879D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8B4A61A5-F13B-2DBD-E236-79D7F071E5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7B47E442-4E71-C12D-E01C-8C57087C05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FAE014-332E-C939-C32D-7C95AA6B3B5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62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3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990E3632-6A23-F2B2-40A1-77E0AC15CB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1120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0E3632-6A23-F2B2-40A1-77E0AC15C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hape">
            <a:extLst>
              <a:ext uri="{FF2B5EF4-FFF2-40B4-BE49-F238E27FC236}">
                <a16:creationId xmlns:a16="http://schemas.microsoft.com/office/drawing/2014/main" id="{EFC98BF4-B2D7-702F-B149-DC7C0381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8CD2B39-5218-7990-DBEF-2281CF56D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89000"/>
            <a:ext cx="3960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D005A4A-0BC0-5A25-2C05-B787F2A47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1C0955CB-82F6-4404-7276-9115D0C7C9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3C1736D-95B7-371B-C340-B6BAB7E1D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DAEF7250-D833-1590-FAED-FADCEF4B60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F9217C4-2984-38E2-FA80-AAF50CEA3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F4410E3C-9C63-5E5E-B146-D171B74509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B06B394-D153-E648-86F1-74EC23C3F0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72C6DAE0-DD77-0ECE-03E7-117D2C4E50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A9A5D66-51D6-466C-CE2D-B64B842B8B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05145816-D5A5-C8C8-F0F8-BC055154CC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2934F8E-8E6D-4221-CF40-0F3C239E99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2BDF83B0-48EB-45EA-24DA-B6639E1EE3C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75A90D-887E-D017-F0FE-1A726E5D73A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13D25D6-C968-29E4-B78A-D5D9E2722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6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4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1218586-CFF9-D1B9-A7B1-D06ABC4D38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7956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218586-CFF9-D1B9-A7B1-D06ABC4D38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hape">
            <a:extLst>
              <a:ext uri="{FF2B5EF4-FFF2-40B4-BE49-F238E27FC236}">
                <a16:creationId xmlns:a16="http://schemas.microsoft.com/office/drawing/2014/main" id="{30D817C6-F486-A385-9A34-67A627CEE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B6FC3B0-D36F-1EAC-E756-1040EB21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960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1B11C8A-95E4-FA97-3593-EBA151E16C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9146D62C-B037-86B2-F031-9D7CB1AE96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FA0464-8B17-496A-FA4C-57E96C00D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F1CCA5E-6795-1E3C-5218-0B3080BC0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DF651931-7D32-AF36-EB33-181A9C5ED4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E3EBF013-1DF3-6C0C-5595-34FA4DDD2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3988DFE-A57F-87ED-75E3-003856244E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BCAAFFA4-9925-CF4B-EDD6-C21D117C97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4E3D30E5-8A57-CDD7-DA25-100B803CA7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98896E69-B5C1-DD0C-DEBD-1D63423353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64B036E8-0AB2-175D-6923-18F103BC90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656E6B1-C23F-11A3-AAEA-E43A083EE0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18F3E3-264A-4C83-A974-080846FB496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85580ED-5FC2-2E18-2BA3-F71F88F27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601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3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7AEE46D-B4F2-4107-8A7F-B14B6409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53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4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0D2B15E-6D4C-4809-66C2-430DBD332E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11372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D2B15E-6D4C-4809-66C2-430DBD332E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410D8853-18BA-D989-188F-A49B3D604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79F0E98-9B0C-EA2A-F3ED-F272FE5B53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651590A3-C7A3-74C1-B3FD-950E6CA36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8513A37A-8453-D00A-15A6-DBA4A1C8C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824F957-6B5C-9690-8DBB-C58D996C6F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B366B9BB-D562-A477-C43B-177914D0DE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85F5E58-1A5B-1AEE-E293-417AAA7C8F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27C1F407-D543-D126-18EF-2027DC07FD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E4116AAB-8440-E072-B686-6DD310760A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D9952F24-3326-2EA9-C9C4-26B26A2EED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9F97E5EE-1A24-3AA3-981C-8820699CBD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1A3C679-9EC8-21CC-9B66-0779A462BF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F657BF5-19D2-86E7-9EAE-E00A19E14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FAE78B7F-4E12-C13C-49D5-4C3E404B90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0FFD85-F4AC-F6CD-822C-70699098E07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02603E47-1182-8408-3574-B0763C5AD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69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5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D1D3A82-DD59-235A-767E-8C50DD7DF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8603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D3A82-DD59-235A-767E-8C50DD7DF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41F93BD7-6629-2BDA-2DDE-0C905A4F1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CB66C06-7B2F-7BE2-A367-7DDD72632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799"/>
            <a:ext cx="3420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6ED309D-FD15-68C4-E2F1-BE4E904F6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8000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047C52C7-8864-3BB3-2836-73796CCAB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8002" y="8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9344FF3-624C-456D-BB87-B0DEEFF54F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8000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5968EF6-F968-3F1D-D6EA-258E58B582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8002" y="17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1A67B7A3-26B4-B088-B38B-A4EC107951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48000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C66B580D-0D66-09A6-C58B-ECE8F569C3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8002" y="26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ADB76CFE-1E27-4B7E-FC94-06990F8D06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48000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8B8D081D-9B4F-F6EC-B455-CE69A72CE1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002" y="35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31E03DD0-C0DC-23EA-808B-5F7A1982B0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8000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3793D01F-0860-98F2-29FB-1C4AE36F7D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002" y="44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5A820D2B-DC0E-CB92-F4E4-41D8DBFE47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8000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A4933F59-9C6B-BD06-18AC-8BE0C9B8CE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002" y="53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BCD96-BAED-99F7-F511-59C8FCB4F7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D9AFD3CE-B9C6-DD2D-4D3D-1C988CF93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09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6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5F7E659-09C6-F64B-03E2-84676E702F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128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F7E659-09C6-F64B-03E2-84676E702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F48D65F2-5B45-F86A-C4F2-07779F0ED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0DF7FA5-A05F-4246-C79F-001C46800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4D64BFD-9C90-593A-5B75-12D2434CFC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8000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A0DD48D7-E4D3-B7F6-6407-529AA5D70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8002" y="8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E1270E38-B76C-FB66-AF86-F5A5D9BA5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8000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43C5AA4-095B-1A36-0743-40E26176FE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8002" y="17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2D66FE62-C743-B687-35BE-926213FE7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48000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06B808A-B24A-4A34-8FEB-77AC08F6F1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8002" y="26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CABB420A-92EF-3AE6-E3BE-02E077D5BD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48000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EF97800C-FDC3-D439-322C-DB550C6A02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002" y="35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90AE51B-59A3-37F5-AFFA-92D888F327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8000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B4A6DB1E-9602-E368-6205-5DAD677F45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002" y="44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BA825D2C-AAA8-6CA1-78D5-DD9AACF965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8000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93B5A6D9-3E97-A018-F608-E1789B189E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002" y="53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159C1-971B-AE53-D1B1-8B4987AC406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E9135F0-0001-B72A-AC68-5175C8296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25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1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56DC24F-C58B-A46E-946F-B9309A93ED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5821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6DC24F-C58B-A46E-946F-B9309A93ED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hape">
            <a:extLst>
              <a:ext uri="{FF2B5EF4-FFF2-40B4-BE49-F238E27FC236}">
                <a16:creationId xmlns:a16="http://schemas.microsoft.com/office/drawing/2014/main" id="{1C7DFE98-A72A-B24C-47DF-92462089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Title">
            <a:extLst>
              <a:ext uri="{FF2B5EF4-FFF2-40B4-BE49-F238E27FC236}">
                <a16:creationId xmlns:a16="http://schemas.microsoft.com/office/drawing/2014/main" id="{F4442CFC-D399-50C4-C673-13B47B056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" name="Text Placeholder 19">
            <a:extLst>
              <a:ext uri="{FF2B5EF4-FFF2-40B4-BE49-F238E27FC236}">
                <a16:creationId xmlns:a16="http://schemas.microsoft.com/office/drawing/2014/main" id="{D32178DD-8527-BDD4-3B53-E257A9F39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998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3" name="Text Placeholder 21">
            <a:extLst>
              <a:ext uri="{FF2B5EF4-FFF2-40B4-BE49-F238E27FC236}">
                <a16:creationId xmlns:a16="http://schemas.microsoft.com/office/drawing/2014/main" id="{646A0726-B96A-8DA4-3FCC-DF297A887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998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64" name="Text Placeholder 19">
            <a:extLst>
              <a:ext uri="{FF2B5EF4-FFF2-40B4-BE49-F238E27FC236}">
                <a16:creationId xmlns:a16="http://schemas.microsoft.com/office/drawing/2014/main" id="{7F694670-8215-AF5D-2F2F-6F529D079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9998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5" name="Text Placeholder 21">
            <a:extLst>
              <a:ext uri="{FF2B5EF4-FFF2-40B4-BE49-F238E27FC236}">
                <a16:creationId xmlns:a16="http://schemas.microsoft.com/office/drawing/2014/main" id="{97A38BD3-583B-E404-B524-A7B9FF6E5A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998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66" name="Text Placeholder 19">
            <a:extLst>
              <a:ext uri="{FF2B5EF4-FFF2-40B4-BE49-F238E27FC236}">
                <a16:creationId xmlns:a16="http://schemas.microsoft.com/office/drawing/2014/main" id="{2853EA1E-FDD8-CE47-3166-A764F945B5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9998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7" name="Text Placeholder 21">
            <a:extLst>
              <a:ext uri="{FF2B5EF4-FFF2-40B4-BE49-F238E27FC236}">
                <a16:creationId xmlns:a16="http://schemas.microsoft.com/office/drawing/2014/main" id="{6F4E89E5-D63F-8F9D-8FE6-E37E80405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9998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68" name="Text Placeholder 19">
            <a:extLst>
              <a:ext uri="{FF2B5EF4-FFF2-40B4-BE49-F238E27FC236}">
                <a16:creationId xmlns:a16="http://schemas.microsoft.com/office/drawing/2014/main" id="{AFEE4559-625F-5E6C-F99E-25D2A0C7C9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5043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9" name="Text Placeholder 21">
            <a:extLst>
              <a:ext uri="{FF2B5EF4-FFF2-40B4-BE49-F238E27FC236}">
                <a16:creationId xmlns:a16="http://schemas.microsoft.com/office/drawing/2014/main" id="{6E1E0F5F-071B-1464-A0D9-58B10A955D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5043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0" name="Text Placeholder 19">
            <a:extLst>
              <a:ext uri="{FF2B5EF4-FFF2-40B4-BE49-F238E27FC236}">
                <a16:creationId xmlns:a16="http://schemas.microsoft.com/office/drawing/2014/main" id="{9E0F224C-12FE-E76F-1A9E-9E216FC532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95043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1" name="Text Placeholder 21">
            <a:extLst>
              <a:ext uri="{FF2B5EF4-FFF2-40B4-BE49-F238E27FC236}">
                <a16:creationId xmlns:a16="http://schemas.microsoft.com/office/drawing/2014/main" id="{A86D9899-4D7C-FC51-7009-6B67588D66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95043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2" name="Text Placeholder 19">
            <a:extLst>
              <a:ext uri="{FF2B5EF4-FFF2-40B4-BE49-F238E27FC236}">
                <a16:creationId xmlns:a16="http://schemas.microsoft.com/office/drawing/2014/main" id="{574E6916-32A8-9EAF-084D-F6F5CD7092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5043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3" name="Text Placeholder 21">
            <a:extLst>
              <a:ext uri="{FF2B5EF4-FFF2-40B4-BE49-F238E27FC236}">
                <a16:creationId xmlns:a16="http://schemas.microsoft.com/office/drawing/2014/main" id="{5CBBAE38-AD5E-2471-A409-4D2BD0A244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5043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4" name="Text Placeholder 19">
            <a:extLst>
              <a:ext uri="{FF2B5EF4-FFF2-40B4-BE49-F238E27FC236}">
                <a16:creationId xmlns:a16="http://schemas.microsoft.com/office/drawing/2014/main" id="{29F46D8A-65C5-6FA7-E416-B9CD2F4335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087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5" name="Text Placeholder 21">
            <a:extLst>
              <a:ext uri="{FF2B5EF4-FFF2-40B4-BE49-F238E27FC236}">
                <a16:creationId xmlns:a16="http://schemas.microsoft.com/office/drawing/2014/main" id="{324CA7D8-CE46-9460-F434-96CE0C1723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0087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6" name="Text Placeholder 19">
            <a:extLst>
              <a:ext uri="{FF2B5EF4-FFF2-40B4-BE49-F238E27FC236}">
                <a16:creationId xmlns:a16="http://schemas.microsoft.com/office/drawing/2014/main" id="{47FE7DDD-4DE2-5E0D-C1A2-6C5B022BD2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70087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7" name="Text Placeholder 21">
            <a:extLst>
              <a:ext uri="{FF2B5EF4-FFF2-40B4-BE49-F238E27FC236}">
                <a16:creationId xmlns:a16="http://schemas.microsoft.com/office/drawing/2014/main" id="{E203E916-8E51-91EB-1E2E-210C4B5D26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087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8" name="Text Placeholder 19">
            <a:extLst>
              <a:ext uri="{FF2B5EF4-FFF2-40B4-BE49-F238E27FC236}">
                <a16:creationId xmlns:a16="http://schemas.microsoft.com/office/drawing/2014/main" id="{A4164FB2-877B-7BEE-7048-E13866F248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70087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9" name="Text Placeholder 21">
            <a:extLst>
              <a:ext uri="{FF2B5EF4-FFF2-40B4-BE49-F238E27FC236}">
                <a16:creationId xmlns:a16="http://schemas.microsoft.com/office/drawing/2014/main" id="{A7FB8E93-BEB7-4497-9540-87E30AC992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0087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5505E-3074-C6B6-2E88-8B17F4A76C4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A93E65D-EA66-126D-2D49-2ACB491D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74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2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B2A751B-BEE2-5E48-BF58-00CB3B368B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951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2A751B-BEE2-5E48-BF58-00CB3B368B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89537572-0E57-45CD-C97B-E0BB52E7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8CBDB4D-0EB6-3B1E-347B-C9E02AF01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09A1FD2A-FDCF-7768-ED02-C7BA59A9AE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998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D438E143-92E3-7B4C-74A4-8E50D4578C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998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8D06E11-7C80-BCA0-2269-C4CE309DA6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9998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1EE8578A-61C1-5377-D10E-706A208A8E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998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1B3F1BD-2CE1-CEBF-FC31-FDCFB8754D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9998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3A58B886-0749-9CD1-9AF0-4870B14C3F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9998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3D5A0A71-4606-1779-D5F9-80F8CE9641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5043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83248F4A-0750-ED62-7DF8-F129C6C4A0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5043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8E66CCF1-7C7E-CFFF-7AE8-857BDBC622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95043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8A534D67-265E-8D8F-FE7F-13B2AA324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95043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42823B-DA68-1A2F-613F-A2137BDC56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5043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0A26121A-1815-CF18-0C57-1D796DC3B4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5043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2F2FFF2E-ED3D-D3FB-CE75-B1CB069C1A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087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09510A2-3CC3-D401-0E6D-E814CDE097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0087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50C852AC-AF92-CD04-6AF9-2C54DFD5BA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70087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A698065C-789E-A9F6-8B60-F204636562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087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3A0F6750-C8ED-D6F9-24E1-767618C378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70087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EE29634A-BA58-50C1-A804-E2E0881F0FE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0087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C68614-3C1F-EA6D-8F7C-326535AF678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AFE7CC84-95AE-3982-B621-8CE5BBFDD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61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5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D6C3DB4-4590-F50C-13CE-861B8AB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03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6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F608F33-4704-9C45-8E7C-37AB3AE4D9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2388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608F33-4704-9C45-8E7C-37AB3AE4D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4EE74937-DA56-F252-D48E-3B61C2ACA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F37F157-B9DA-BFA6-51B4-68D71DA87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799"/>
            <a:ext cx="208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42E5CB7B-9CBF-0D4D-E281-3EAD83118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62227333-78E2-4FDE-859B-D4372270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DE431332-1001-73A9-F6F6-330BC8427A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4795A6B-A5FB-47CB-605B-66B1126D2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9F49C361-AEF3-865C-E4DA-5BE6566F26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E0DAE8D7-7ADA-D422-5316-5A536DFDCE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D7FE1143-A384-6CA4-BA02-9FD1D22729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7E7586CA-D10B-E605-89DE-E92C69BA53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6A16E65-F462-BEF6-E765-2EB951B2E1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D4877544-577F-AD1B-04D3-FC86831385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3E9FA4BC-91EE-5E6B-6063-77AD22CC15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2805126F-3113-7CD1-34D9-9BB023BB8A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CD76D-0D81-9263-383E-E707CF52A1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08A8278-066B-C367-973D-6C1A5C44B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32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4932000" cy="2880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rgbClr val="4CD300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DDCD-84F7-098A-093D-6421BE7781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8800" y="3312000"/>
            <a:ext cx="4932000" cy="2780824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summary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B0A33B1-3FF4-4137-0B16-2BD702BBA6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28000" y="189000"/>
            <a:ext cx="6373200" cy="6480000"/>
          </a:xfrm>
          <a:custGeom>
            <a:avLst/>
            <a:gdLst>
              <a:gd name="connsiteX0" fmla="*/ 1892106 w 6459796"/>
              <a:gd name="connsiteY0" fmla="*/ 0 h 6459796"/>
              <a:gd name="connsiteX1" fmla="*/ 4567690 w 6459796"/>
              <a:gd name="connsiteY1" fmla="*/ 0 h 6459796"/>
              <a:gd name="connsiteX2" fmla="*/ 6459796 w 6459796"/>
              <a:gd name="connsiteY2" fmla="*/ 1892106 h 6459796"/>
              <a:gd name="connsiteX3" fmla="*/ 6459796 w 6459796"/>
              <a:gd name="connsiteY3" fmla="*/ 4567690 h 6459796"/>
              <a:gd name="connsiteX4" fmla="*/ 4567690 w 6459796"/>
              <a:gd name="connsiteY4" fmla="*/ 6459796 h 6459796"/>
              <a:gd name="connsiteX5" fmla="*/ 1892106 w 6459796"/>
              <a:gd name="connsiteY5" fmla="*/ 6459796 h 6459796"/>
              <a:gd name="connsiteX6" fmla="*/ 0 w 6459796"/>
              <a:gd name="connsiteY6" fmla="*/ 4567690 h 6459796"/>
              <a:gd name="connsiteX7" fmla="*/ 0 w 6459796"/>
              <a:gd name="connsiteY7" fmla="*/ 1892106 h 645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59796" h="6459796">
                <a:moveTo>
                  <a:pt x="1892106" y="0"/>
                </a:moveTo>
                <a:lnTo>
                  <a:pt x="4567690" y="0"/>
                </a:lnTo>
                <a:lnTo>
                  <a:pt x="6459796" y="1892106"/>
                </a:lnTo>
                <a:lnTo>
                  <a:pt x="6459796" y="4567690"/>
                </a:lnTo>
                <a:lnTo>
                  <a:pt x="4567690" y="6459796"/>
                </a:lnTo>
                <a:lnTo>
                  <a:pt x="1892106" y="6459796"/>
                </a:lnTo>
                <a:lnTo>
                  <a:pt x="0" y="4567690"/>
                </a:lnTo>
                <a:lnTo>
                  <a:pt x="0" y="18921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403599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396000"/>
            <a:ext cx="4932000" cy="2880001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rgbClr val="E7FF00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DDCD-84F7-098A-093D-6421BE7781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999" y="3312000"/>
            <a:ext cx="4932000" cy="2780824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summary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2F8041B-C061-F3DA-BD64-F8BF7279C14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27999" y="0"/>
            <a:ext cx="6563999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 anchor="ctr" anchorCtr="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E3FADD6-5E3C-72EF-F3D2-A809E5E16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94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image connec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9" y="396000"/>
            <a:ext cx="4464000" cy="2880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D5845B4-0CCF-8E55-0D3C-26D69C2B93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8800" y="3312000"/>
            <a:ext cx="4464000" cy="2780824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summary</a:t>
            </a:r>
          </a:p>
        </p:txBody>
      </p:sp>
      <p:sp>
        <p:nvSpPr>
          <p:cNvPr id="9" name="Picture Placeholder A">
            <a:extLst>
              <a:ext uri="{FF2B5EF4-FFF2-40B4-BE49-F238E27FC236}">
                <a16:creationId xmlns:a16="http://schemas.microsoft.com/office/drawing/2014/main" id="{C3C489BF-58C7-1C89-1055-5CF03DA480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5628" y="396000"/>
            <a:ext cx="3564000" cy="2808000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B">
            <a:extLst>
              <a:ext uri="{FF2B5EF4-FFF2-40B4-BE49-F238E27FC236}">
                <a16:creationId xmlns:a16="http://schemas.microsoft.com/office/drawing/2014/main" id="{28B8AAC1-0E69-E07E-DA85-B5BAF6B371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22800" y="2094868"/>
            <a:ext cx="2988000" cy="3997956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43365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image connec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1A7BA3C9-FC2A-5919-2A3D-1B220763C1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69440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7BA3C9-FC2A-5919-2A3D-1B220763C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9" y="396000"/>
            <a:ext cx="8496000" cy="1728000"/>
          </a:xfrm>
        </p:spPr>
        <p:txBody>
          <a:bodyPr vert="horz"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Picture Placeholder A">
            <a:extLst>
              <a:ext uri="{FF2B5EF4-FFF2-40B4-BE49-F238E27FC236}">
                <a16:creationId xmlns:a16="http://schemas.microsoft.com/office/drawing/2014/main" id="{6D697B34-4542-D8A5-1A93-740278D856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8801" y="2130197"/>
            <a:ext cx="5614871" cy="3024000"/>
          </a:xfrm>
          <a:solidFill>
            <a:schemeClr val="bg1">
              <a:lumMod val="95000"/>
            </a:schemeClr>
          </a:solidFill>
        </p:spPr>
        <p:txBody>
          <a:bodyPr lIns="180000" tIns="108000"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B">
            <a:extLst>
              <a:ext uri="{FF2B5EF4-FFF2-40B4-BE49-F238E27FC236}">
                <a16:creationId xmlns:a16="http://schemas.microsoft.com/office/drawing/2014/main" id="{54549A8F-CD9F-11E9-3856-5721AD92B0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3672" y="3354592"/>
            <a:ext cx="5617129" cy="3024608"/>
          </a:xfrm>
          <a:solidFill>
            <a:schemeClr val="bg1">
              <a:lumMod val="95000"/>
            </a:schemeClr>
          </a:solidFill>
        </p:spPr>
        <p:txBody>
          <a:bodyPr lIns="180000" tIns="10800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0143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496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000000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7E8E03-AEC3-561D-DDC1-1C97AB5F008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" y="2324099"/>
            <a:ext cx="12193197" cy="4533900"/>
          </a:xfrm>
          <a:custGeom>
            <a:avLst/>
            <a:gdLst>
              <a:gd name="connsiteX0" fmla="*/ 434412 w 12193197"/>
              <a:gd name="connsiteY0" fmla="*/ 4230895 h 4533900"/>
              <a:gd name="connsiteX1" fmla="*/ 452515 w 12193197"/>
              <a:gd name="connsiteY1" fmla="*/ 4230895 h 4533900"/>
              <a:gd name="connsiteX2" fmla="*/ 452515 w 12193197"/>
              <a:gd name="connsiteY2" fmla="*/ 4303613 h 4533900"/>
              <a:gd name="connsiteX3" fmla="*/ 434412 w 12193197"/>
              <a:gd name="connsiteY3" fmla="*/ 4303613 h 4533900"/>
              <a:gd name="connsiteX4" fmla="*/ 316283 w 12193197"/>
              <a:gd name="connsiteY4" fmla="*/ 4194689 h 4533900"/>
              <a:gd name="connsiteX5" fmla="*/ 343591 w 12193197"/>
              <a:gd name="connsiteY5" fmla="*/ 4194689 h 4533900"/>
              <a:gd name="connsiteX6" fmla="*/ 343591 w 12193197"/>
              <a:gd name="connsiteY6" fmla="*/ 4303613 h 4533900"/>
              <a:gd name="connsiteX7" fmla="*/ 316283 w 12193197"/>
              <a:gd name="connsiteY7" fmla="*/ 4303613 h 4533900"/>
              <a:gd name="connsiteX8" fmla="*/ 911528 w 12193197"/>
              <a:gd name="connsiteY8" fmla="*/ 4191621 h 4533900"/>
              <a:gd name="connsiteX9" fmla="*/ 943745 w 12193197"/>
              <a:gd name="connsiteY9" fmla="*/ 4238565 h 4533900"/>
              <a:gd name="connsiteX10" fmla="*/ 911528 w 12193197"/>
              <a:gd name="connsiteY10" fmla="*/ 4282441 h 4533900"/>
              <a:gd name="connsiteX11" fmla="*/ 878083 w 12193197"/>
              <a:gd name="connsiteY11" fmla="*/ 4236417 h 4533900"/>
              <a:gd name="connsiteX12" fmla="*/ 911528 w 12193197"/>
              <a:gd name="connsiteY12" fmla="*/ 4191621 h 4533900"/>
              <a:gd name="connsiteX13" fmla="*/ 638453 w 12193197"/>
              <a:gd name="connsiteY13" fmla="*/ 4191315 h 4533900"/>
              <a:gd name="connsiteX14" fmla="*/ 670669 w 12193197"/>
              <a:gd name="connsiteY14" fmla="*/ 4239180 h 4533900"/>
              <a:gd name="connsiteX15" fmla="*/ 637532 w 12193197"/>
              <a:gd name="connsiteY15" fmla="*/ 4285203 h 4533900"/>
              <a:gd name="connsiteX16" fmla="*/ 605008 w 12193197"/>
              <a:gd name="connsiteY16" fmla="*/ 4236418 h 4533900"/>
              <a:gd name="connsiteX17" fmla="*/ 638453 w 12193197"/>
              <a:gd name="connsiteY17" fmla="*/ 4191315 h 4533900"/>
              <a:gd name="connsiteX18" fmla="*/ 1049294 w 12193197"/>
              <a:gd name="connsiteY18" fmla="*/ 4190701 h 4533900"/>
              <a:gd name="connsiteX19" fmla="*/ 1082739 w 12193197"/>
              <a:gd name="connsiteY19" fmla="*/ 4238566 h 4533900"/>
              <a:gd name="connsiteX20" fmla="*/ 1049601 w 12193197"/>
              <a:gd name="connsiteY20" fmla="*/ 4285510 h 4533900"/>
              <a:gd name="connsiteX21" fmla="*/ 1015543 w 12193197"/>
              <a:gd name="connsiteY21" fmla="*/ 4238566 h 4533900"/>
              <a:gd name="connsiteX22" fmla="*/ 1049294 w 12193197"/>
              <a:gd name="connsiteY22" fmla="*/ 4190701 h 4533900"/>
              <a:gd name="connsiteX23" fmla="*/ 775604 w 12193197"/>
              <a:gd name="connsiteY23" fmla="*/ 4190701 h 4533900"/>
              <a:gd name="connsiteX24" fmla="*/ 806900 w 12193197"/>
              <a:gd name="connsiteY24" fmla="*/ 4223224 h 4533900"/>
              <a:gd name="connsiteX25" fmla="*/ 742773 w 12193197"/>
              <a:gd name="connsiteY25" fmla="*/ 4223224 h 4533900"/>
              <a:gd name="connsiteX26" fmla="*/ 775604 w 12193197"/>
              <a:gd name="connsiteY26" fmla="*/ 4190701 h 4533900"/>
              <a:gd name="connsiteX27" fmla="*/ 398206 w 12193197"/>
              <a:gd name="connsiteY27" fmla="*/ 4176587 h 4533900"/>
              <a:gd name="connsiteX28" fmla="*/ 425514 w 12193197"/>
              <a:gd name="connsiteY28" fmla="*/ 4176587 h 4533900"/>
              <a:gd name="connsiteX29" fmla="*/ 425514 w 12193197"/>
              <a:gd name="connsiteY29" fmla="*/ 4285510 h 4533900"/>
              <a:gd name="connsiteX30" fmla="*/ 398206 w 12193197"/>
              <a:gd name="connsiteY30" fmla="*/ 4285510 h 4533900"/>
              <a:gd name="connsiteX31" fmla="*/ 288976 w 12193197"/>
              <a:gd name="connsiteY31" fmla="*/ 4176280 h 4533900"/>
              <a:gd name="connsiteX32" fmla="*/ 307078 w 12193197"/>
              <a:gd name="connsiteY32" fmla="*/ 4176280 h 4533900"/>
              <a:gd name="connsiteX33" fmla="*/ 307078 w 12193197"/>
              <a:gd name="connsiteY33" fmla="*/ 4248998 h 4533900"/>
              <a:gd name="connsiteX34" fmla="*/ 288976 w 12193197"/>
              <a:gd name="connsiteY34" fmla="*/ 4248998 h 4533900"/>
              <a:gd name="connsiteX35" fmla="*/ 903550 w 12193197"/>
              <a:gd name="connsiteY35" fmla="*/ 4170143 h 4533900"/>
              <a:gd name="connsiteX36" fmla="*/ 846787 w 12193197"/>
              <a:gd name="connsiteY36" fmla="*/ 4237645 h 4533900"/>
              <a:gd name="connsiteX37" fmla="*/ 904777 w 12193197"/>
              <a:gd name="connsiteY37" fmla="*/ 4303612 h 4533900"/>
              <a:gd name="connsiteX38" fmla="*/ 944358 w 12193197"/>
              <a:gd name="connsiteY38" fmla="*/ 4282748 h 4533900"/>
              <a:gd name="connsiteX39" fmla="*/ 944358 w 12193197"/>
              <a:gd name="connsiteY39" fmla="*/ 4297783 h 4533900"/>
              <a:gd name="connsiteX40" fmla="*/ 912141 w 12193197"/>
              <a:gd name="connsiteY40" fmla="*/ 4333375 h 4533900"/>
              <a:gd name="connsiteX41" fmla="*/ 882686 w 12193197"/>
              <a:gd name="connsiteY41" fmla="*/ 4315885 h 4533900"/>
              <a:gd name="connsiteX42" fmla="*/ 880231 w 12193197"/>
              <a:gd name="connsiteY42" fmla="*/ 4313738 h 4533900"/>
              <a:gd name="connsiteX43" fmla="*/ 853537 w 12193197"/>
              <a:gd name="connsiteY43" fmla="*/ 4313738 h 4533900"/>
              <a:gd name="connsiteX44" fmla="*/ 851389 w 12193197"/>
              <a:gd name="connsiteY44" fmla="*/ 4315885 h 4533900"/>
              <a:gd name="connsiteX45" fmla="*/ 910914 w 12193197"/>
              <a:gd name="connsiteY45" fmla="*/ 4354852 h 4533900"/>
              <a:gd name="connsiteX46" fmla="*/ 972586 w 12193197"/>
              <a:gd name="connsiteY46" fmla="*/ 4298090 h 4533900"/>
              <a:gd name="connsiteX47" fmla="*/ 972280 w 12193197"/>
              <a:gd name="connsiteY47" fmla="*/ 4233349 h 4533900"/>
              <a:gd name="connsiteX48" fmla="*/ 973814 w 12193197"/>
              <a:gd name="connsiteY48" fmla="*/ 4174439 h 4533900"/>
              <a:gd name="connsiteX49" fmla="*/ 971666 w 12193197"/>
              <a:gd name="connsiteY49" fmla="*/ 4172291 h 4533900"/>
              <a:gd name="connsiteX50" fmla="*/ 944665 w 12193197"/>
              <a:gd name="connsiteY50" fmla="*/ 4172291 h 4533900"/>
              <a:gd name="connsiteX51" fmla="*/ 942517 w 12193197"/>
              <a:gd name="connsiteY51" fmla="*/ 4174439 h 4533900"/>
              <a:gd name="connsiteX52" fmla="*/ 943131 w 12193197"/>
              <a:gd name="connsiteY52" fmla="*/ 4189166 h 4533900"/>
              <a:gd name="connsiteX53" fmla="*/ 903550 w 12193197"/>
              <a:gd name="connsiteY53" fmla="*/ 4170143 h 4533900"/>
              <a:gd name="connsiteX54" fmla="*/ 629861 w 12193197"/>
              <a:gd name="connsiteY54" fmla="*/ 4169530 h 4533900"/>
              <a:gd name="connsiteX55" fmla="*/ 573405 w 12193197"/>
              <a:gd name="connsiteY55" fmla="*/ 4238566 h 4533900"/>
              <a:gd name="connsiteX56" fmla="*/ 629248 w 12193197"/>
              <a:gd name="connsiteY56" fmla="*/ 4306681 h 4533900"/>
              <a:gd name="connsiteX57" fmla="*/ 669749 w 12193197"/>
              <a:gd name="connsiteY57" fmla="*/ 4285817 h 4533900"/>
              <a:gd name="connsiteX58" fmla="*/ 669135 w 12193197"/>
              <a:gd name="connsiteY58" fmla="*/ 4302079 h 4533900"/>
              <a:gd name="connsiteX59" fmla="*/ 671283 w 12193197"/>
              <a:gd name="connsiteY59" fmla="*/ 4304227 h 4533900"/>
              <a:gd name="connsiteX60" fmla="*/ 698591 w 12193197"/>
              <a:gd name="connsiteY60" fmla="*/ 4304227 h 4533900"/>
              <a:gd name="connsiteX61" fmla="*/ 700739 w 12193197"/>
              <a:gd name="connsiteY61" fmla="*/ 4302079 h 4533900"/>
              <a:gd name="connsiteX62" fmla="*/ 700125 w 12193197"/>
              <a:gd name="connsiteY62" fmla="*/ 4237645 h 4533900"/>
              <a:gd name="connsiteX63" fmla="*/ 700739 w 12193197"/>
              <a:gd name="connsiteY63" fmla="*/ 4174132 h 4533900"/>
              <a:gd name="connsiteX64" fmla="*/ 698591 w 12193197"/>
              <a:gd name="connsiteY64" fmla="*/ 4171985 h 4533900"/>
              <a:gd name="connsiteX65" fmla="*/ 671283 w 12193197"/>
              <a:gd name="connsiteY65" fmla="*/ 4171985 h 4533900"/>
              <a:gd name="connsiteX66" fmla="*/ 669135 w 12193197"/>
              <a:gd name="connsiteY66" fmla="*/ 4174132 h 4533900"/>
              <a:gd name="connsiteX67" fmla="*/ 669749 w 12193197"/>
              <a:gd name="connsiteY67" fmla="*/ 4188860 h 4533900"/>
              <a:gd name="connsiteX68" fmla="*/ 629861 w 12193197"/>
              <a:gd name="connsiteY68" fmla="*/ 4169530 h 4533900"/>
              <a:gd name="connsiteX69" fmla="*/ 1049601 w 12193197"/>
              <a:gd name="connsiteY69" fmla="*/ 4169223 h 4533900"/>
              <a:gd name="connsiteX70" fmla="*/ 984247 w 12193197"/>
              <a:gd name="connsiteY70" fmla="*/ 4238873 h 4533900"/>
              <a:gd name="connsiteX71" fmla="*/ 1049601 w 12193197"/>
              <a:gd name="connsiteY71" fmla="*/ 4307602 h 4533900"/>
              <a:gd name="connsiteX72" fmla="*/ 1114342 w 12193197"/>
              <a:gd name="connsiteY72" fmla="*/ 4237952 h 4533900"/>
              <a:gd name="connsiteX73" fmla="*/ 1049601 w 12193197"/>
              <a:gd name="connsiteY73" fmla="*/ 4169223 h 4533900"/>
              <a:gd name="connsiteX74" fmla="*/ 774990 w 12193197"/>
              <a:gd name="connsiteY74" fmla="*/ 4168916 h 4533900"/>
              <a:gd name="connsiteX75" fmla="*/ 710556 w 12193197"/>
              <a:gd name="connsiteY75" fmla="*/ 4238566 h 4533900"/>
              <a:gd name="connsiteX76" fmla="*/ 775910 w 12193197"/>
              <a:gd name="connsiteY76" fmla="*/ 4307295 h 4533900"/>
              <a:gd name="connsiteX77" fmla="*/ 836049 w 12193197"/>
              <a:gd name="connsiteY77" fmla="*/ 4264339 h 4533900"/>
              <a:gd name="connsiteX78" fmla="*/ 834208 w 12193197"/>
              <a:gd name="connsiteY78" fmla="*/ 4262191 h 4533900"/>
              <a:gd name="connsiteX79" fmla="*/ 808434 w 12193197"/>
              <a:gd name="connsiteY79" fmla="*/ 4262191 h 4533900"/>
              <a:gd name="connsiteX80" fmla="*/ 805980 w 12193197"/>
              <a:gd name="connsiteY80" fmla="*/ 4264339 h 4533900"/>
              <a:gd name="connsiteX81" fmla="*/ 776524 w 12193197"/>
              <a:gd name="connsiteY81" fmla="*/ 4285510 h 4533900"/>
              <a:gd name="connsiteX82" fmla="*/ 741546 w 12193197"/>
              <a:gd name="connsiteY82" fmla="*/ 4244088 h 4533900"/>
              <a:gd name="connsiteX83" fmla="*/ 837890 w 12193197"/>
              <a:gd name="connsiteY83" fmla="*/ 4244088 h 4533900"/>
              <a:gd name="connsiteX84" fmla="*/ 840037 w 12193197"/>
              <a:gd name="connsiteY84" fmla="*/ 4241941 h 4533900"/>
              <a:gd name="connsiteX85" fmla="*/ 774990 w 12193197"/>
              <a:gd name="connsiteY85" fmla="*/ 4168916 h 4533900"/>
              <a:gd name="connsiteX86" fmla="*/ 1199334 w 12193197"/>
              <a:gd name="connsiteY86" fmla="*/ 4168609 h 4533900"/>
              <a:gd name="connsiteX87" fmla="*/ 1156071 w 12193197"/>
              <a:gd name="connsiteY87" fmla="*/ 4191007 h 4533900"/>
              <a:gd name="connsiteX88" fmla="*/ 1156685 w 12193197"/>
              <a:gd name="connsiteY88" fmla="*/ 4173825 h 4533900"/>
              <a:gd name="connsiteX89" fmla="*/ 1154537 w 12193197"/>
              <a:gd name="connsiteY89" fmla="*/ 4171677 h 4533900"/>
              <a:gd name="connsiteX90" fmla="*/ 1128764 w 12193197"/>
              <a:gd name="connsiteY90" fmla="*/ 4171677 h 4533900"/>
              <a:gd name="connsiteX91" fmla="*/ 1126616 w 12193197"/>
              <a:gd name="connsiteY91" fmla="*/ 4173825 h 4533900"/>
              <a:gd name="connsiteX92" fmla="*/ 1126923 w 12193197"/>
              <a:gd name="connsiteY92" fmla="*/ 4241940 h 4533900"/>
              <a:gd name="connsiteX93" fmla="*/ 1126309 w 12193197"/>
              <a:gd name="connsiteY93" fmla="*/ 4302078 h 4533900"/>
              <a:gd name="connsiteX94" fmla="*/ 1128457 w 12193197"/>
              <a:gd name="connsiteY94" fmla="*/ 4304226 h 4533900"/>
              <a:gd name="connsiteX95" fmla="*/ 1155765 w 12193197"/>
              <a:gd name="connsiteY95" fmla="*/ 4303919 h 4533900"/>
              <a:gd name="connsiteX96" fmla="*/ 1157912 w 12193197"/>
              <a:gd name="connsiteY96" fmla="*/ 4301772 h 4533900"/>
              <a:gd name="connsiteX97" fmla="*/ 1157298 w 12193197"/>
              <a:gd name="connsiteY97" fmla="*/ 4247770 h 4533900"/>
              <a:gd name="connsiteX98" fmla="*/ 1157298 w 12193197"/>
              <a:gd name="connsiteY98" fmla="*/ 4233349 h 4533900"/>
              <a:gd name="connsiteX99" fmla="*/ 1189821 w 12193197"/>
              <a:gd name="connsiteY99" fmla="*/ 4192848 h 4533900"/>
              <a:gd name="connsiteX100" fmla="*/ 1214061 w 12193197"/>
              <a:gd name="connsiteY100" fmla="*/ 4221383 h 4533900"/>
              <a:gd name="connsiteX101" fmla="*/ 1214061 w 12193197"/>
              <a:gd name="connsiteY101" fmla="*/ 4247770 h 4533900"/>
              <a:gd name="connsiteX102" fmla="*/ 1213448 w 12193197"/>
              <a:gd name="connsiteY102" fmla="*/ 4301772 h 4533900"/>
              <a:gd name="connsiteX103" fmla="*/ 1215596 w 12193197"/>
              <a:gd name="connsiteY103" fmla="*/ 4303919 h 4533900"/>
              <a:gd name="connsiteX104" fmla="*/ 1242904 w 12193197"/>
              <a:gd name="connsiteY104" fmla="*/ 4303919 h 4533900"/>
              <a:gd name="connsiteX105" fmla="*/ 1245051 w 12193197"/>
              <a:gd name="connsiteY105" fmla="*/ 4301772 h 4533900"/>
              <a:gd name="connsiteX106" fmla="*/ 1244438 w 12193197"/>
              <a:gd name="connsiteY106" fmla="*/ 4247770 h 4533900"/>
              <a:gd name="connsiteX107" fmla="*/ 1244438 w 12193197"/>
              <a:gd name="connsiteY107" fmla="*/ 4220463 h 4533900"/>
              <a:gd name="connsiteX108" fmla="*/ 1199334 w 12193197"/>
              <a:gd name="connsiteY108" fmla="*/ 4168609 h 4533900"/>
              <a:gd name="connsiteX109" fmla="*/ 352796 w 12193197"/>
              <a:gd name="connsiteY109" fmla="*/ 4153575 h 4533900"/>
              <a:gd name="connsiteX110" fmla="*/ 389308 w 12193197"/>
              <a:gd name="connsiteY110" fmla="*/ 4153575 h 4533900"/>
              <a:gd name="connsiteX111" fmla="*/ 389308 w 12193197"/>
              <a:gd name="connsiteY111" fmla="*/ 4326318 h 4533900"/>
              <a:gd name="connsiteX112" fmla="*/ 352796 w 12193197"/>
              <a:gd name="connsiteY112" fmla="*/ 4326318 h 4533900"/>
              <a:gd name="connsiteX113" fmla="*/ 434412 w 12193197"/>
              <a:gd name="connsiteY113" fmla="*/ 4103562 h 4533900"/>
              <a:gd name="connsiteX114" fmla="*/ 234667 w 12193197"/>
              <a:gd name="connsiteY114" fmla="*/ 4176280 h 4533900"/>
              <a:gd name="connsiteX115" fmla="*/ 307385 w 12193197"/>
              <a:gd name="connsiteY115" fmla="*/ 4376024 h 4533900"/>
              <a:gd name="connsiteX116" fmla="*/ 507130 w 12193197"/>
              <a:gd name="connsiteY116" fmla="*/ 4303306 h 4533900"/>
              <a:gd name="connsiteX117" fmla="*/ 6096604 w 12193197"/>
              <a:gd name="connsiteY117" fmla="*/ 0 h 4533900"/>
              <a:gd name="connsiteX118" fmla="*/ 12193197 w 12193197"/>
              <a:gd name="connsiteY118" fmla="*/ 2202541 h 4533900"/>
              <a:gd name="connsiteX119" fmla="*/ 12193197 w 12193197"/>
              <a:gd name="connsiteY119" fmla="*/ 4533900 h 4533900"/>
              <a:gd name="connsiteX120" fmla="*/ 0 w 12193197"/>
              <a:gd name="connsiteY120" fmla="*/ 4533900 h 4533900"/>
              <a:gd name="connsiteX121" fmla="*/ 0 w 12193197"/>
              <a:gd name="connsiteY121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93197" h="4533900">
                <a:moveTo>
                  <a:pt x="434412" y="4230895"/>
                </a:moveTo>
                <a:lnTo>
                  <a:pt x="452515" y="4230895"/>
                </a:lnTo>
                <a:lnTo>
                  <a:pt x="452515" y="4303613"/>
                </a:lnTo>
                <a:lnTo>
                  <a:pt x="434412" y="4303613"/>
                </a:lnTo>
                <a:close/>
                <a:moveTo>
                  <a:pt x="316283" y="4194689"/>
                </a:moveTo>
                <a:lnTo>
                  <a:pt x="343591" y="4194689"/>
                </a:lnTo>
                <a:lnTo>
                  <a:pt x="343591" y="4303613"/>
                </a:lnTo>
                <a:lnTo>
                  <a:pt x="316283" y="4303613"/>
                </a:lnTo>
                <a:close/>
                <a:moveTo>
                  <a:pt x="911528" y="4191621"/>
                </a:moveTo>
                <a:cubicBezTo>
                  <a:pt x="932699" y="4191928"/>
                  <a:pt x="944052" y="4208496"/>
                  <a:pt x="943745" y="4238565"/>
                </a:cubicBezTo>
                <a:cubicBezTo>
                  <a:pt x="943745" y="4268021"/>
                  <a:pt x="931778" y="4282441"/>
                  <a:pt x="911528" y="4282441"/>
                </a:cubicBezTo>
                <a:cubicBezTo>
                  <a:pt x="889743" y="4282748"/>
                  <a:pt x="878083" y="4266486"/>
                  <a:pt x="878083" y="4236417"/>
                </a:cubicBezTo>
                <a:cubicBezTo>
                  <a:pt x="878083" y="4208189"/>
                  <a:pt x="889436" y="4191314"/>
                  <a:pt x="911528" y="4191621"/>
                </a:cubicBezTo>
                <a:close/>
                <a:moveTo>
                  <a:pt x="638453" y="4191315"/>
                </a:moveTo>
                <a:cubicBezTo>
                  <a:pt x="659010" y="4191621"/>
                  <a:pt x="670976" y="4208497"/>
                  <a:pt x="670669" y="4239180"/>
                </a:cubicBezTo>
                <a:cubicBezTo>
                  <a:pt x="670363" y="4269862"/>
                  <a:pt x="658396" y="4285203"/>
                  <a:pt x="637532" y="4285203"/>
                </a:cubicBezTo>
                <a:cubicBezTo>
                  <a:pt x="616054" y="4285203"/>
                  <a:pt x="604701" y="4267408"/>
                  <a:pt x="605008" y="4236418"/>
                </a:cubicBezTo>
                <a:cubicBezTo>
                  <a:pt x="605008" y="4208190"/>
                  <a:pt x="615747" y="4191008"/>
                  <a:pt x="638453" y="4191315"/>
                </a:cubicBezTo>
                <a:close/>
                <a:moveTo>
                  <a:pt x="1049294" y="4190701"/>
                </a:moveTo>
                <a:cubicBezTo>
                  <a:pt x="1071693" y="4190701"/>
                  <a:pt x="1082739" y="4206963"/>
                  <a:pt x="1082739" y="4238566"/>
                </a:cubicBezTo>
                <a:cubicBezTo>
                  <a:pt x="1082739" y="4270169"/>
                  <a:pt x="1072000" y="4285510"/>
                  <a:pt x="1049601" y="4285510"/>
                </a:cubicBezTo>
                <a:cubicBezTo>
                  <a:pt x="1026896" y="4285510"/>
                  <a:pt x="1015850" y="4270169"/>
                  <a:pt x="1015543" y="4238566"/>
                </a:cubicBezTo>
                <a:cubicBezTo>
                  <a:pt x="1015543" y="4207269"/>
                  <a:pt x="1026589" y="4191008"/>
                  <a:pt x="1049294" y="4190701"/>
                </a:cubicBezTo>
                <a:close/>
                <a:moveTo>
                  <a:pt x="775604" y="4190701"/>
                </a:moveTo>
                <a:cubicBezTo>
                  <a:pt x="795854" y="4190701"/>
                  <a:pt x="805673" y="4206042"/>
                  <a:pt x="806900" y="4223224"/>
                </a:cubicBezTo>
                <a:lnTo>
                  <a:pt x="742773" y="4223224"/>
                </a:lnTo>
                <a:cubicBezTo>
                  <a:pt x="746148" y="4202053"/>
                  <a:pt x="757194" y="4190701"/>
                  <a:pt x="775604" y="4190701"/>
                </a:cubicBezTo>
                <a:close/>
                <a:moveTo>
                  <a:pt x="398206" y="4176587"/>
                </a:moveTo>
                <a:lnTo>
                  <a:pt x="425514" y="4176587"/>
                </a:lnTo>
                <a:lnTo>
                  <a:pt x="425514" y="4285510"/>
                </a:lnTo>
                <a:lnTo>
                  <a:pt x="398206" y="4285510"/>
                </a:lnTo>
                <a:close/>
                <a:moveTo>
                  <a:pt x="288976" y="4176280"/>
                </a:moveTo>
                <a:lnTo>
                  <a:pt x="307078" y="4176280"/>
                </a:lnTo>
                <a:lnTo>
                  <a:pt x="307078" y="4248998"/>
                </a:lnTo>
                <a:lnTo>
                  <a:pt x="288976" y="4248998"/>
                </a:lnTo>
                <a:close/>
                <a:moveTo>
                  <a:pt x="903550" y="4170143"/>
                </a:moveTo>
                <a:cubicBezTo>
                  <a:pt x="867958" y="4170143"/>
                  <a:pt x="846787" y="4200519"/>
                  <a:pt x="846787" y="4237645"/>
                </a:cubicBezTo>
                <a:cubicBezTo>
                  <a:pt x="846787" y="4274771"/>
                  <a:pt x="866424" y="4303612"/>
                  <a:pt x="904777" y="4303612"/>
                </a:cubicBezTo>
                <a:cubicBezTo>
                  <a:pt x="922267" y="4303612"/>
                  <a:pt x="935460" y="4295942"/>
                  <a:pt x="944358" y="4282748"/>
                </a:cubicBezTo>
                <a:lnTo>
                  <a:pt x="944358" y="4297783"/>
                </a:lnTo>
                <a:cubicBezTo>
                  <a:pt x="944358" y="4322636"/>
                  <a:pt x="931165" y="4333375"/>
                  <a:pt x="912141" y="4333375"/>
                </a:cubicBezTo>
                <a:cubicBezTo>
                  <a:pt x="896493" y="4333375"/>
                  <a:pt x="885754" y="4327545"/>
                  <a:pt x="882686" y="4315885"/>
                </a:cubicBezTo>
                <a:cubicBezTo>
                  <a:pt x="882379" y="4314658"/>
                  <a:pt x="881459" y="4313738"/>
                  <a:pt x="880231" y="4313738"/>
                </a:cubicBezTo>
                <a:lnTo>
                  <a:pt x="853537" y="4313738"/>
                </a:lnTo>
                <a:cubicBezTo>
                  <a:pt x="852617" y="4313738"/>
                  <a:pt x="851389" y="4314658"/>
                  <a:pt x="851389" y="4315885"/>
                </a:cubicBezTo>
                <a:cubicBezTo>
                  <a:pt x="855071" y="4342579"/>
                  <a:pt x="879311" y="4355466"/>
                  <a:pt x="910914" y="4354852"/>
                </a:cubicBezTo>
                <a:cubicBezTo>
                  <a:pt x="951415" y="4354852"/>
                  <a:pt x="972893" y="4333681"/>
                  <a:pt x="972586" y="4298090"/>
                </a:cubicBezTo>
                <a:lnTo>
                  <a:pt x="972280" y="4233349"/>
                </a:lnTo>
                <a:lnTo>
                  <a:pt x="973814" y="4174439"/>
                </a:lnTo>
                <a:cubicBezTo>
                  <a:pt x="973814" y="4173518"/>
                  <a:pt x="972893" y="4172291"/>
                  <a:pt x="971666" y="4172291"/>
                </a:cubicBezTo>
                <a:lnTo>
                  <a:pt x="944665" y="4172291"/>
                </a:lnTo>
                <a:cubicBezTo>
                  <a:pt x="943745" y="4172291"/>
                  <a:pt x="942517" y="4173211"/>
                  <a:pt x="942517" y="4174439"/>
                </a:cubicBezTo>
                <a:lnTo>
                  <a:pt x="943131" y="4189166"/>
                </a:lnTo>
                <a:cubicBezTo>
                  <a:pt x="934540" y="4176893"/>
                  <a:pt x="921039" y="4170143"/>
                  <a:pt x="903550" y="4170143"/>
                </a:cubicBezTo>
                <a:close/>
                <a:moveTo>
                  <a:pt x="629861" y="4169530"/>
                </a:moveTo>
                <a:cubicBezTo>
                  <a:pt x="594576" y="4169530"/>
                  <a:pt x="573405" y="4200213"/>
                  <a:pt x="573405" y="4238566"/>
                </a:cubicBezTo>
                <a:cubicBezTo>
                  <a:pt x="573405" y="4276919"/>
                  <a:pt x="592735" y="4306681"/>
                  <a:pt x="629248" y="4306681"/>
                </a:cubicBezTo>
                <a:cubicBezTo>
                  <a:pt x="647044" y="4306681"/>
                  <a:pt x="660851" y="4299011"/>
                  <a:pt x="669749" y="4285817"/>
                </a:cubicBezTo>
                <a:lnTo>
                  <a:pt x="669135" y="4302079"/>
                </a:lnTo>
                <a:cubicBezTo>
                  <a:pt x="669135" y="4303306"/>
                  <a:pt x="670363" y="4304227"/>
                  <a:pt x="671283" y="4304227"/>
                </a:cubicBezTo>
                <a:lnTo>
                  <a:pt x="698591" y="4304227"/>
                </a:lnTo>
                <a:cubicBezTo>
                  <a:pt x="699818" y="4304227"/>
                  <a:pt x="700739" y="4302999"/>
                  <a:pt x="700739" y="4302079"/>
                </a:cubicBezTo>
                <a:lnTo>
                  <a:pt x="700125" y="4237645"/>
                </a:lnTo>
                <a:lnTo>
                  <a:pt x="700739" y="4174132"/>
                </a:lnTo>
                <a:cubicBezTo>
                  <a:pt x="700739" y="4172905"/>
                  <a:pt x="699511" y="4171985"/>
                  <a:pt x="698591" y="4171985"/>
                </a:cubicBezTo>
                <a:lnTo>
                  <a:pt x="671283" y="4171985"/>
                </a:lnTo>
                <a:cubicBezTo>
                  <a:pt x="670056" y="4171985"/>
                  <a:pt x="669135" y="4173212"/>
                  <a:pt x="669135" y="4174132"/>
                </a:cubicBezTo>
                <a:lnTo>
                  <a:pt x="669749" y="4188860"/>
                </a:lnTo>
                <a:cubicBezTo>
                  <a:pt x="660851" y="4176280"/>
                  <a:pt x="647351" y="4169530"/>
                  <a:pt x="629861" y="4169530"/>
                </a:cubicBezTo>
                <a:close/>
                <a:moveTo>
                  <a:pt x="1049601" y="4169223"/>
                </a:moveTo>
                <a:cubicBezTo>
                  <a:pt x="1007873" y="4169223"/>
                  <a:pt x="984247" y="4197144"/>
                  <a:pt x="984247" y="4238873"/>
                </a:cubicBezTo>
                <a:cubicBezTo>
                  <a:pt x="984247" y="4280601"/>
                  <a:pt x="1007873" y="4307602"/>
                  <a:pt x="1049601" y="4307602"/>
                </a:cubicBezTo>
                <a:cubicBezTo>
                  <a:pt x="1091023" y="4307602"/>
                  <a:pt x="1114342" y="4279680"/>
                  <a:pt x="1114342" y="4237952"/>
                </a:cubicBezTo>
                <a:cubicBezTo>
                  <a:pt x="1114342" y="4196224"/>
                  <a:pt x="1091330" y="4169223"/>
                  <a:pt x="1049601" y="4169223"/>
                </a:cubicBezTo>
                <a:close/>
                <a:moveTo>
                  <a:pt x="774990" y="4168916"/>
                </a:moveTo>
                <a:cubicBezTo>
                  <a:pt x="734795" y="4168916"/>
                  <a:pt x="710556" y="4198371"/>
                  <a:pt x="710556" y="4238566"/>
                </a:cubicBezTo>
                <a:cubicBezTo>
                  <a:pt x="710556" y="4278760"/>
                  <a:pt x="733261" y="4307295"/>
                  <a:pt x="775910" y="4307295"/>
                </a:cubicBezTo>
                <a:cubicBezTo>
                  <a:pt x="809661" y="4307295"/>
                  <a:pt x="831139" y="4288271"/>
                  <a:pt x="836049" y="4264339"/>
                </a:cubicBezTo>
                <a:cubicBezTo>
                  <a:pt x="836355" y="4263112"/>
                  <a:pt x="835128" y="4262191"/>
                  <a:pt x="834208" y="4262191"/>
                </a:cubicBezTo>
                <a:lnTo>
                  <a:pt x="808434" y="4262191"/>
                </a:lnTo>
                <a:cubicBezTo>
                  <a:pt x="807514" y="4262191"/>
                  <a:pt x="806286" y="4263112"/>
                  <a:pt x="805980" y="4264339"/>
                </a:cubicBezTo>
                <a:cubicBezTo>
                  <a:pt x="801684" y="4278453"/>
                  <a:pt x="791559" y="4285510"/>
                  <a:pt x="776524" y="4285510"/>
                </a:cubicBezTo>
                <a:cubicBezTo>
                  <a:pt x="754432" y="4285510"/>
                  <a:pt x="742773" y="4272316"/>
                  <a:pt x="741546" y="4244088"/>
                </a:cubicBezTo>
                <a:lnTo>
                  <a:pt x="837890" y="4244088"/>
                </a:lnTo>
                <a:cubicBezTo>
                  <a:pt x="839117" y="4244088"/>
                  <a:pt x="840037" y="4242861"/>
                  <a:pt x="840037" y="4241941"/>
                </a:cubicBezTo>
                <a:cubicBezTo>
                  <a:pt x="839424" y="4196837"/>
                  <a:pt x="815184" y="4169223"/>
                  <a:pt x="774990" y="4168916"/>
                </a:cubicBezTo>
                <a:close/>
                <a:moveTo>
                  <a:pt x="1199334" y="4168609"/>
                </a:moveTo>
                <a:cubicBezTo>
                  <a:pt x="1179696" y="4168609"/>
                  <a:pt x="1164662" y="4178734"/>
                  <a:pt x="1156071" y="4191007"/>
                </a:cubicBezTo>
                <a:lnTo>
                  <a:pt x="1156685" y="4173825"/>
                </a:lnTo>
                <a:cubicBezTo>
                  <a:pt x="1156685" y="4172598"/>
                  <a:pt x="1155458" y="4171677"/>
                  <a:pt x="1154537" y="4171677"/>
                </a:cubicBezTo>
                <a:lnTo>
                  <a:pt x="1128764" y="4171677"/>
                </a:lnTo>
                <a:cubicBezTo>
                  <a:pt x="1127536" y="4171677"/>
                  <a:pt x="1126616" y="4172905"/>
                  <a:pt x="1126616" y="4173825"/>
                </a:cubicBezTo>
                <a:lnTo>
                  <a:pt x="1126923" y="4241940"/>
                </a:lnTo>
                <a:lnTo>
                  <a:pt x="1126309" y="4302078"/>
                </a:lnTo>
                <a:cubicBezTo>
                  <a:pt x="1126309" y="4303306"/>
                  <a:pt x="1127536" y="4304226"/>
                  <a:pt x="1128457" y="4304226"/>
                </a:cubicBezTo>
                <a:lnTo>
                  <a:pt x="1155765" y="4303919"/>
                </a:lnTo>
                <a:cubicBezTo>
                  <a:pt x="1156992" y="4303919"/>
                  <a:pt x="1157912" y="4302692"/>
                  <a:pt x="1157912" y="4301772"/>
                </a:cubicBezTo>
                <a:lnTo>
                  <a:pt x="1157298" y="4247770"/>
                </a:lnTo>
                <a:lnTo>
                  <a:pt x="1157298" y="4233349"/>
                </a:lnTo>
                <a:cubicBezTo>
                  <a:pt x="1159753" y="4206042"/>
                  <a:pt x="1174481" y="4192848"/>
                  <a:pt x="1189821" y="4192848"/>
                </a:cubicBezTo>
                <a:cubicBezTo>
                  <a:pt x="1203936" y="4192848"/>
                  <a:pt x="1214061" y="4202667"/>
                  <a:pt x="1214061" y="4221383"/>
                </a:cubicBezTo>
                <a:lnTo>
                  <a:pt x="1214061" y="4247770"/>
                </a:lnTo>
                <a:lnTo>
                  <a:pt x="1213448" y="4301772"/>
                </a:lnTo>
                <a:cubicBezTo>
                  <a:pt x="1213448" y="4302999"/>
                  <a:pt x="1214675" y="4303919"/>
                  <a:pt x="1215596" y="4303919"/>
                </a:cubicBezTo>
                <a:lnTo>
                  <a:pt x="1242904" y="4303919"/>
                </a:lnTo>
                <a:cubicBezTo>
                  <a:pt x="1244131" y="4303919"/>
                  <a:pt x="1245051" y="4302692"/>
                  <a:pt x="1245051" y="4301772"/>
                </a:cubicBezTo>
                <a:lnTo>
                  <a:pt x="1244438" y="4247770"/>
                </a:lnTo>
                <a:lnTo>
                  <a:pt x="1244438" y="4220463"/>
                </a:lnTo>
                <a:cubicBezTo>
                  <a:pt x="1244438" y="4187019"/>
                  <a:pt x="1226642" y="4168609"/>
                  <a:pt x="1199334" y="4168609"/>
                </a:cubicBezTo>
                <a:close/>
                <a:moveTo>
                  <a:pt x="352796" y="4153575"/>
                </a:moveTo>
                <a:lnTo>
                  <a:pt x="389308" y="4153575"/>
                </a:lnTo>
                <a:lnTo>
                  <a:pt x="389308" y="4326318"/>
                </a:lnTo>
                <a:lnTo>
                  <a:pt x="352796" y="4326318"/>
                </a:lnTo>
                <a:close/>
                <a:moveTo>
                  <a:pt x="434412" y="4103562"/>
                </a:moveTo>
                <a:lnTo>
                  <a:pt x="234667" y="4176280"/>
                </a:lnTo>
                <a:lnTo>
                  <a:pt x="307385" y="4376024"/>
                </a:lnTo>
                <a:lnTo>
                  <a:pt x="507130" y="4303306"/>
                </a:lnTo>
                <a:close/>
                <a:moveTo>
                  <a:pt x="6096604" y="0"/>
                </a:moveTo>
                <a:lnTo>
                  <a:pt x="12193197" y="2202541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2202541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1042239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58EE0F5C-8F56-2BE2-FC4D-EDA63EC98C79}"/>
              </a:ext>
            </a:extLst>
          </p:cNvPr>
          <p:cNvSpPr txBox="1">
            <a:spLocks/>
          </p:cNvSpPr>
          <p:nvPr userDrawn="1"/>
        </p:nvSpPr>
        <p:spPr>
          <a:xfrm>
            <a:off x="0" y="2536825"/>
            <a:ext cx="12192600" cy="4321175"/>
          </a:xfrm>
          <a:custGeom>
            <a:avLst/>
            <a:gdLst>
              <a:gd name="connsiteX0" fmla="*/ 3571435 w 12192600"/>
              <a:gd name="connsiteY0" fmla="*/ 0 h 4330700"/>
              <a:gd name="connsiteX1" fmla="*/ 8621774 w 12192600"/>
              <a:gd name="connsiteY1" fmla="*/ 0 h 4330700"/>
              <a:gd name="connsiteX2" fmla="*/ 12192600 w 12192600"/>
              <a:gd name="connsiteY2" fmla="*/ 2582522 h 4330700"/>
              <a:gd name="connsiteX3" fmla="*/ 12192600 w 12192600"/>
              <a:gd name="connsiteY3" fmla="*/ 4330700 h 4330700"/>
              <a:gd name="connsiteX4" fmla="*/ 0 w 12192600"/>
              <a:gd name="connsiteY4" fmla="*/ 4330700 h 4330700"/>
              <a:gd name="connsiteX5" fmla="*/ 0 w 12192600"/>
              <a:gd name="connsiteY5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600" h="4330700">
                <a:moveTo>
                  <a:pt x="3571435" y="0"/>
                </a:moveTo>
                <a:lnTo>
                  <a:pt x="8621774" y="0"/>
                </a:lnTo>
                <a:lnTo>
                  <a:pt x="12192600" y="2582522"/>
                </a:lnTo>
                <a:lnTo>
                  <a:pt x="12192600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  <a:solidFill>
            <a:srgbClr val="000000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E8A7A7-F2F6-A746-63E4-FB86C919EAD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" y="2527299"/>
            <a:ext cx="12193206" cy="4330700"/>
          </a:xfrm>
          <a:custGeom>
            <a:avLst/>
            <a:gdLst>
              <a:gd name="connsiteX0" fmla="*/ 434412 w 12193206"/>
              <a:gd name="connsiteY0" fmla="*/ 4027695 h 4330700"/>
              <a:gd name="connsiteX1" fmla="*/ 452515 w 12193206"/>
              <a:gd name="connsiteY1" fmla="*/ 4027695 h 4330700"/>
              <a:gd name="connsiteX2" fmla="*/ 452515 w 12193206"/>
              <a:gd name="connsiteY2" fmla="*/ 4100413 h 4330700"/>
              <a:gd name="connsiteX3" fmla="*/ 434412 w 12193206"/>
              <a:gd name="connsiteY3" fmla="*/ 4100413 h 4330700"/>
              <a:gd name="connsiteX4" fmla="*/ 316283 w 12193206"/>
              <a:gd name="connsiteY4" fmla="*/ 3991489 h 4330700"/>
              <a:gd name="connsiteX5" fmla="*/ 343591 w 12193206"/>
              <a:gd name="connsiteY5" fmla="*/ 3991489 h 4330700"/>
              <a:gd name="connsiteX6" fmla="*/ 343591 w 12193206"/>
              <a:gd name="connsiteY6" fmla="*/ 4100413 h 4330700"/>
              <a:gd name="connsiteX7" fmla="*/ 316283 w 12193206"/>
              <a:gd name="connsiteY7" fmla="*/ 4100413 h 4330700"/>
              <a:gd name="connsiteX8" fmla="*/ 911528 w 12193206"/>
              <a:gd name="connsiteY8" fmla="*/ 3988421 h 4330700"/>
              <a:gd name="connsiteX9" fmla="*/ 943745 w 12193206"/>
              <a:gd name="connsiteY9" fmla="*/ 4035365 h 4330700"/>
              <a:gd name="connsiteX10" fmla="*/ 911528 w 12193206"/>
              <a:gd name="connsiteY10" fmla="*/ 4079241 h 4330700"/>
              <a:gd name="connsiteX11" fmla="*/ 878083 w 12193206"/>
              <a:gd name="connsiteY11" fmla="*/ 4033217 h 4330700"/>
              <a:gd name="connsiteX12" fmla="*/ 911528 w 12193206"/>
              <a:gd name="connsiteY12" fmla="*/ 3988421 h 4330700"/>
              <a:gd name="connsiteX13" fmla="*/ 638453 w 12193206"/>
              <a:gd name="connsiteY13" fmla="*/ 3988115 h 4330700"/>
              <a:gd name="connsiteX14" fmla="*/ 670669 w 12193206"/>
              <a:gd name="connsiteY14" fmla="*/ 4035980 h 4330700"/>
              <a:gd name="connsiteX15" fmla="*/ 637532 w 12193206"/>
              <a:gd name="connsiteY15" fmla="*/ 4082003 h 4330700"/>
              <a:gd name="connsiteX16" fmla="*/ 605008 w 12193206"/>
              <a:gd name="connsiteY16" fmla="*/ 4033218 h 4330700"/>
              <a:gd name="connsiteX17" fmla="*/ 638453 w 12193206"/>
              <a:gd name="connsiteY17" fmla="*/ 3988115 h 4330700"/>
              <a:gd name="connsiteX18" fmla="*/ 1049294 w 12193206"/>
              <a:gd name="connsiteY18" fmla="*/ 3987501 h 4330700"/>
              <a:gd name="connsiteX19" fmla="*/ 1082739 w 12193206"/>
              <a:gd name="connsiteY19" fmla="*/ 4035366 h 4330700"/>
              <a:gd name="connsiteX20" fmla="*/ 1049601 w 12193206"/>
              <a:gd name="connsiteY20" fmla="*/ 4082310 h 4330700"/>
              <a:gd name="connsiteX21" fmla="*/ 1015543 w 12193206"/>
              <a:gd name="connsiteY21" fmla="*/ 4035366 h 4330700"/>
              <a:gd name="connsiteX22" fmla="*/ 1049294 w 12193206"/>
              <a:gd name="connsiteY22" fmla="*/ 3987501 h 4330700"/>
              <a:gd name="connsiteX23" fmla="*/ 775604 w 12193206"/>
              <a:gd name="connsiteY23" fmla="*/ 3987501 h 4330700"/>
              <a:gd name="connsiteX24" fmla="*/ 806900 w 12193206"/>
              <a:gd name="connsiteY24" fmla="*/ 4020024 h 4330700"/>
              <a:gd name="connsiteX25" fmla="*/ 742773 w 12193206"/>
              <a:gd name="connsiteY25" fmla="*/ 4020024 h 4330700"/>
              <a:gd name="connsiteX26" fmla="*/ 775604 w 12193206"/>
              <a:gd name="connsiteY26" fmla="*/ 3987501 h 4330700"/>
              <a:gd name="connsiteX27" fmla="*/ 398206 w 12193206"/>
              <a:gd name="connsiteY27" fmla="*/ 3973387 h 4330700"/>
              <a:gd name="connsiteX28" fmla="*/ 425514 w 12193206"/>
              <a:gd name="connsiteY28" fmla="*/ 3973387 h 4330700"/>
              <a:gd name="connsiteX29" fmla="*/ 425514 w 12193206"/>
              <a:gd name="connsiteY29" fmla="*/ 4082310 h 4330700"/>
              <a:gd name="connsiteX30" fmla="*/ 398206 w 12193206"/>
              <a:gd name="connsiteY30" fmla="*/ 4082310 h 4330700"/>
              <a:gd name="connsiteX31" fmla="*/ 288976 w 12193206"/>
              <a:gd name="connsiteY31" fmla="*/ 3973080 h 4330700"/>
              <a:gd name="connsiteX32" fmla="*/ 307078 w 12193206"/>
              <a:gd name="connsiteY32" fmla="*/ 3973080 h 4330700"/>
              <a:gd name="connsiteX33" fmla="*/ 307078 w 12193206"/>
              <a:gd name="connsiteY33" fmla="*/ 4045798 h 4330700"/>
              <a:gd name="connsiteX34" fmla="*/ 288976 w 12193206"/>
              <a:gd name="connsiteY34" fmla="*/ 4045798 h 4330700"/>
              <a:gd name="connsiteX35" fmla="*/ 903550 w 12193206"/>
              <a:gd name="connsiteY35" fmla="*/ 3966943 h 4330700"/>
              <a:gd name="connsiteX36" fmla="*/ 846787 w 12193206"/>
              <a:gd name="connsiteY36" fmla="*/ 4034445 h 4330700"/>
              <a:gd name="connsiteX37" fmla="*/ 904777 w 12193206"/>
              <a:gd name="connsiteY37" fmla="*/ 4100412 h 4330700"/>
              <a:gd name="connsiteX38" fmla="*/ 944358 w 12193206"/>
              <a:gd name="connsiteY38" fmla="*/ 4079548 h 4330700"/>
              <a:gd name="connsiteX39" fmla="*/ 944358 w 12193206"/>
              <a:gd name="connsiteY39" fmla="*/ 4094583 h 4330700"/>
              <a:gd name="connsiteX40" fmla="*/ 912141 w 12193206"/>
              <a:gd name="connsiteY40" fmla="*/ 4130175 h 4330700"/>
              <a:gd name="connsiteX41" fmla="*/ 882686 w 12193206"/>
              <a:gd name="connsiteY41" fmla="*/ 4112685 h 4330700"/>
              <a:gd name="connsiteX42" fmla="*/ 880231 w 12193206"/>
              <a:gd name="connsiteY42" fmla="*/ 4110538 h 4330700"/>
              <a:gd name="connsiteX43" fmla="*/ 853537 w 12193206"/>
              <a:gd name="connsiteY43" fmla="*/ 4110538 h 4330700"/>
              <a:gd name="connsiteX44" fmla="*/ 851389 w 12193206"/>
              <a:gd name="connsiteY44" fmla="*/ 4112685 h 4330700"/>
              <a:gd name="connsiteX45" fmla="*/ 910914 w 12193206"/>
              <a:gd name="connsiteY45" fmla="*/ 4151652 h 4330700"/>
              <a:gd name="connsiteX46" fmla="*/ 972586 w 12193206"/>
              <a:gd name="connsiteY46" fmla="*/ 4094890 h 4330700"/>
              <a:gd name="connsiteX47" fmla="*/ 972280 w 12193206"/>
              <a:gd name="connsiteY47" fmla="*/ 4030149 h 4330700"/>
              <a:gd name="connsiteX48" fmla="*/ 973814 w 12193206"/>
              <a:gd name="connsiteY48" fmla="*/ 3971239 h 4330700"/>
              <a:gd name="connsiteX49" fmla="*/ 971666 w 12193206"/>
              <a:gd name="connsiteY49" fmla="*/ 3969091 h 4330700"/>
              <a:gd name="connsiteX50" fmla="*/ 944665 w 12193206"/>
              <a:gd name="connsiteY50" fmla="*/ 3969091 h 4330700"/>
              <a:gd name="connsiteX51" fmla="*/ 942517 w 12193206"/>
              <a:gd name="connsiteY51" fmla="*/ 3971239 h 4330700"/>
              <a:gd name="connsiteX52" fmla="*/ 943131 w 12193206"/>
              <a:gd name="connsiteY52" fmla="*/ 3985966 h 4330700"/>
              <a:gd name="connsiteX53" fmla="*/ 903550 w 12193206"/>
              <a:gd name="connsiteY53" fmla="*/ 3966943 h 4330700"/>
              <a:gd name="connsiteX54" fmla="*/ 629861 w 12193206"/>
              <a:gd name="connsiteY54" fmla="*/ 3966330 h 4330700"/>
              <a:gd name="connsiteX55" fmla="*/ 573405 w 12193206"/>
              <a:gd name="connsiteY55" fmla="*/ 4035366 h 4330700"/>
              <a:gd name="connsiteX56" fmla="*/ 629248 w 12193206"/>
              <a:gd name="connsiteY56" fmla="*/ 4103481 h 4330700"/>
              <a:gd name="connsiteX57" fmla="*/ 669749 w 12193206"/>
              <a:gd name="connsiteY57" fmla="*/ 4082617 h 4330700"/>
              <a:gd name="connsiteX58" fmla="*/ 669135 w 12193206"/>
              <a:gd name="connsiteY58" fmla="*/ 4098879 h 4330700"/>
              <a:gd name="connsiteX59" fmla="*/ 671283 w 12193206"/>
              <a:gd name="connsiteY59" fmla="*/ 4101027 h 4330700"/>
              <a:gd name="connsiteX60" fmla="*/ 698591 w 12193206"/>
              <a:gd name="connsiteY60" fmla="*/ 4101027 h 4330700"/>
              <a:gd name="connsiteX61" fmla="*/ 700739 w 12193206"/>
              <a:gd name="connsiteY61" fmla="*/ 4098879 h 4330700"/>
              <a:gd name="connsiteX62" fmla="*/ 700125 w 12193206"/>
              <a:gd name="connsiteY62" fmla="*/ 4034445 h 4330700"/>
              <a:gd name="connsiteX63" fmla="*/ 700739 w 12193206"/>
              <a:gd name="connsiteY63" fmla="*/ 3970932 h 4330700"/>
              <a:gd name="connsiteX64" fmla="*/ 698591 w 12193206"/>
              <a:gd name="connsiteY64" fmla="*/ 3968785 h 4330700"/>
              <a:gd name="connsiteX65" fmla="*/ 671283 w 12193206"/>
              <a:gd name="connsiteY65" fmla="*/ 3968785 h 4330700"/>
              <a:gd name="connsiteX66" fmla="*/ 669135 w 12193206"/>
              <a:gd name="connsiteY66" fmla="*/ 3970932 h 4330700"/>
              <a:gd name="connsiteX67" fmla="*/ 669749 w 12193206"/>
              <a:gd name="connsiteY67" fmla="*/ 3985660 h 4330700"/>
              <a:gd name="connsiteX68" fmla="*/ 629861 w 12193206"/>
              <a:gd name="connsiteY68" fmla="*/ 3966330 h 4330700"/>
              <a:gd name="connsiteX69" fmla="*/ 1049601 w 12193206"/>
              <a:gd name="connsiteY69" fmla="*/ 3966023 h 4330700"/>
              <a:gd name="connsiteX70" fmla="*/ 984247 w 12193206"/>
              <a:gd name="connsiteY70" fmla="*/ 4035673 h 4330700"/>
              <a:gd name="connsiteX71" fmla="*/ 1049601 w 12193206"/>
              <a:gd name="connsiteY71" fmla="*/ 4104402 h 4330700"/>
              <a:gd name="connsiteX72" fmla="*/ 1114342 w 12193206"/>
              <a:gd name="connsiteY72" fmla="*/ 4034752 h 4330700"/>
              <a:gd name="connsiteX73" fmla="*/ 1049601 w 12193206"/>
              <a:gd name="connsiteY73" fmla="*/ 3966023 h 4330700"/>
              <a:gd name="connsiteX74" fmla="*/ 774990 w 12193206"/>
              <a:gd name="connsiteY74" fmla="*/ 3965716 h 4330700"/>
              <a:gd name="connsiteX75" fmla="*/ 710556 w 12193206"/>
              <a:gd name="connsiteY75" fmla="*/ 4035366 h 4330700"/>
              <a:gd name="connsiteX76" fmla="*/ 775910 w 12193206"/>
              <a:gd name="connsiteY76" fmla="*/ 4104095 h 4330700"/>
              <a:gd name="connsiteX77" fmla="*/ 836049 w 12193206"/>
              <a:gd name="connsiteY77" fmla="*/ 4061139 h 4330700"/>
              <a:gd name="connsiteX78" fmla="*/ 834208 w 12193206"/>
              <a:gd name="connsiteY78" fmla="*/ 4058991 h 4330700"/>
              <a:gd name="connsiteX79" fmla="*/ 808434 w 12193206"/>
              <a:gd name="connsiteY79" fmla="*/ 4058991 h 4330700"/>
              <a:gd name="connsiteX80" fmla="*/ 805980 w 12193206"/>
              <a:gd name="connsiteY80" fmla="*/ 4061139 h 4330700"/>
              <a:gd name="connsiteX81" fmla="*/ 776524 w 12193206"/>
              <a:gd name="connsiteY81" fmla="*/ 4082310 h 4330700"/>
              <a:gd name="connsiteX82" fmla="*/ 741546 w 12193206"/>
              <a:gd name="connsiteY82" fmla="*/ 4040888 h 4330700"/>
              <a:gd name="connsiteX83" fmla="*/ 837890 w 12193206"/>
              <a:gd name="connsiteY83" fmla="*/ 4040888 h 4330700"/>
              <a:gd name="connsiteX84" fmla="*/ 840037 w 12193206"/>
              <a:gd name="connsiteY84" fmla="*/ 4038741 h 4330700"/>
              <a:gd name="connsiteX85" fmla="*/ 774990 w 12193206"/>
              <a:gd name="connsiteY85" fmla="*/ 3965716 h 4330700"/>
              <a:gd name="connsiteX86" fmla="*/ 1199334 w 12193206"/>
              <a:gd name="connsiteY86" fmla="*/ 3965409 h 4330700"/>
              <a:gd name="connsiteX87" fmla="*/ 1156071 w 12193206"/>
              <a:gd name="connsiteY87" fmla="*/ 3987807 h 4330700"/>
              <a:gd name="connsiteX88" fmla="*/ 1156684 w 12193206"/>
              <a:gd name="connsiteY88" fmla="*/ 3970625 h 4330700"/>
              <a:gd name="connsiteX89" fmla="*/ 1154537 w 12193206"/>
              <a:gd name="connsiteY89" fmla="*/ 3968477 h 4330700"/>
              <a:gd name="connsiteX90" fmla="*/ 1128764 w 12193206"/>
              <a:gd name="connsiteY90" fmla="*/ 3968477 h 4330700"/>
              <a:gd name="connsiteX91" fmla="*/ 1126616 w 12193206"/>
              <a:gd name="connsiteY91" fmla="*/ 3970625 h 4330700"/>
              <a:gd name="connsiteX92" fmla="*/ 1126923 w 12193206"/>
              <a:gd name="connsiteY92" fmla="*/ 4038740 h 4330700"/>
              <a:gd name="connsiteX93" fmla="*/ 1126309 w 12193206"/>
              <a:gd name="connsiteY93" fmla="*/ 4098878 h 4330700"/>
              <a:gd name="connsiteX94" fmla="*/ 1128456 w 12193206"/>
              <a:gd name="connsiteY94" fmla="*/ 4101026 h 4330700"/>
              <a:gd name="connsiteX95" fmla="*/ 1155765 w 12193206"/>
              <a:gd name="connsiteY95" fmla="*/ 4100719 h 4330700"/>
              <a:gd name="connsiteX96" fmla="*/ 1157912 w 12193206"/>
              <a:gd name="connsiteY96" fmla="*/ 4098572 h 4330700"/>
              <a:gd name="connsiteX97" fmla="*/ 1157299 w 12193206"/>
              <a:gd name="connsiteY97" fmla="*/ 4044570 h 4330700"/>
              <a:gd name="connsiteX98" fmla="*/ 1157299 w 12193206"/>
              <a:gd name="connsiteY98" fmla="*/ 4030149 h 4330700"/>
              <a:gd name="connsiteX99" fmla="*/ 1189822 w 12193206"/>
              <a:gd name="connsiteY99" fmla="*/ 3989648 h 4330700"/>
              <a:gd name="connsiteX100" fmla="*/ 1214061 w 12193206"/>
              <a:gd name="connsiteY100" fmla="*/ 4018183 h 4330700"/>
              <a:gd name="connsiteX101" fmla="*/ 1214061 w 12193206"/>
              <a:gd name="connsiteY101" fmla="*/ 4044570 h 4330700"/>
              <a:gd name="connsiteX102" fmla="*/ 1213448 w 12193206"/>
              <a:gd name="connsiteY102" fmla="*/ 4098572 h 4330700"/>
              <a:gd name="connsiteX103" fmla="*/ 1215596 w 12193206"/>
              <a:gd name="connsiteY103" fmla="*/ 4100719 h 4330700"/>
              <a:gd name="connsiteX104" fmla="*/ 1242904 w 12193206"/>
              <a:gd name="connsiteY104" fmla="*/ 4100719 h 4330700"/>
              <a:gd name="connsiteX105" fmla="*/ 1245050 w 12193206"/>
              <a:gd name="connsiteY105" fmla="*/ 4098572 h 4330700"/>
              <a:gd name="connsiteX106" fmla="*/ 1244438 w 12193206"/>
              <a:gd name="connsiteY106" fmla="*/ 4044570 h 4330700"/>
              <a:gd name="connsiteX107" fmla="*/ 1244438 w 12193206"/>
              <a:gd name="connsiteY107" fmla="*/ 4017263 h 4330700"/>
              <a:gd name="connsiteX108" fmla="*/ 1199334 w 12193206"/>
              <a:gd name="connsiteY108" fmla="*/ 3965409 h 4330700"/>
              <a:gd name="connsiteX109" fmla="*/ 352796 w 12193206"/>
              <a:gd name="connsiteY109" fmla="*/ 3950375 h 4330700"/>
              <a:gd name="connsiteX110" fmla="*/ 389308 w 12193206"/>
              <a:gd name="connsiteY110" fmla="*/ 3950375 h 4330700"/>
              <a:gd name="connsiteX111" fmla="*/ 389308 w 12193206"/>
              <a:gd name="connsiteY111" fmla="*/ 4123118 h 4330700"/>
              <a:gd name="connsiteX112" fmla="*/ 352796 w 12193206"/>
              <a:gd name="connsiteY112" fmla="*/ 4123118 h 4330700"/>
              <a:gd name="connsiteX113" fmla="*/ 434412 w 12193206"/>
              <a:gd name="connsiteY113" fmla="*/ 3900362 h 4330700"/>
              <a:gd name="connsiteX114" fmla="*/ 234667 w 12193206"/>
              <a:gd name="connsiteY114" fmla="*/ 3973080 h 4330700"/>
              <a:gd name="connsiteX115" fmla="*/ 307385 w 12193206"/>
              <a:gd name="connsiteY115" fmla="*/ 4172824 h 4330700"/>
              <a:gd name="connsiteX116" fmla="*/ 507130 w 12193206"/>
              <a:gd name="connsiteY116" fmla="*/ 4100106 h 4330700"/>
              <a:gd name="connsiteX117" fmla="*/ 3571437 w 12193206"/>
              <a:gd name="connsiteY117" fmla="*/ 0 h 4330700"/>
              <a:gd name="connsiteX118" fmla="*/ 8621771 w 12193206"/>
              <a:gd name="connsiteY118" fmla="*/ 0 h 4330700"/>
              <a:gd name="connsiteX119" fmla="*/ 12193206 w 12193206"/>
              <a:gd name="connsiteY119" fmla="*/ 2582962 h 4330700"/>
              <a:gd name="connsiteX120" fmla="*/ 12193206 w 12193206"/>
              <a:gd name="connsiteY120" fmla="*/ 4330700 h 4330700"/>
              <a:gd name="connsiteX121" fmla="*/ 0 w 12193206"/>
              <a:gd name="connsiteY121" fmla="*/ 4330700 h 4330700"/>
              <a:gd name="connsiteX122" fmla="*/ 0 w 12193206"/>
              <a:gd name="connsiteY122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2193206" h="4330700">
                <a:moveTo>
                  <a:pt x="434412" y="4027695"/>
                </a:moveTo>
                <a:lnTo>
                  <a:pt x="452515" y="4027695"/>
                </a:lnTo>
                <a:lnTo>
                  <a:pt x="452515" y="4100413"/>
                </a:lnTo>
                <a:lnTo>
                  <a:pt x="434412" y="4100413"/>
                </a:lnTo>
                <a:close/>
                <a:moveTo>
                  <a:pt x="316283" y="3991489"/>
                </a:moveTo>
                <a:lnTo>
                  <a:pt x="343591" y="3991489"/>
                </a:lnTo>
                <a:lnTo>
                  <a:pt x="343591" y="4100413"/>
                </a:lnTo>
                <a:lnTo>
                  <a:pt x="316283" y="4100413"/>
                </a:lnTo>
                <a:close/>
                <a:moveTo>
                  <a:pt x="911528" y="3988421"/>
                </a:moveTo>
                <a:cubicBezTo>
                  <a:pt x="932699" y="3988728"/>
                  <a:pt x="944052" y="4005296"/>
                  <a:pt x="943745" y="4035365"/>
                </a:cubicBezTo>
                <a:cubicBezTo>
                  <a:pt x="943745" y="4064821"/>
                  <a:pt x="931778" y="4079241"/>
                  <a:pt x="911528" y="4079241"/>
                </a:cubicBezTo>
                <a:cubicBezTo>
                  <a:pt x="889743" y="4079548"/>
                  <a:pt x="878083" y="4063286"/>
                  <a:pt x="878083" y="4033217"/>
                </a:cubicBezTo>
                <a:cubicBezTo>
                  <a:pt x="878083" y="4004989"/>
                  <a:pt x="889436" y="3988114"/>
                  <a:pt x="911528" y="3988421"/>
                </a:cubicBezTo>
                <a:close/>
                <a:moveTo>
                  <a:pt x="638453" y="3988115"/>
                </a:moveTo>
                <a:cubicBezTo>
                  <a:pt x="659010" y="3988421"/>
                  <a:pt x="670976" y="4005297"/>
                  <a:pt x="670669" y="4035980"/>
                </a:cubicBezTo>
                <a:cubicBezTo>
                  <a:pt x="670363" y="4066662"/>
                  <a:pt x="658396" y="4082003"/>
                  <a:pt x="637532" y="4082003"/>
                </a:cubicBezTo>
                <a:cubicBezTo>
                  <a:pt x="616054" y="4082003"/>
                  <a:pt x="604701" y="4064208"/>
                  <a:pt x="605008" y="4033218"/>
                </a:cubicBezTo>
                <a:cubicBezTo>
                  <a:pt x="605008" y="4004990"/>
                  <a:pt x="615747" y="3987808"/>
                  <a:pt x="638453" y="3988115"/>
                </a:cubicBezTo>
                <a:close/>
                <a:moveTo>
                  <a:pt x="1049294" y="3987501"/>
                </a:moveTo>
                <a:cubicBezTo>
                  <a:pt x="1071693" y="3987501"/>
                  <a:pt x="1082739" y="4003763"/>
                  <a:pt x="1082739" y="4035366"/>
                </a:cubicBezTo>
                <a:cubicBezTo>
                  <a:pt x="1082739" y="4066969"/>
                  <a:pt x="1072000" y="4082310"/>
                  <a:pt x="1049601" y="4082310"/>
                </a:cubicBezTo>
                <a:cubicBezTo>
                  <a:pt x="1026896" y="4082310"/>
                  <a:pt x="1015850" y="4066969"/>
                  <a:pt x="1015543" y="4035366"/>
                </a:cubicBezTo>
                <a:cubicBezTo>
                  <a:pt x="1015543" y="4004069"/>
                  <a:pt x="1026589" y="3987808"/>
                  <a:pt x="1049294" y="3987501"/>
                </a:cubicBezTo>
                <a:close/>
                <a:moveTo>
                  <a:pt x="775604" y="3987501"/>
                </a:moveTo>
                <a:cubicBezTo>
                  <a:pt x="795854" y="3987501"/>
                  <a:pt x="805673" y="4002842"/>
                  <a:pt x="806900" y="4020024"/>
                </a:cubicBezTo>
                <a:lnTo>
                  <a:pt x="742773" y="4020024"/>
                </a:lnTo>
                <a:cubicBezTo>
                  <a:pt x="746148" y="3998853"/>
                  <a:pt x="757194" y="3987501"/>
                  <a:pt x="775604" y="3987501"/>
                </a:cubicBezTo>
                <a:close/>
                <a:moveTo>
                  <a:pt x="398206" y="3973387"/>
                </a:moveTo>
                <a:lnTo>
                  <a:pt x="425514" y="3973387"/>
                </a:lnTo>
                <a:lnTo>
                  <a:pt x="425514" y="4082310"/>
                </a:lnTo>
                <a:lnTo>
                  <a:pt x="398206" y="4082310"/>
                </a:lnTo>
                <a:close/>
                <a:moveTo>
                  <a:pt x="288976" y="3973080"/>
                </a:moveTo>
                <a:lnTo>
                  <a:pt x="307078" y="3973080"/>
                </a:lnTo>
                <a:lnTo>
                  <a:pt x="307078" y="4045798"/>
                </a:lnTo>
                <a:lnTo>
                  <a:pt x="288976" y="4045798"/>
                </a:lnTo>
                <a:close/>
                <a:moveTo>
                  <a:pt x="903550" y="3966943"/>
                </a:moveTo>
                <a:cubicBezTo>
                  <a:pt x="867958" y="3966943"/>
                  <a:pt x="846787" y="3997319"/>
                  <a:pt x="846787" y="4034445"/>
                </a:cubicBezTo>
                <a:cubicBezTo>
                  <a:pt x="846787" y="4071571"/>
                  <a:pt x="866424" y="4100412"/>
                  <a:pt x="904777" y="4100412"/>
                </a:cubicBezTo>
                <a:cubicBezTo>
                  <a:pt x="922267" y="4100412"/>
                  <a:pt x="935460" y="4092742"/>
                  <a:pt x="944358" y="4079548"/>
                </a:cubicBezTo>
                <a:lnTo>
                  <a:pt x="944358" y="4094583"/>
                </a:lnTo>
                <a:cubicBezTo>
                  <a:pt x="944358" y="4119436"/>
                  <a:pt x="931165" y="4130175"/>
                  <a:pt x="912141" y="4130175"/>
                </a:cubicBezTo>
                <a:cubicBezTo>
                  <a:pt x="896493" y="4130175"/>
                  <a:pt x="885754" y="4124345"/>
                  <a:pt x="882686" y="4112685"/>
                </a:cubicBezTo>
                <a:cubicBezTo>
                  <a:pt x="882379" y="4111458"/>
                  <a:pt x="881459" y="4110538"/>
                  <a:pt x="880231" y="4110538"/>
                </a:cubicBezTo>
                <a:lnTo>
                  <a:pt x="853537" y="4110538"/>
                </a:lnTo>
                <a:cubicBezTo>
                  <a:pt x="852617" y="4110538"/>
                  <a:pt x="851389" y="4111458"/>
                  <a:pt x="851389" y="4112685"/>
                </a:cubicBezTo>
                <a:cubicBezTo>
                  <a:pt x="855071" y="4139379"/>
                  <a:pt x="879311" y="4152266"/>
                  <a:pt x="910914" y="4151652"/>
                </a:cubicBezTo>
                <a:cubicBezTo>
                  <a:pt x="951415" y="4151652"/>
                  <a:pt x="972893" y="4130481"/>
                  <a:pt x="972586" y="4094890"/>
                </a:cubicBezTo>
                <a:lnTo>
                  <a:pt x="972280" y="4030149"/>
                </a:lnTo>
                <a:lnTo>
                  <a:pt x="973814" y="3971239"/>
                </a:lnTo>
                <a:cubicBezTo>
                  <a:pt x="973814" y="3970318"/>
                  <a:pt x="972893" y="3969091"/>
                  <a:pt x="971666" y="3969091"/>
                </a:cubicBezTo>
                <a:lnTo>
                  <a:pt x="944665" y="3969091"/>
                </a:lnTo>
                <a:cubicBezTo>
                  <a:pt x="943745" y="3969091"/>
                  <a:pt x="942517" y="3970011"/>
                  <a:pt x="942517" y="3971239"/>
                </a:cubicBezTo>
                <a:lnTo>
                  <a:pt x="943131" y="3985966"/>
                </a:lnTo>
                <a:cubicBezTo>
                  <a:pt x="934540" y="3973693"/>
                  <a:pt x="921039" y="3966943"/>
                  <a:pt x="903550" y="3966943"/>
                </a:cubicBezTo>
                <a:close/>
                <a:moveTo>
                  <a:pt x="629861" y="3966330"/>
                </a:moveTo>
                <a:cubicBezTo>
                  <a:pt x="594576" y="3966330"/>
                  <a:pt x="573405" y="3997013"/>
                  <a:pt x="573405" y="4035366"/>
                </a:cubicBezTo>
                <a:cubicBezTo>
                  <a:pt x="573405" y="4073719"/>
                  <a:pt x="592735" y="4103481"/>
                  <a:pt x="629248" y="4103481"/>
                </a:cubicBezTo>
                <a:cubicBezTo>
                  <a:pt x="647044" y="4103481"/>
                  <a:pt x="660851" y="4095811"/>
                  <a:pt x="669749" y="4082617"/>
                </a:cubicBezTo>
                <a:lnTo>
                  <a:pt x="669135" y="4098879"/>
                </a:lnTo>
                <a:cubicBezTo>
                  <a:pt x="669135" y="4100106"/>
                  <a:pt x="670363" y="4101027"/>
                  <a:pt x="671283" y="4101027"/>
                </a:cubicBezTo>
                <a:lnTo>
                  <a:pt x="698591" y="4101027"/>
                </a:lnTo>
                <a:cubicBezTo>
                  <a:pt x="699818" y="4101027"/>
                  <a:pt x="700739" y="4099799"/>
                  <a:pt x="700739" y="4098879"/>
                </a:cubicBezTo>
                <a:lnTo>
                  <a:pt x="700125" y="4034445"/>
                </a:lnTo>
                <a:lnTo>
                  <a:pt x="700739" y="3970932"/>
                </a:lnTo>
                <a:cubicBezTo>
                  <a:pt x="700739" y="3969705"/>
                  <a:pt x="699511" y="3968785"/>
                  <a:pt x="698591" y="3968785"/>
                </a:cubicBezTo>
                <a:lnTo>
                  <a:pt x="671283" y="3968785"/>
                </a:lnTo>
                <a:cubicBezTo>
                  <a:pt x="670056" y="3968785"/>
                  <a:pt x="669135" y="3970012"/>
                  <a:pt x="669135" y="3970932"/>
                </a:cubicBezTo>
                <a:lnTo>
                  <a:pt x="669749" y="3985660"/>
                </a:lnTo>
                <a:cubicBezTo>
                  <a:pt x="660851" y="3973080"/>
                  <a:pt x="647351" y="3966330"/>
                  <a:pt x="629861" y="3966330"/>
                </a:cubicBezTo>
                <a:close/>
                <a:moveTo>
                  <a:pt x="1049601" y="3966023"/>
                </a:moveTo>
                <a:cubicBezTo>
                  <a:pt x="1007873" y="3966023"/>
                  <a:pt x="984247" y="3993944"/>
                  <a:pt x="984247" y="4035673"/>
                </a:cubicBezTo>
                <a:cubicBezTo>
                  <a:pt x="984247" y="4077401"/>
                  <a:pt x="1007873" y="4104402"/>
                  <a:pt x="1049601" y="4104402"/>
                </a:cubicBezTo>
                <a:cubicBezTo>
                  <a:pt x="1091023" y="4104402"/>
                  <a:pt x="1114342" y="4076480"/>
                  <a:pt x="1114342" y="4034752"/>
                </a:cubicBezTo>
                <a:cubicBezTo>
                  <a:pt x="1114342" y="3993024"/>
                  <a:pt x="1091330" y="3966023"/>
                  <a:pt x="1049601" y="3966023"/>
                </a:cubicBezTo>
                <a:close/>
                <a:moveTo>
                  <a:pt x="774990" y="3965716"/>
                </a:moveTo>
                <a:cubicBezTo>
                  <a:pt x="734795" y="3965716"/>
                  <a:pt x="710556" y="3995171"/>
                  <a:pt x="710556" y="4035366"/>
                </a:cubicBezTo>
                <a:cubicBezTo>
                  <a:pt x="710556" y="4075560"/>
                  <a:pt x="733261" y="4104095"/>
                  <a:pt x="775910" y="4104095"/>
                </a:cubicBezTo>
                <a:cubicBezTo>
                  <a:pt x="809661" y="4104095"/>
                  <a:pt x="831139" y="4085071"/>
                  <a:pt x="836049" y="4061139"/>
                </a:cubicBezTo>
                <a:cubicBezTo>
                  <a:pt x="836355" y="4059912"/>
                  <a:pt x="835128" y="4058991"/>
                  <a:pt x="834208" y="4058991"/>
                </a:cubicBezTo>
                <a:lnTo>
                  <a:pt x="808434" y="4058991"/>
                </a:lnTo>
                <a:cubicBezTo>
                  <a:pt x="807514" y="4058991"/>
                  <a:pt x="806286" y="4059912"/>
                  <a:pt x="805980" y="4061139"/>
                </a:cubicBezTo>
                <a:cubicBezTo>
                  <a:pt x="801684" y="4075253"/>
                  <a:pt x="791559" y="4082310"/>
                  <a:pt x="776524" y="4082310"/>
                </a:cubicBezTo>
                <a:cubicBezTo>
                  <a:pt x="754432" y="4082310"/>
                  <a:pt x="742773" y="4069116"/>
                  <a:pt x="741546" y="4040888"/>
                </a:cubicBezTo>
                <a:lnTo>
                  <a:pt x="837890" y="4040888"/>
                </a:lnTo>
                <a:cubicBezTo>
                  <a:pt x="839117" y="4040888"/>
                  <a:pt x="840037" y="4039661"/>
                  <a:pt x="840037" y="4038741"/>
                </a:cubicBezTo>
                <a:cubicBezTo>
                  <a:pt x="839424" y="3993637"/>
                  <a:pt x="815184" y="3966023"/>
                  <a:pt x="774990" y="3965716"/>
                </a:cubicBezTo>
                <a:close/>
                <a:moveTo>
                  <a:pt x="1199334" y="3965409"/>
                </a:moveTo>
                <a:cubicBezTo>
                  <a:pt x="1179697" y="3965409"/>
                  <a:pt x="1164662" y="3975534"/>
                  <a:pt x="1156071" y="3987807"/>
                </a:cubicBezTo>
                <a:lnTo>
                  <a:pt x="1156684" y="3970625"/>
                </a:lnTo>
                <a:cubicBezTo>
                  <a:pt x="1156684" y="3969398"/>
                  <a:pt x="1155458" y="3968477"/>
                  <a:pt x="1154537" y="3968477"/>
                </a:cubicBezTo>
                <a:lnTo>
                  <a:pt x="1128764" y="3968477"/>
                </a:lnTo>
                <a:cubicBezTo>
                  <a:pt x="1127535" y="3968477"/>
                  <a:pt x="1126616" y="3969705"/>
                  <a:pt x="1126616" y="3970625"/>
                </a:cubicBezTo>
                <a:lnTo>
                  <a:pt x="1126923" y="4038740"/>
                </a:lnTo>
                <a:lnTo>
                  <a:pt x="1126309" y="4098878"/>
                </a:lnTo>
                <a:cubicBezTo>
                  <a:pt x="1126309" y="4100106"/>
                  <a:pt x="1127535" y="4101026"/>
                  <a:pt x="1128456" y="4101026"/>
                </a:cubicBezTo>
                <a:lnTo>
                  <a:pt x="1155765" y="4100719"/>
                </a:lnTo>
                <a:cubicBezTo>
                  <a:pt x="1156992" y="4100719"/>
                  <a:pt x="1157912" y="4099492"/>
                  <a:pt x="1157912" y="4098572"/>
                </a:cubicBezTo>
                <a:lnTo>
                  <a:pt x="1157299" y="4044570"/>
                </a:lnTo>
                <a:lnTo>
                  <a:pt x="1157299" y="4030149"/>
                </a:lnTo>
                <a:cubicBezTo>
                  <a:pt x="1159753" y="4002842"/>
                  <a:pt x="1174481" y="3989648"/>
                  <a:pt x="1189822" y="3989648"/>
                </a:cubicBezTo>
                <a:cubicBezTo>
                  <a:pt x="1203936" y="3989648"/>
                  <a:pt x="1214061" y="3999467"/>
                  <a:pt x="1214061" y="4018183"/>
                </a:cubicBezTo>
                <a:lnTo>
                  <a:pt x="1214061" y="4044570"/>
                </a:lnTo>
                <a:lnTo>
                  <a:pt x="1213448" y="4098572"/>
                </a:lnTo>
                <a:cubicBezTo>
                  <a:pt x="1213448" y="4099799"/>
                  <a:pt x="1214675" y="4100719"/>
                  <a:pt x="1215596" y="4100719"/>
                </a:cubicBezTo>
                <a:lnTo>
                  <a:pt x="1242904" y="4100719"/>
                </a:lnTo>
                <a:cubicBezTo>
                  <a:pt x="1244131" y="4100719"/>
                  <a:pt x="1245050" y="4099492"/>
                  <a:pt x="1245050" y="4098572"/>
                </a:cubicBezTo>
                <a:lnTo>
                  <a:pt x="1244438" y="4044570"/>
                </a:lnTo>
                <a:lnTo>
                  <a:pt x="1244438" y="4017263"/>
                </a:lnTo>
                <a:cubicBezTo>
                  <a:pt x="1244438" y="3983819"/>
                  <a:pt x="1226642" y="3965409"/>
                  <a:pt x="1199334" y="3965409"/>
                </a:cubicBezTo>
                <a:close/>
                <a:moveTo>
                  <a:pt x="352796" y="3950375"/>
                </a:moveTo>
                <a:lnTo>
                  <a:pt x="389308" y="3950375"/>
                </a:lnTo>
                <a:lnTo>
                  <a:pt x="389308" y="4123118"/>
                </a:lnTo>
                <a:lnTo>
                  <a:pt x="352796" y="4123118"/>
                </a:lnTo>
                <a:close/>
                <a:moveTo>
                  <a:pt x="434412" y="3900362"/>
                </a:moveTo>
                <a:lnTo>
                  <a:pt x="234667" y="3973080"/>
                </a:lnTo>
                <a:lnTo>
                  <a:pt x="307385" y="4172824"/>
                </a:lnTo>
                <a:lnTo>
                  <a:pt x="507130" y="4100106"/>
                </a:lnTo>
                <a:close/>
                <a:moveTo>
                  <a:pt x="3571437" y="0"/>
                </a:moveTo>
                <a:lnTo>
                  <a:pt x="8621771" y="0"/>
                </a:lnTo>
                <a:lnTo>
                  <a:pt x="12193206" y="2582962"/>
                </a:lnTo>
                <a:lnTo>
                  <a:pt x="12193206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6727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000000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1DF105E-CE19-DB97-3C28-9FB54ABB360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" y="2324100"/>
            <a:ext cx="12193197" cy="4533900"/>
          </a:xfrm>
          <a:custGeom>
            <a:avLst/>
            <a:gdLst>
              <a:gd name="connsiteX0" fmla="*/ 434412 w 12193197"/>
              <a:gd name="connsiteY0" fmla="*/ 4230894 h 4533900"/>
              <a:gd name="connsiteX1" fmla="*/ 452515 w 12193197"/>
              <a:gd name="connsiteY1" fmla="*/ 4230894 h 4533900"/>
              <a:gd name="connsiteX2" fmla="*/ 452515 w 12193197"/>
              <a:gd name="connsiteY2" fmla="*/ 4303612 h 4533900"/>
              <a:gd name="connsiteX3" fmla="*/ 434412 w 12193197"/>
              <a:gd name="connsiteY3" fmla="*/ 4303612 h 4533900"/>
              <a:gd name="connsiteX4" fmla="*/ 316283 w 12193197"/>
              <a:gd name="connsiteY4" fmla="*/ 4194688 h 4533900"/>
              <a:gd name="connsiteX5" fmla="*/ 343591 w 12193197"/>
              <a:gd name="connsiteY5" fmla="*/ 4194688 h 4533900"/>
              <a:gd name="connsiteX6" fmla="*/ 343591 w 12193197"/>
              <a:gd name="connsiteY6" fmla="*/ 4303612 h 4533900"/>
              <a:gd name="connsiteX7" fmla="*/ 316283 w 12193197"/>
              <a:gd name="connsiteY7" fmla="*/ 4303612 h 4533900"/>
              <a:gd name="connsiteX8" fmla="*/ 911528 w 12193197"/>
              <a:gd name="connsiteY8" fmla="*/ 4191620 h 4533900"/>
              <a:gd name="connsiteX9" fmla="*/ 943745 w 12193197"/>
              <a:gd name="connsiteY9" fmla="*/ 4238564 h 4533900"/>
              <a:gd name="connsiteX10" fmla="*/ 911528 w 12193197"/>
              <a:gd name="connsiteY10" fmla="*/ 4282440 h 4533900"/>
              <a:gd name="connsiteX11" fmla="*/ 878083 w 12193197"/>
              <a:gd name="connsiteY11" fmla="*/ 4236416 h 4533900"/>
              <a:gd name="connsiteX12" fmla="*/ 911528 w 12193197"/>
              <a:gd name="connsiteY12" fmla="*/ 4191620 h 4533900"/>
              <a:gd name="connsiteX13" fmla="*/ 638453 w 12193197"/>
              <a:gd name="connsiteY13" fmla="*/ 4191314 h 4533900"/>
              <a:gd name="connsiteX14" fmla="*/ 670669 w 12193197"/>
              <a:gd name="connsiteY14" fmla="*/ 4239179 h 4533900"/>
              <a:gd name="connsiteX15" fmla="*/ 637532 w 12193197"/>
              <a:gd name="connsiteY15" fmla="*/ 4285202 h 4533900"/>
              <a:gd name="connsiteX16" fmla="*/ 605008 w 12193197"/>
              <a:gd name="connsiteY16" fmla="*/ 4236417 h 4533900"/>
              <a:gd name="connsiteX17" fmla="*/ 638453 w 12193197"/>
              <a:gd name="connsiteY17" fmla="*/ 4191314 h 4533900"/>
              <a:gd name="connsiteX18" fmla="*/ 1049294 w 12193197"/>
              <a:gd name="connsiteY18" fmla="*/ 4190700 h 4533900"/>
              <a:gd name="connsiteX19" fmla="*/ 1082739 w 12193197"/>
              <a:gd name="connsiteY19" fmla="*/ 4238565 h 4533900"/>
              <a:gd name="connsiteX20" fmla="*/ 1049601 w 12193197"/>
              <a:gd name="connsiteY20" fmla="*/ 4285509 h 4533900"/>
              <a:gd name="connsiteX21" fmla="*/ 1015543 w 12193197"/>
              <a:gd name="connsiteY21" fmla="*/ 4238565 h 4533900"/>
              <a:gd name="connsiteX22" fmla="*/ 1049294 w 12193197"/>
              <a:gd name="connsiteY22" fmla="*/ 4190700 h 4533900"/>
              <a:gd name="connsiteX23" fmla="*/ 775604 w 12193197"/>
              <a:gd name="connsiteY23" fmla="*/ 4190700 h 4533900"/>
              <a:gd name="connsiteX24" fmla="*/ 806900 w 12193197"/>
              <a:gd name="connsiteY24" fmla="*/ 4223223 h 4533900"/>
              <a:gd name="connsiteX25" fmla="*/ 742773 w 12193197"/>
              <a:gd name="connsiteY25" fmla="*/ 4223223 h 4533900"/>
              <a:gd name="connsiteX26" fmla="*/ 775604 w 12193197"/>
              <a:gd name="connsiteY26" fmla="*/ 4190700 h 4533900"/>
              <a:gd name="connsiteX27" fmla="*/ 398206 w 12193197"/>
              <a:gd name="connsiteY27" fmla="*/ 4176586 h 4533900"/>
              <a:gd name="connsiteX28" fmla="*/ 425514 w 12193197"/>
              <a:gd name="connsiteY28" fmla="*/ 4176586 h 4533900"/>
              <a:gd name="connsiteX29" fmla="*/ 425514 w 12193197"/>
              <a:gd name="connsiteY29" fmla="*/ 4285509 h 4533900"/>
              <a:gd name="connsiteX30" fmla="*/ 398206 w 12193197"/>
              <a:gd name="connsiteY30" fmla="*/ 4285509 h 4533900"/>
              <a:gd name="connsiteX31" fmla="*/ 288976 w 12193197"/>
              <a:gd name="connsiteY31" fmla="*/ 4176279 h 4533900"/>
              <a:gd name="connsiteX32" fmla="*/ 307078 w 12193197"/>
              <a:gd name="connsiteY32" fmla="*/ 4176279 h 4533900"/>
              <a:gd name="connsiteX33" fmla="*/ 307078 w 12193197"/>
              <a:gd name="connsiteY33" fmla="*/ 4248997 h 4533900"/>
              <a:gd name="connsiteX34" fmla="*/ 288976 w 12193197"/>
              <a:gd name="connsiteY34" fmla="*/ 4248997 h 4533900"/>
              <a:gd name="connsiteX35" fmla="*/ 903550 w 12193197"/>
              <a:gd name="connsiteY35" fmla="*/ 4170142 h 4533900"/>
              <a:gd name="connsiteX36" fmla="*/ 846787 w 12193197"/>
              <a:gd name="connsiteY36" fmla="*/ 4237644 h 4533900"/>
              <a:gd name="connsiteX37" fmla="*/ 904777 w 12193197"/>
              <a:gd name="connsiteY37" fmla="*/ 4303611 h 4533900"/>
              <a:gd name="connsiteX38" fmla="*/ 944358 w 12193197"/>
              <a:gd name="connsiteY38" fmla="*/ 4282747 h 4533900"/>
              <a:gd name="connsiteX39" fmla="*/ 944358 w 12193197"/>
              <a:gd name="connsiteY39" fmla="*/ 4297782 h 4533900"/>
              <a:gd name="connsiteX40" fmla="*/ 912141 w 12193197"/>
              <a:gd name="connsiteY40" fmla="*/ 4333374 h 4533900"/>
              <a:gd name="connsiteX41" fmla="*/ 882686 w 12193197"/>
              <a:gd name="connsiteY41" fmla="*/ 4315884 h 4533900"/>
              <a:gd name="connsiteX42" fmla="*/ 880231 w 12193197"/>
              <a:gd name="connsiteY42" fmla="*/ 4313737 h 4533900"/>
              <a:gd name="connsiteX43" fmla="*/ 853537 w 12193197"/>
              <a:gd name="connsiteY43" fmla="*/ 4313737 h 4533900"/>
              <a:gd name="connsiteX44" fmla="*/ 851389 w 12193197"/>
              <a:gd name="connsiteY44" fmla="*/ 4315884 h 4533900"/>
              <a:gd name="connsiteX45" fmla="*/ 910914 w 12193197"/>
              <a:gd name="connsiteY45" fmla="*/ 4354851 h 4533900"/>
              <a:gd name="connsiteX46" fmla="*/ 972586 w 12193197"/>
              <a:gd name="connsiteY46" fmla="*/ 4298089 h 4533900"/>
              <a:gd name="connsiteX47" fmla="*/ 972280 w 12193197"/>
              <a:gd name="connsiteY47" fmla="*/ 4233348 h 4533900"/>
              <a:gd name="connsiteX48" fmla="*/ 973814 w 12193197"/>
              <a:gd name="connsiteY48" fmla="*/ 4174438 h 4533900"/>
              <a:gd name="connsiteX49" fmla="*/ 971666 w 12193197"/>
              <a:gd name="connsiteY49" fmla="*/ 4172290 h 4533900"/>
              <a:gd name="connsiteX50" fmla="*/ 944665 w 12193197"/>
              <a:gd name="connsiteY50" fmla="*/ 4172290 h 4533900"/>
              <a:gd name="connsiteX51" fmla="*/ 942517 w 12193197"/>
              <a:gd name="connsiteY51" fmla="*/ 4174438 h 4533900"/>
              <a:gd name="connsiteX52" fmla="*/ 943131 w 12193197"/>
              <a:gd name="connsiteY52" fmla="*/ 4189165 h 4533900"/>
              <a:gd name="connsiteX53" fmla="*/ 903550 w 12193197"/>
              <a:gd name="connsiteY53" fmla="*/ 4170142 h 4533900"/>
              <a:gd name="connsiteX54" fmla="*/ 629861 w 12193197"/>
              <a:gd name="connsiteY54" fmla="*/ 4169529 h 4533900"/>
              <a:gd name="connsiteX55" fmla="*/ 573405 w 12193197"/>
              <a:gd name="connsiteY55" fmla="*/ 4238565 h 4533900"/>
              <a:gd name="connsiteX56" fmla="*/ 629248 w 12193197"/>
              <a:gd name="connsiteY56" fmla="*/ 4306680 h 4533900"/>
              <a:gd name="connsiteX57" fmla="*/ 669749 w 12193197"/>
              <a:gd name="connsiteY57" fmla="*/ 4285816 h 4533900"/>
              <a:gd name="connsiteX58" fmla="*/ 669135 w 12193197"/>
              <a:gd name="connsiteY58" fmla="*/ 4302078 h 4533900"/>
              <a:gd name="connsiteX59" fmla="*/ 671283 w 12193197"/>
              <a:gd name="connsiteY59" fmla="*/ 4304226 h 4533900"/>
              <a:gd name="connsiteX60" fmla="*/ 698591 w 12193197"/>
              <a:gd name="connsiteY60" fmla="*/ 4304226 h 4533900"/>
              <a:gd name="connsiteX61" fmla="*/ 700739 w 12193197"/>
              <a:gd name="connsiteY61" fmla="*/ 4302078 h 4533900"/>
              <a:gd name="connsiteX62" fmla="*/ 700125 w 12193197"/>
              <a:gd name="connsiteY62" fmla="*/ 4237644 h 4533900"/>
              <a:gd name="connsiteX63" fmla="*/ 700739 w 12193197"/>
              <a:gd name="connsiteY63" fmla="*/ 4174131 h 4533900"/>
              <a:gd name="connsiteX64" fmla="*/ 698591 w 12193197"/>
              <a:gd name="connsiteY64" fmla="*/ 4171984 h 4533900"/>
              <a:gd name="connsiteX65" fmla="*/ 671283 w 12193197"/>
              <a:gd name="connsiteY65" fmla="*/ 4171984 h 4533900"/>
              <a:gd name="connsiteX66" fmla="*/ 669135 w 12193197"/>
              <a:gd name="connsiteY66" fmla="*/ 4174131 h 4533900"/>
              <a:gd name="connsiteX67" fmla="*/ 669749 w 12193197"/>
              <a:gd name="connsiteY67" fmla="*/ 4188859 h 4533900"/>
              <a:gd name="connsiteX68" fmla="*/ 629861 w 12193197"/>
              <a:gd name="connsiteY68" fmla="*/ 4169529 h 4533900"/>
              <a:gd name="connsiteX69" fmla="*/ 1049601 w 12193197"/>
              <a:gd name="connsiteY69" fmla="*/ 4169222 h 4533900"/>
              <a:gd name="connsiteX70" fmla="*/ 984247 w 12193197"/>
              <a:gd name="connsiteY70" fmla="*/ 4238872 h 4533900"/>
              <a:gd name="connsiteX71" fmla="*/ 1049601 w 12193197"/>
              <a:gd name="connsiteY71" fmla="*/ 4307601 h 4533900"/>
              <a:gd name="connsiteX72" fmla="*/ 1114342 w 12193197"/>
              <a:gd name="connsiteY72" fmla="*/ 4237951 h 4533900"/>
              <a:gd name="connsiteX73" fmla="*/ 1049601 w 12193197"/>
              <a:gd name="connsiteY73" fmla="*/ 4169222 h 4533900"/>
              <a:gd name="connsiteX74" fmla="*/ 774990 w 12193197"/>
              <a:gd name="connsiteY74" fmla="*/ 4168915 h 4533900"/>
              <a:gd name="connsiteX75" fmla="*/ 710556 w 12193197"/>
              <a:gd name="connsiteY75" fmla="*/ 4238565 h 4533900"/>
              <a:gd name="connsiteX76" fmla="*/ 775910 w 12193197"/>
              <a:gd name="connsiteY76" fmla="*/ 4307294 h 4533900"/>
              <a:gd name="connsiteX77" fmla="*/ 836049 w 12193197"/>
              <a:gd name="connsiteY77" fmla="*/ 4264338 h 4533900"/>
              <a:gd name="connsiteX78" fmla="*/ 834208 w 12193197"/>
              <a:gd name="connsiteY78" fmla="*/ 4262190 h 4533900"/>
              <a:gd name="connsiteX79" fmla="*/ 808434 w 12193197"/>
              <a:gd name="connsiteY79" fmla="*/ 4262190 h 4533900"/>
              <a:gd name="connsiteX80" fmla="*/ 805980 w 12193197"/>
              <a:gd name="connsiteY80" fmla="*/ 4264338 h 4533900"/>
              <a:gd name="connsiteX81" fmla="*/ 776524 w 12193197"/>
              <a:gd name="connsiteY81" fmla="*/ 4285509 h 4533900"/>
              <a:gd name="connsiteX82" fmla="*/ 741546 w 12193197"/>
              <a:gd name="connsiteY82" fmla="*/ 4244087 h 4533900"/>
              <a:gd name="connsiteX83" fmla="*/ 837890 w 12193197"/>
              <a:gd name="connsiteY83" fmla="*/ 4244087 h 4533900"/>
              <a:gd name="connsiteX84" fmla="*/ 840037 w 12193197"/>
              <a:gd name="connsiteY84" fmla="*/ 4241940 h 4533900"/>
              <a:gd name="connsiteX85" fmla="*/ 774990 w 12193197"/>
              <a:gd name="connsiteY85" fmla="*/ 4168915 h 4533900"/>
              <a:gd name="connsiteX86" fmla="*/ 1199334 w 12193197"/>
              <a:gd name="connsiteY86" fmla="*/ 4168608 h 4533900"/>
              <a:gd name="connsiteX87" fmla="*/ 1156071 w 12193197"/>
              <a:gd name="connsiteY87" fmla="*/ 4191006 h 4533900"/>
              <a:gd name="connsiteX88" fmla="*/ 1156685 w 12193197"/>
              <a:gd name="connsiteY88" fmla="*/ 4173824 h 4533900"/>
              <a:gd name="connsiteX89" fmla="*/ 1154537 w 12193197"/>
              <a:gd name="connsiteY89" fmla="*/ 4171676 h 4533900"/>
              <a:gd name="connsiteX90" fmla="*/ 1128764 w 12193197"/>
              <a:gd name="connsiteY90" fmla="*/ 4171676 h 4533900"/>
              <a:gd name="connsiteX91" fmla="*/ 1126616 w 12193197"/>
              <a:gd name="connsiteY91" fmla="*/ 4173824 h 4533900"/>
              <a:gd name="connsiteX92" fmla="*/ 1126923 w 12193197"/>
              <a:gd name="connsiteY92" fmla="*/ 4241939 h 4533900"/>
              <a:gd name="connsiteX93" fmla="*/ 1126309 w 12193197"/>
              <a:gd name="connsiteY93" fmla="*/ 4302077 h 4533900"/>
              <a:gd name="connsiteX94" fmla="*/ 1128457 w 12193197"/>
              <a:gd name="connsiteY94" fmla="*/ 4304225 h 4533900"/>
              <a:gd name="connsiteX95" fmla="*/ 1155765 w 12193197"/>
              <a:gd name="connsiteY95" fmla="*/ 4303918 h 4533900"/>
              <a:gd name="connsiteX96" fmla="*/ 1157912 w 12193197"/>
              <a:gd name="connsiteY96" fmla="*/ 4301771 h 4533900"/>
              <a:gd name="connsiteX97" fmla="*/ 1157298 w 12193197"/>
              <a:gd name="connsiteY97" fmla="*/ 4247769 h 4533900"/>
              <a:gd name="connsiteX98" fmla="*/ 1157298 w 12193197"/>
              <a:gd name="connsiteY98" fmla="*/ 4233348 h 4533900"/>
              <a:gd name="connsiteX99" fmla="*/ 1189821 w 12193197"/>
              <a:gd name="connsiteY99" fmla="*/ 4192847 h 4533900"/>
              <a:gd name="connsiteX100" fmla="*/ 1214061 w 12193197"/>
              <a:gd name="connsiteY100" fmla="*/ 4221382 h 4533900"/>
              <a:gd name="connsiteX101" fmla="*/ 1214061 w 12193197"/>
              <a:gd name="connsiteY101" fmla="*/ 4247769 h 4533900"/>
              <a:gd name="connsiteX102" fmla="*/ 1213448 w 12193197"/>
              <a:gd name="connsiteY102" fmla="*/ 4301771 h 4533900"/>
              <a:gd name="connsiteX103" fmla="*/ 1215596 w 12193197"/>
              <a:gd name="connsiteY103" fmla="*/ 4303918 h 4533900"/>
              <a:gd name="connsiteX104" fmla="*/ 1242904 w 12193197"/>
              <a:gd name="connsiteY104" fmla="*/ 4303918 h 4533900"/>
              <a:gd name="connsiteX105" fmla="*/ 1245051 w 12193197"/>
              <a:gd name="connsiteY105" fmla="*/ 4301771 h 4533900"/>
              <a:gd name="connsiteX106" fmla="*/ 1244438 w 12193197"/>
              <a:gd name="connsiteY106" fmla="*/ 4247769 h 4533900"/>
              <a:gd name="connsiteX107" fmla="*/ 1244438 w 12193197"/>
              <a:gd name="connsiteY107" fmla="*/ 4220462 h 4533900"/>
              <a:gd name="connsiteX108" fmla="*/ 1199334 w 12193197"/>
              <a:gd name="connsiteY108" fmla="*/ 4168608 h 4533900"/>
              <a:gd name="connsiteX109" fmla="*/ 352796 w 12193197"/>
              <a:gd name="connsiteY109" fmla="*/ 4153574 h 4533900"/>
              <a:gd name="connsiteX110" fmla="*/ 389308 w 12193197"/>
              <a:gd name="connsiteY110" fmla="*/ 4153574 h 4533900"/>
              <a:gd name="connsiteX111" fmla="*/ 389308 w 12193197"/>
              <a:gd name="connsiteY111" fmla="*/ 4326317 h 4533900"/>
              <a:gd name="connsiteX112" fmla="*/ 352796 w 12193197"/>
              <a:gd name="connsiteY112" fmla="*/ 4326317 h 4533900"/>
              <a:gd name="connsiteX113" fmla="*/ 434412 w 12193197"/>
              <a:gd name="connsiteY113" fmla="*/ 4103561 h 4533900"/>
              <a:gd name="connsiteX114" fmla="*/ 234667 w 12193197"/>
              <a:gd name="connsiteY114" fmla="*/ 4176279 h 4533900"/>
              <a:gd name="connsiteX115" fmla="*/ 307385 w 12193197"/>
              <a:gd name="connsiteY115" fmla="*/ 4376023 h 4533900"/>
              <a:gd name="connsiteX116" fmla="*/ 507130 w 12193197"/>
              <a:gd name="connsiteY116" fmla="*/ 4303305 h 4533900"/>
              <a:gd name="connsiteX117" fmla="*/ 6096601 w 12193197"/>
              <a:gd name="connsiteY117" fmla="*/ 0 h 4533900"/>
              <a:gd name="connsiteX118" fmla="*/ 9864295 w 12193197"/>
              <a:gd name="connsiteY118" fmla="*/ 881563 h 4533900"/>
              <a:gd name="connsiteX119" fmla="*/ 12193197 w 12193197"/>
              <a:gd name="connsiteY119" fmla="*/ 3189318 h 4533900"/>
              <a:gd name="connsiteX120" fmla="*/ 12193197 w 12193197"/>
              <a:gd name="connsiteY120" fmla="*/ 4533900 h 4533900"/>
              <a:gd name="connsiteX121" fmla="*/ 0 w 12193197"/>
              <a:gd name="connsiteY121" fmla="*/ 4533900 h 4533900"/>
              <a:gd name="connsiteX122" fmla="*/ 0 w 12193197"/>
              <a:gd name="connsiteY122" fmla="*/ 3189318 h 4533900"/>
              <a:gd name="connsiteX123" fmla="*/ 2328904 w 12193197"/>
              <a:gd name="connsiteY123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3197" h="4533900">
                <a:moveTo>
                  <a:pt x="434412" y="4230894"/>
                </a:moveTo>
                <a:lnTo>
                  <a:pt x="452515" y="4230894"/>
                </a:lnTo>
                <a:lnTo>
                  <a:pt x="452515" y="4303612"/>
                </a:lnTo>
                <a:lnTo>
                  <a:pt x="434412" y="4303612"/>
                </a:lnTo>
                <a:close/>
                <a:moveTo>
                  <a:pt x="316283" y="4194688"/>
                </a:moveTo>
                <a:lnTo>
                  <a:pt x="343591" y="4194688"/>
                </a:lnTo>
                <a:lnTo>
                  <a:pt x="343591" y="4303612"/>
                </a:lnTo>
                <a:lnTo>
                  <a:pt x="316283" y="4303612"/>
                </a:lnTo>
                <a:close/>
                <a:moveTo>
                  <a:pt x="911528" y="4191620"/>
                </a:moveTo>
                <a:cubicBezTo>
                  <a:pt x="932699" y="4191927"/>
                  <a:pt x="944052" y="4208495"/>
                  <a:pt x="943745" y="4238564"/>
                </a:cubicBezTo>
                <a:cubicBezTo>
                  <a:pt x="943745" y="4268020"/>
                  <a:pt x="931778" y="4282440"/>
                  <a:pt x="911528" y="4282440"/>
                </a:cubicBezTo>
                <a:cubicBezTo>
                  <a:pt x="889743" y="4282747"/>
                  <a:pt x="878083" y="4266485"/>
                  <a:pt x="878083" y="4236416"/>
                </a:cubicBezTo>
                <a:cubicBezTo>
                  <a:pt x="878083" y="4208188"/>
                  <a:pt x="889436" y="4191313"/>
                  <a:pt x="911528" y="4191620"/>
                </a:cubicBezTo>
                <a:close/>
                <a:moveTo>
                  <a:pt x="638453" y="4191314"/>
                </a:moveTo>
                <a:cubicBezTo>
                  <a:pt x="659010" y="4191620"/>
                  <a:pt x="670976" y="4208496"/>
                  <a:pt x="670669" y="4239179"/>
                </a:cubicBezTo>
                <a:cubicBezTo>
                  <a:pt x="670363" y="4269861"/>
                  <a:pt x="658396" y="4285202"/>
                  <a:pt x="637532" y="4285202"/>
                </a:cubicBezTo>
                <a:cubicBezTo>
                  <a:pt x="616054" y="4285202"/>
                  <a:pt x="604701" y="4267407"/>
                  <a:pt x="605008" y="4236417"/>
                </a:cubicBezTo>
                <a:cubicBezTo>
                  <a:pt x="605008" y="4208189"/>
                  <a:pt x="615747" y="4191007"/>
                  <a:pt x="638453" y="4191314"/>
                </a:cubicBezTo>
                <a:close/>
                <a:moveTo>
                  <a:pt x="1049294" y="4190700"/>
                </a:moveTo>
                <a:cubicBezTo>
                  <a:pt x="1071693" y="4190700"/>
                  <a:pt x="1082739" y="4206962"/>
                  <a:pt x="1082739" y="4238565"/>
                </a:cubicBezTo>
                <a:cubicBezTo>
                  <a:pt x="1082739" y="4270168"/>
                  <a:pt x="1072000" y="4285509"/>
                  <a:pt x="1049601" y="4285509"/>
                </a:cubicBezTo>
                <a:cubicBezTo>
                  <a:pt x="1026896" y="4285509"/>
                  <a:pt x="1015850" y="4270168"/>
                  <a:pt x="1015543" y="4238565"/>
                </a:cubicBezTo>
                <a:cubicBezTo>
                  <a:pt x="1015543" y="4207268"/>
                  <a:pt x="1026589" y="4191007"/>
                  <a:pt x="1049294" y="4190700"/>
                </a:cubicBezTo>
                <a:close/>
                <a:moveTo>
                  <a:pt x="775604" y="4190700"/>
                </a:moveTo>
                <a:cubicBezTo>
                  <a:pt x="795854" y="4190700"/>
                  <a:pt x="805673" y="4206041"/>
                  <a:pt x="806900" y="4223223"/>
                </a:cubicBezTo>
                <a:lnTo>
                  <a:pt x="742773" y="4223223"/>
                </a:lnTo>
                <a:cubicBezTo>
                  <a:pt x="746148" y="4202052"/>
                  <a:pt x="757194" y="4190700"/>
                  <a:pt x="775604" y="4190700"/>
                </a:cubicBezTo>
                <a:close/>
                <a:moveTo>
                  <a:pt x="398206" y="4176586"/>
                </a:moveTo>
                <a:lnTo>
                  <a:pt x="425514" y="4176586"/>
                </a:lnTo>
                <a:lnTo>
                  <a:pt x="425514" y="4285509"/>
                </a:lnTo>
                <a:lnTo>
                  <a:pt x="398206" y="4285509"/>
                </a:lnTo>
                <a:close/>
                <a:moveTo>
                  <a:pt x="288976" y="4176279"/>
                </a:moveTo>
                <a:lnTo>
                  <a:pt x="307078" y="4176279"/>
                </a:lnTo>
                <a:lnTo>
                  <a:pt x="307078" y="4248997"/>
                </a:lnTo>
                <a:lnTo>
                  <a:pt x="288976" y="4248997"/>
                </a:lnTo>
                <a:close/>
                <a:moveTo>
                  <a:pt x="903550" y="4170142"/>
                </a:moveTo>
                <a:cubicBezTo>
                  <a:pt x="867958" y="4170142"/>
                  <a:pt x="846787" y="4200518"/>
                  <a:pt x="846787" y="4237644"/>
                </a:cubicBezTo>
                <a:cubicBezTo>
                  <a:pt x="846787" y="4274770"/>
                  <a:pt x="866424" y="4303611"/>
                  <a:pt x="904777" y="4303611"/>
                </a:cubicBezTo>
                <a:cubicBezTo>
                  <a:pt x="922267" y="4303611"/>
                  <a:pt x="935460" y="4295941"/>
                  <a:pt x="944358" y="4282747"/>
                </a:cubicBezTo>
                <a:lnTo>
                  <a:pt x="944358" y="4297782"/>
                </a:lnTo>
                <a:cubicBezTo>
                  <a:pt x="944358" y="4322635"/>
                  <a:pt x="931165" y="4333374"/>
                  <a:pt x="912141" y="4333374"/>
                </a:cubicBezTo>
                <a:cubicBezTo>
                  <a:pt x="896493" y="4333374"/>
                  <a:pt x="885754" y="4327544"/>
                  <a:pt x="882686" y="4315884"/>
                </a:cubicBezTo>
                <a:cubicBezTo>
                  <a:pt x="882379" y="4314657"/>
                  <a:pt x="881459" y="4313737"/>
                  <a:pt x="880231" y="4313737"/>
                </a:cubicBezTo>
                <a:lnTo>
                  <a:pt x="853537" y="4313737"/>
                </a:lnTo>
                <a:cubicBezTo>
                  <a:pt x="852617" y="4313737"/>
                  <a:pt x="851389" y="4314657"/>
                  <a:pt x="851389" y="4315884"/>
                </a:cubicBezTo>
                <a:cubicBezTo>
                  <a:pt x="855071" y="4342578"/>
                  <a:pt x="879311" y="4355465"/>
                  <a:pt x="910914" y="4354851"/>
                </a:cubicBezTo>
                <a:cubicBezTo>
                  <a:pt x="951415" y="4354851"/>
                  <a:pt x="972893" y="4333680"/>
                  <a:pt x="972586" y="4298089"/>
                </a:cubicBezTo>
                <a:lnTo>
                  <a:pt x="972280" y="4233348"/>
                </a:lnTo>
                <a:lnTo>
                  <a:pt x="973814" y="4174438"/>
                </a:lnTo>
                <a:cubicBezTo>
                  <a:pt x="973814" y="4173517"/>
                  <a:pt x="972893" y="4172290"/>
                  <a:pt x="971666" y="4172290"/>
                </a:cubicBezTo>
                <a:lnTo>
                  <a:pt x="944665" y="4172290"/>
                </a:lnTo>
                <a:cubicBezTo>
                  <a:pt x="943745" y="4172290"/>
                  <a:pt x="942517" y="4173210"/>
                  <a:pt x="942517" y="4174438"/>
                </a:cubicBezTo>
                <a:lnTo>
                  <a:pt x="943131" y="4189165"/>
                </a:lnTo>
                <a:cubicBezTo>
                  <a:pt x="934540" y="4176892"/>
                  <a:pt x="921039" y="4170142"/>
                  <a:pt x="903550" y="4170142"/>
                </a:cubicBezTo>
                <a:close/>
                <a:moveTo>
                  <a:pt x="629861" y="4169529"/>
                </a:moveTo>
                <a:cubicBezTo>
                  <a:pt x="594576" y="4169529"/>
                  <a:pt x="573405" y="4200212"/>
                  <a:pt x="573405" y="4238565"/>
                </a:cubicBezTo>
                <a:cubicBezTo>
                  <a:pt x="573405" y="4276918"/>
                  <a:pt x="592735" y="4306680"/>
                  <a:pt x="629248" y="4306680"/>
                </a:cubicBezTo>
                <a:cubicBezTo>
                  <a:pt x="647044" y="4306680"/>
                  <a:pt x="660851" y="4299010"/>
                  <a:pt x="669749" y="4285816"/>
                </a:cubicBezTo>
                <a:lnTo>
                  <a:pt x="669135" y="4302078"/>
                </a:lnTo>
                <a:cubicBezTo>
                  <a:pt x="669135" y="4303305"/>
                  <a:pt x="670363" y="4304226"/>
                  <a:pt x="671283" y="4304226"/>
                </a:cubicBezTo>
                <a:lnTo>
                  <a:pt x="698591" y="4304226"/>
                </a:lnTo>
                <a:cubicBezTo>
                  <a:pt x="699818" y="4304226"/>
                  <a:pt x="700739" y="4302998"/>
                  <a:pt x="700739" y="4302078"/>
                </a:cubicBezTo>
                <a:lnTo>
                  <a:pt x="700125" y="4237644"/>
                </a:lnTo>
                <a:lnTo>
                  <a:pt x="700739" y="4174131"/>
                </a:lnTo>
                <a:cubicBezTo>
                  <a:pt x="700739" y="4172904"/>
                  <a:pt x="699511" y="4171984"/>
                  <a:pt x="698591" y="4171984"/>
                </a:cubicBezTo>
                <a:lnTo>
                  <a:pt x="671283" y="4171984"/>
                </a:lnTo>
                <a:cubicBezTo>
                  <a:pt x="670056" y="4171984"/>
                  <a:pt x="669135" y="4173211"/>
                  <a:pt x="669135" y="4174131"/>
                </a:cubicBezTo>
                <a:lnTo>
                  <a:pt x="669749" y="4188859"/>
                </a:lnTo>
                <a:cubicBezTo>
                  <a:pt x="660851" y="4176279"/>
                  <a:pt x="647351" y="4169529"/>
                  <a:pt x="629861" y="4169529"/>
                </a:cubicBezTo>
                <a:close/>
                <a:moveTo>
                  <a:pt x="1049601" y="4169222"/>
                </a:moveTo>
                <a:cubicBezTo>
                  <a:pt x="1007873" y="4169222"/>
                  <a:pt x="984247" y="4197143"/>
                  <a:pt x="984247" y="4238872"/>
                </a:cubicBezTo>
                <a:cubicBezTo>
                  <a:pt x="984247" y="4280600"/>
                  <a:pt x="1007873" y="4307601"/>
                  <a:pt x="1049601" y="4307601"/>
                </a:cubicBezTo>
                <a:cubicBezTo>
                  <a:pt x="1091023" y="4307601"/>
                  <a:pt x="1114342" y="4279679"/>
                  <a:pt x="1114342" y="4237951"/>
                </a:cubicBezTo>
                <a:cubicBezTo>
                  <a:pt x="1114342" y="4196223"/>
                  <a:pt x="1091330" y="4169222"/>
                  <a:pt x="1049601" y="4169222"/>
                </a:cubicBezTo>
                <a:close/>
                <a:moveTo>
                  <a:pt x="774990" y="4168915"/>
                </a:moveTo>
                <a:cubicBezTo>
                  <a:pt x="734795" y="4168915"/>
                  <a:pt x="710556" y="4198370"/>
                  <a:pt x="710556" y="4238565"/>
                </a:cubicBezTo>
                <a:cubicBezTo>
                  <a:pt x="710556" y="4278759"/>
                  <a:pt x="733261" y="4307294"/>
                  <a:pt x="775910" y="4307294"/>
                </a:cubicBezTo>
                <a:cubicBezTo>
                  <a:pt x="809661" y="4307294"/>
                  <a:pt x="831139" y="4288270"/>
                  <a:pt x="836049" y="4264338"/>
                </a:cubicBezTo>
                <a:cubicBezTo>
                  <a:pt x="836355" y="4263111"/>
                  <a:pt x="835128" y="4262190"/>
                  <a:pt x="834208" y="4262190"/>
                </a:cubicBezTo>
                <a:lnTo>
                  <a:pt x="808434" y="4262190"/>
                </a:lnTo>
                <a:cubicBezTo>
                  <a:pt x="807514" y="4262190"/>
                  <a:pt x="806286" y="4263111"/>
                  <a:pt x="805980" y="4264338"/>
                </a:cubicBezTo>
                <a:cubicBezTo>
                  <a:pt x="801684" y="4278452"/>
                  <a:pt x="791559" y="4285509"/>
                  <a:pt x="776524" y="4285509"/>
                </a:cubicBezTo>
                <a:cubicBezTo>
                  <a:pt x="754432" y="4285509"/>
                  <a:pt x="742773" y="4272315"/>
                  <a:pt x="741546" y="4244087"/>
                </a:cubicBezTo>
                <a:lnTo>
                  <a:pt x="837890" y="4244087"/>
                </a:lnTo>
                <a:cubicBezTo>
                  <a:pt x="839117" y="4244087"/>
                  <a:pt x="840037" y="4242860"/>
                  <a:pt x="840037" y="4241940"/>
                </a:cubicBezTo>
                <a:cubicBezTo>
                  <a:pt x="839424" y="4196836"/>
                  <a:pt x="815184" y="4169222"/>
                  <a:pt x="774990" y="4168915"/>
                </a:cubicBezTo>
                <a:close/>
                <a:moveTo>
                  <a:pt x="1199334" y="4168608"/>
                </a:moveTo>
                <a:cubicBezTo>
                  <a:pt x="1179696" y="4168608"/>
                  <a:pt x="1164662" y="4178733"/>
                  <a:pt x="1156071" y="4191006"/>
                </a:cubicBezTo>
                <a:lnTo>
                  <a:pt x="1156685" y="4173824"/>
                </a:lnTo>
                <a:cubicBezTo>
                  <a:pt x="1156685" y="4172597"/>
                  <a:pt x="1155458" y="4171676"/>
                  <a:pt x="1154537" y="4171676"/>
                </a:cubicBezTo>
                <a:lnTo>
                  <a:pt x="1128764" y="4171676"/>
                </a:lnTo>
                <a:cubicBezTo>
                  <a:pt x="1127536" y="4171676"/>
                  <a:pt x="1126616" y="4172904"/>
                  <a:pt x="1126616" y="4173824"/>
                </a:cubicBezTo>
                <a:lnTo>
                  <a:pt x="1126923" y="4241939"/>
                </a:lnTo>
                <a:lnTo>
                  <a:pt x="1126309" y="4302077"/>
                </a:lnTo>
                <a:cubicBezTo>
                  <a:pt x="1126309" y="4303305"/>
                  <a:pt x="1127536" y="4304225"/>
                  <a:pt x="1128457" y="4304225"/>
                </a:cubicBezTo>
                <a:lnTo>
                  <a:pt x="1155765" y="4303918"/>
                </a:lnTo>
                <a:cubicBezTo>
                  <a:pt x="1156992" y="4303918"/>
                  <a:pt x="1157912" y="4302691"/>
                  <a:pt x="1157912" y="4301771"/>
                </a:cubicBezTo>
                <a:lnTo>
                  <a:pt x="1157298" y="4247769"/>
                </a:lnTo>
                <a:lnTo>
                  <a:pt x="1157298" y="4233348"/>
                </a:lnTo>
                <a:cubicBezTo>
                  <a:pt x="1159753" y="4206041"/>
                  <a:pt x="1174481" y="4192847"/>
                  <a:pt x="1189821" y="4192847"/>
                </a:cubicBezTo>
                <a:cubicBezTo>
                  <a:pt x="1203936" y="4192847"/>
                  <a:pt x="1214061" y="4202666"/>
                  <a:pt x="1214061" y="4221382"/>
                </a:cubicBezTo>
                <a:lnTo>
                  <a:pt x="1214061" y="4247769"/>
                </a:lnTo>
                <a:lnTo>
                  <a:pt x="1213448" y="4301771"/>
                </a:lnTo>
                <a:cubicBezTo>
                  <a:pt x="1213448" y="4302998"/>
                  <a:pt x="1214675" y="4303918"/>
                  <a:pt x="1215596" y="4303918"/>
                </a:cubicBezTo>
                <a:lnTo>
                  <a:pt x="1242904" y="4303918"/>
                </a:lnTo>
                <a:cubicBezTo>
                  <a:pt x="1244131" y="4303918"/>
                  <a:pt x="1245051" y="4302691"/>
                  <a:pt x="1245051" y="4301771"/>
                </a:cubicBezTo>
                <a:lnTo>
                  <a:pt x="1244438" y="4247769"/>
                </a:lnTo>
                <a:lnTo>
                  <a:pt x="1244438" y="4220462"/>
                </a:lnTo>
                <a:cubicBezTo>
                  <a:pt x="1244438" y="4187018"/>
                  <a:pt x="1226642" y="4168608"/>
                  <a:pt x="1199334" y="4168608"/>
                </a:cubicBezTo>
                <a:close/>
                <a:moveTo>
                  <a:pt x="352796" y="4153574"/>
                </a:moveTo>
                <a:lnTo>
                  <a:pt x="389308" y="4153574"/>
                </a:lnTo>
                <a:lnTo>
                  <a:pt x="389308" y="4326317"/>
                </a:lnTo>
                <a:lnTo>
                  <a:pt x="352796" y="4326317"/>
                </a:lnTo>
                <a:close/>
                <a:moveTo>
                  <a:pt x="434412" y="4103561"/>
                </a:moveTo>
                <a:lnTo>
                  <a:pt x="234667" y="4176279"/>
                </a:lnTo>
                <a:lnTo>
                  <a:pt x="307385" y="4376023"/>
                </a:lnTo>
                <a:lnTo>
                  <a:pt x="507130" y="4303305"/>
                </a:lnTo>
                <a:close/>
                <a:moveTo>
                  <a:pt x="6096601" y="0"/>
                </a:moveTo>
                <a:lnTo>
                  <a:pt x="9864295" y="881563"/>
                </a:lnTo>
                <a:lnTo>
                  <a:pt x="12193197" y="3189318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3189318"/>
                </a:lnTo>
                <a:lnTo>
                  <a:pt x="2328904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2978184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2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6659FD-B1DC-DC6B-9892-998C506AEE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" y="2324099"/>
            <a:ext cx="12193197" cy="4533900"/>
          </a:xfrm>
          <a:custGeom>
            <a:avLst/>
            <a:gdLst>
              <a:gd name="connsiteX0" fmla="*/ 434412 w 12193197"/>
              <a:gd name="connsiteY0" fmla="*/ 4230895 h 4533900"/>
              <a:gd name="connsiteX1" fmla="*/ 452515 w 12193197"/>
              <a:gd name="connsiteY1" fmla="*/ 4230895 h 4533900"/>
              <a:gd name="connsiteX2" fmla="*/ 452515 w 12193197"/>
              <a:gd name="connsiteY2" fmla="*/ 4303613 h 4533900"/>
              <a:gd name="connsiteX3" fmla="*/ 434412 w 12193197"/>
              <a:gd name="connsiteY3" fmla="*/ 4303613 h 4533900"/>
              <a:gd name="connsiteX4" fmla="*/ 316283 w 12193197"/>
              <a:gd name="connsiteY4" fmla="*/ 4194689 h 4533900"/>
              <a:gd name="connsiteX5" fmla="*/ 343591 w 12193197"/>
              <a:gd name="connsiteY5" fmla="*/ 4194689 h 4533900"/>
              <a:gd name="connsiteX6" fmla="*/ 343591 w 12193197"/>
              <a:gd name="connsiteY6" fmla="*/ 4303613 h 4533900"/>
              <a:gd name="connsiteX7" fmla="*/ 316283 w 12193197"/>
              <a:gd name="connsiteY7" fmla="*/ 4303613 h 4533900"/>
              <a:gd name="connsiteX8" fmla="*/ 911528 w 12193197"/>
              <a:gd name="connsiteY8" fmla="*/ 4191621 h 4533900"/>
              <a:gd name="connsiteX9" fmla="*/ 943745 w 12193197"/>
              <a:gd name="connsiteY9" fmla="*/ 4238565 h 4533900"/>
              <a:gd name="connsiteX10" fmla="*/ 911528 w 12193197"/>
              <a:gd name="connsiteY10" fmla="*/ 4282441 h 4533900"/>
              <a:gd name="connsiteX11" fmla="*/ 878083 w 12193197"/>
              <a:gd name="connsiteY11" fmla="*/ 4236417 h 4533900"/>
              <a:gd name="connsiteX12" fmla="*/ 911528 w 12193197"/>
              <a:gd name="connsiteY12" fmla="*/ 4191621 h 4533900"/>
              <a:gd name="connsiteX13" fmla="*/ 638453 w 12193197"/>
              <a:gd name="connsiteY13" fmla="*/ 4191315 h 4533900"/>
              <a:gd name="connsiteX14" fmla="*/ 670669 w 12193197"/>
              <a:gd name="connsiteY14" fmla="*/ 4239180 h 4533900"/>
              <a:gd name="connsiteX15" fmla="*/ 637532 w 12193197"/>
              <a:gd name="connsiteY15" fmla="*/ 4285203 h 4533900"/>
              <a:gd name="connsiteX16" fmla="*/ 605008 w 12193197"/>
              <a:gd name="connsiteY16" fmla="*/ 4236418 h 4533900"/>
              <a:gd name="connsiteX17" fmla="*/ 638453 w 12193197"/>
              <a:gd name="connsiteY17" fmla="*/ 4191315 h 4533900"/>
              <a:gd name="connsiteX18" fmla="*/ 1049294 w 12193197"/>
              <a:gd name="connsiteY18" fmla="*/ 4190701 h 4533900"/>
              <a:gd name="connsiteX19" fmla="*/ 1082739 w 12193197"/>
              <a:gd name="connsiteY19" fmla="*/ 4238566 h 4533900"/>
              <a:gd name="connsiteX20" fmla="*/ 1049601 w 12193197"/>
              <a:gd name="connsiteY20" fmla="*/ 4285510 h 4533900"/>
              <a:gd name="connsiteX21" fmla="*/ 1015543 w 12193197"/>
              <a:gd name="connsiteY21" fmla="*/ 4238566 h 4533900"/>
              <a:gd name="connsiteX22" fmla="*/ 1049294 w 12193197"/>
              <a:gd name="connsiteY22" fmla="*/ 4190701 h 4533900"/>
              <a:gd name="connsiteX23" fmla="*/ 775604 w 12193197"/>
              <a:gd name="connsiteY23" fmla="*/ 4190701 h 4533900"/>
              <a:gd name="connsiteX24" fmla="*/ 806900 w 12193197"/>
              <a:gd name="connsiteY24" fmla="*/ 4223224 h 4533900"/>
              <a:gd name="connsiteX25" fmla="*/ 742773 w 12193197"/>
              <a:gd name="connsiteY25" fmla="*/ 4223224 h 4533900"/>
              <a:gd name="connsiteX26" fmla="*/ 775604 w 12193197"/>
              <a:gd name="connsiteY26" fmla="*/ 4190701 h 4533900"/>
              <a:gd name="connsiteX27" fmla="*/ 398206 w 12193197"/>
              <a:gd name="connsiteY27" fmla="*/ 4176587 h 4533900"/>
              <a:gd name="connsiteX28" fmla="*/ 425514 w 12193197"/>
              <a:gd name="connsiteY28" fmla="*/ 4176587 h 4533900"/>
              <a:gd name="connsiteX29" fmla="*/ 425514 w 12193197"/>
              <a:gd name="connsiteY29" fmla="*/ 4285510 h 4533900"/>
              <a:gd name="connsiteX30" fmla="*/ 398206 w 12193197"/>
              <a:gd name="connsiteY30" fmla="*/ 4285510 h 4533900"/>
              <a:gd name="connsiteX31" fmla="*/ 288976 w 12193197"/>
              <a:gd name="connsiteY31" fmla="*/ 4176280 h 4533900"/>
              <a:gd name="connsiteX32" fmla="*/ 307078 w 12193197"/>
              <a:gd name="connsiteY32" fmla="*/ 4176280 h 4533900"/>
              <a:gd name="connsiteX33" fmla="*/ 307078 w 12193197"/>
              <a:gd name="connsiteY33" fmla="*/ 4248998 h 4533900"/>
              <a:gd name="connsiteX34" fmla="*/ 288976 w 12193197"/>
              <a:gd name="connsiteY34" fmla="*/ 4248998 h 4533900"/>
              <a:gd name="connsiteX35" fmla="*/ 903550 w 12193197"/>
              <a:gd name="connsiteY35" fmla="*/ 4170143 h 4533900"/>
              <a:gd name="connsiteX36" fmla="*/ 846787 w 12193197"/>
              <a:gd name="connsiteY36" fmla="*/ 4237645 h 4533900"/>
              <a:gd name="connsiteX37" fmla="*/ 904777 w 12193197"/>
              <a:gd name="connsiteY37" fmla="*/ 4303612 h 4533900"/>
              <a:gd name="connsiteX38" fmla="*/ 944358 w 12193197"/>
              <a:gd name="connsiteY38" fmla="*/ 4282748 h 4533900"/>
              <a:gd name="connsiteX39" fmla="*/ 944358 w 12193197"/>
              <a:gd name="connsiteY39" fmla="*/ 4297783 h 4533900"/>
              <a:gd name="connsiteX40" fmla="*/ 912141 w 12193197"/>
              <a:gd name="connsiteY40" fmla="*/ 4333375 h 4533900"/>
              <a:gd name="connsiteX41" fmla="*/ 882686 w 12193197"/>
              <a:gd name="connsiteY41" fmla="*/ 4315885 h 4533900"/>
              <a:gd name="connsiteX42" fmla="*/ 880231 w 12193197"/>
              <a:gd name="connsiteY42" fmla="*/ 4313738 h 4533900"/>
              <a:gd name="connsiteX43" fmla="*/ 853537 w 12193197"/>
              <a:gd name="connsiteY43" fmla="*/ 4313738 h 4533900"/>
              <a:gd name="connsiteX44" fmla="*/ 851389 w 12193197"/>
              <a:gd name="connsiteY44" fmla="*/ 4315885 h 4533900"/>
              <a:gd name="connsiteX45" fmla="*/ 910914 w 12193197"/>
              <a:gd name="connsiteY45" fmla="*/ 4354852 h 4533900"/>
              <a:gd name="connsiteX46" fmla="*/ 972586 w 12193197"/>
              <a:gd name="connsiteY46" fmla="*/ 4298090 h 4533900"/>
              <a:gd name="connsiteX47" fmla="*/ 972280 w 12193197"/>
              <a:gd name="connsiteY47" fmla="*/ 4233349 h 4533900"/>
              <a:gd name="connsiteX48" fmla="*/ 973814 w 12193197"/>
              <a:gd name="connsiteY48" fmla="*/ 4174439 h 4533900"/>
              <a:gd name="connsiteX49" fmla="*/ 971666 w 12193197"/>
              <a:gd name="connsiteY49" fmla="*/ 4172291 h 4533900"/>
              <a:gd name="connsiteX50" fmla="*/ 944665 w 12193197"/>
              <a:gd name="connsiteY50" fmla="*/ 4172291 h 4533900"/>
              <a:gd name="connsiteX51" fmla="*/ 942517 w 12193197"/>
              <a:gd name="connsiteY51" fmla="*/ 4174439 h 4533900"/>
              <a:gd name="connsiteX52" fmla="*/ 943131 w 12193197"/>
              <a:gd name="connsiteY52" fmla="*/ 4189166 h 4533900"/>
              <a:gd name="connsiteX53" fmla="*/ 903550 w 12193197"/>
              <a:gd name="connsiteY53" fmla="*/ 4170143 h 4533900"/>
              <a:gd name="connsiteX54" fmla="*/ 629861 w 12193197"/>
              <a:gd name="connsiteY54" fmla="*/ 4169530 h 4533900"/>
              <a:gd name="connsiteX55" fmla="*/ 573405 w 12193197"/>
              <a:gd name="connsiteY55" fmla="*/ 4238566 h 4533900"/>
              <a:gd name="connsiteX56" fmla="*/ 629248 w 12193197"/>
              <a:gd name="connsiteY56" fmla="*/ 4306681 h 4533900"/>
              <a:gd name="connsiteX57" fmla="*/ 669749 w 12193197"/>
              <a:gd name="connsiteY57" fmla="*/ 4285817 h 4533900"/>
              <a:gd name="connsiteX58" fmla="*/ 669135 w 12193197"/>
              <a:gd name="connsiteY58" fmla="*/ 4302079 h 4533900"/>
              <a:gd name="connsiteX59" fmla="*/ 671283 w 12193197"/>
              <a:gd name="connsiteY59" fmla="*/ 4304227 h 4533900"/>
              <a:gd name="connsiteX60" fmla="*/ 698591 w 12193197"/>
              <a:gd name="connsiteY60" fmla="*/ 4304227 h 4533900"/>
              <a:gd name="connsiteX61" fmla="*/ 700739 w 12193197"/>
              <a:gd name="connsiteY61" fmla="*/ 4302079 h 4533900"/>
              <a:gd name="connsiteX62" fmla="*/ 700125 w 12193197"/>
              <a:gd name="connsiteY62" fmla="*/ 4237645 h 4533900"/>
              <a:gd name="connsiteX63" fmla="*/ 700739 w 12193197"/>
              <a:gd name="connsiteY63" fmla="*/ 4174132 h 4533900"/>
              <a:gd name="connsiteX64" fmla="*/ 698591 w 12193197"/>
              <a:gd name="connsiteY64" fmla="*/ 4171985 h 4533900"/>
              <a:gd name="connsiteX65" fmla="*/ 671283 w 12193197"/>
              <a:gd name="connsiteY65" fmla="*/ 4171985 h 4533900"/>
              <a:gd name="connsiteX66" fmla="*/ 669135 w 12193197"/>
              <a:gd name="connsiteY66" fmla="*/ 4174132 h 4533900"/>
              <a:gd name="connsiteX67" fmla="*/ 669749 w 12193197"/>
              <a:gd name="connsiteY67" fmla="*/ 4188860 h 4533900"/>
              <a:gd name="connsiteX68" fmla="*/ 629861 w 12193197"/>
              <a:gd name="connsiteY68" fmla="*/ 4169530 h 4533900"/>
              <a:gd name="connsiteX69" fmla="*/ 1049601 w 12193197"/>
              <a:gd name="connsiteY69" fmla="*/ 4169223 h 4533900"/>
              <a:gd name="connsiteX70" fmla="*/ 984247 w 12193197"/>
              <a:gd name="connsiteY70" fmla="*/ 4238873 h 4533900"/>
              <a:gd name="connsiteX71" fmla="*/ 1049601 w 12193197"/>
              <a:gd name="connsiteY71" fmla="*/ 4307602 h 4533900"/>
              <a:gd name="connsiteX72" fmla="*/ 1114342 w 12193197"/>
              <a:gd name="connsiteY72" fmla="*/ 4237952 h 4533900"/>
              <a:gd name="connsiteX73" fmla="*/ 1049601 w 12193197"/>
              <a:gd name="connsiteY73" fmla="*/ 4169223 h 4533900"/>
              <a:gd name="connsiteX74" fmla="*/ 774990 w 12193197"/>
              <a:gd name="connsiteY74" fmla="*/ 4168916 h 4533900"/>
              <a:gd name="connsiteX75" fmla="*/ 710556 w 12193197"/>
              <a:gd name="connsiteY75" fmla="*/ 4238566 h 4533900"/>
              <a:gd name="connsiteX76" fmla="*/ 775910 w 12193197"/>
              <a:gd name="connsiteY76" fmla="*/ 4307295 h 4533900"/>
              <a:gd name="connsiteX77" fmla="*/ 836049 w 12193197"/>
              <a:gd name="connsiteY77" fmla="*/ 4264339 h 4533900"/>
              <a:gd name="connsiteX78" fmla="*/ 834208 w 12193197"/>
              <a:gd name="connsiteY78" fmla="*/ 4262191 h 4533900"/>
              <a:gd name="connsiteX79" fmla="*/ 808434 w 12193197"/>
              <a:gd name="connsiteY79" fmla="*/ 4262191 h 4533900"/>
              <a:gd name="connsiteX80" fmla="*/ 805980 w 12193197"/>
              <a:gd name="connsiteY80" fmla="*/ 4264339 h 4533900"/>
              <a:gd name="connsiteX81" fmla="*/ 776524 w 12193197"/>
              <a:gd name="connsiteY81" fmla="*/ 4285510 h 4533900"/>
              <a:gd name="connsiteX82" fmla="*/ 741546 w 12193197"/>
              <a:gd name="connsiteY82" fmla="*/ 4244088 h 4533900"/>
              <a:gd name="connsiteX83" fmla="*/ 837890 w 12193197"/>
              <a:gd name="connsiteY83" fmla="*/ 4244088 h 4533900"/>
              <a:gd name="connsiteX84" fmla="*/ 840037 w 12193197"/>
              <a:gd name="connsiteY84" fmla="*/ 4241941 h 4533900"/>
              <a:gd name="connsiteX85" fmla="*/ 774990 w 12193197"/>
              <a:gd name="connsiteY85" fmla="*/ 4168916 h 4533900"/>
              <a:gd name="connsiteX86" fmla="*/ 1199334 w 12193197"/>
              <a:gd name="connsiteY86" fmla="*/ 4168609 h 4533900"/>
              <a:gd name="connsiteX87" fmla="*/ 1156071 w 12193197"/>
              <a:gd name="connsiteY87" fmla="*/ 4191007 h 4533900"/>
              <a:gd name="connsiteX88" fmla="*/ 1156685 w 12193197"/>
              <a:gd name="connsiteY88" fmla="*/ 4173825 h 4533900"/>
              <a:gd name="connsiteX89" fmla="*/ 1154537 w 12193197"/>
              <a:gd name="connsiteY89" fmla="*/ 4171677 h 4533900"/>
              <a:gd name="connsiteX90" fmla="*/ 1128764 w 12193197"/>
              <a:gd name="connsiteY90" fmla="*/ 4171677 h 4533900"/>
              <a:gd name="connsiteX91" fmla="*/ 1126616 w 12193197"/>
              <a:gd name="connsiteY91" fmla="*/ 4173825 h 4533900"/>
              <a:gd name="connsiteX92" fmla="*/ 1126923 w 12193197"/>
              <a:gd name="connsiteY92" fmla="*/ 4241940 h 4533900"/>
              <a:gd name="connsiteX93" fmla="*/ 1126309 w 12193197"/>
              <a:gd name="connsiteY93" fmla="*/ 4302078 h 4533900"/>
              <a:gd name="connsiteX94" fmla="*/ 1128457 w 12193197"/>
              <a:gd name="connsiteY94" fmla="*/ 4304226 h 4533900"/>
              <a:gd name="connsiteX95" fmla="*/ 1155765 w 12193197"/>
              <a:gd name="connsiteY95" fmla="*/ 4303919 h 4533900"/>
              <a:gd name="connsiteX96" fmla="*/ 1157912 w 12193197"/>
              <a:gd name="connsiteY96" fmla="*/ 4301772 h 4533900"/>
              <a:gd name="connsiteX97" fmla="*/ 1157298 w 12193197"/>
              <a:gd name="connsiteY97" fmla="*/ 4247770 h 4533900"/>
              <a:gd name="connsiteX98" fmla="*/ 1157298 w 12193197"/>
              <a:gd name="connsiteY98" fmla="*/ 4233349 h 4533900"/>
              <a:gd name="connsiteX99" fmla="*/ 1189821 w 12193197"/>
              <a:gd name="connsiteY99" fmla="*/ 4192848 h 4533900"/>
              <a:gd name="connsiteX100" fmla="*/ 1214061 w 12193197"/>
              <a:gd name="connsiteY100" fmla="*/ 4221383 h 4533900"/>
              <a:gd name="connsiteX101" fmla="*/ 1214061 w 12193197"/>
              <a:gd name="connsiteY101" fmla="*/ 4247770 h 4533900"/>
              <a:gd name="connsiteX102" fmla="*/ 1213448 w 12193197"/>
              <a:gd name="connsiteY102" fmla="*/ 4301772 h 4533900"/>
              <a:gd name="connsiteX103" fmla="*/ 1215596 w 12193197"/>
              <a:gd name="connsiteY103" fmla="*/ 4303919 h 4533900"/>
              <a:gd name="connsiteX104" fmla="*/ 1242904 w 12193197"/>
              <a:gd name="connsiteY104" fmla="*/ 4303919 h 4533900"/>
              <a:gd name="connsiteX105" fmla="*/ 1245051 w 12193197"/>
              <a:gd name="connsiteY105" fmla="*/ 4301772 h 4533900"/>
              <a:gd name="connsiteX106" fmla="*/ 1244438 w 12193197"/>
              <a:gd name="connsiteY106" fmla="*/ 4247770 h 4533900"/>
              <a:gd name="connsiteX107" fmla="*/ 1244438 w 12193197"/>
              <a:gd name="connsiteY107" fmla="*/ 4220463 h 4533900"/>
              <a:gd name="connsiteX108" fmla="*/ 1199334 w 12193197"/>
              <a:gd name="connsiteY108" fmla="*/ 4168609 h 4533900"/>
              <a:gd name="connsiteX109" fmla="*/ 352796 w 12193197"/>
              <a:gd name="connsiteY109" fmla="*/ 4153575 h 4533900"/>
              <a:gd name="connsiteX110" fmla="*/ 389308 w 12193197"/>
              <a:gd name="connsiteY110" fmla="*/ 4153575 h 4533900"/>
              <a:gd name="connsiteX111" fmla="*/ 389308 w 12193197"/>
              <a:gd name="connsiteY111" fmla="*/ 4326318 h 4533900"/>
              <a:gd name="connsiteX112" fmla="*/ 352796 w 12193197"/>
              <a:gd name="connsiteY112" fmla="*/ 4326318 h 4533900"/>
              <a:gd name="connsiteX113" fmla="*/ 434412 w 12193197"/>
              <a:gd name="connsiteY113" fmla="*/ 4103562 h 4533900"/>
              <a:gd name="connsiteX114" fmla="*/ 234667 w 12193197"/>
              <a:gd name="connsiteY114" fmla="*/ 4176280 h 4533900"/>
              <a:gd name="connsiteX115" fmla="*/ 307385 w 12193197"/>
              <a:gd name="connsiteY115" fmla="*/ 4376024 h 4533900"/>
              <a:gd name="connsiteX116" fmla="*/ 507130 w 12193197"/>
              <a:gd name="connsiteY116" fmla="*/ 4303306 h 4533900"/>
              <a:gd name="connsiteX117" fmla="*/ 6096604 w 12193197"/>
              <a:gd name="connsiteY117" fmla="*/ 0 h 4533900"/>
              <a:gd name="connsiteX118" fmla="*/ 12193197 w 12193197"/>
              <a:gd name="connsiteY118" fmla="*/ 2202541 h 4533900"/>
              <a:gd name="connsiteX119" fmla="*/ 12193197 w 12193197"/>
              <a:gd name="connsiteY119" fmla="*/ 4533900 h 4533900"/>
              <a:gd name="connsiteX120" fmla="*/ 0 w 12193197"/>
              <a:gd name="connsiteY120" fmla="*/ 4533900 h 4533900"/>
              <a:gd name="connsiteX121" fmla="*/ 0 w 12193197"/>
              <a:gd name="connsiteY121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93197" h="4533900">
                <a:moveTo>
                  <a:pt x="434412" y="4230895"/>
                </a:moveTo>
                <a:lnTo>
                  <a:pt x="452515" y="4230895"/>
                </a:lnTo>
                <a:lnTo>
                  <a:pt x="452515" y="4303613"/>
                </a:lnTo>
                <a:lnTo>
                  <a:pt x="434412" y="4303613"/>
                </a:lnTo>
                <a:close/>
                <a:moveTo>
                  <a:pt x="316283" y="4194689"/>
                </a:moveTo>
                <a:lnTo>
                  <a:pt x="343591" y="4194689"/>
                </a:lnTo>
                <a:lnTo>
                  <a:pt x="343591" y="4303613"/>
                </a:lnTo>
                <a:lnTo>
                  <a:pt x="316283" y="4303613"/>
                </a:lnTo>
                <a:close/>
                <a:moveTo>
                  <a:pt x="911528" y="4191621"/>
                </a:moveTo>
                <a:cubicBezTo>
                  <a:pt x="932699" y="4191928"/>
                  <a:pt x="944052" y="4208496"/>
                  <a:pt x="943745" y="4238565"/>
                </a:cubicBezTo>
                <a:cubicBezTo>
                  <a:pt x="943745" y="4268021"/>
                  <a:pt x="931778" y="4282441"/>
                  <a:pt x="911528" y="4282441"/>
                </a:cubicBezTo>
                <a:cubicBezTo>
                  <a:pt x="889743" y="4282748"/>
                  <a:pt x="878083" y="4266486"/>
                  <a:pt x="878083" y="4236417"/>
                </a:cubicBezTo>
                <a:cubicBezTo>
                  <a:pt x="878083" y="4208189"/>
                  <a:pt x="889436" y="4191314"/>
                  <a:pt x="911528" y="4191621"/>
                </a:cubicBezTo>
                <a:close/>
                <a:moveTo>
                  <a:pt x="638453" y="4191315"/>
                </a:moveTo>
                <a:cubicBezTo>
                  <a:pt x="659010" y="4191621"/>
                  <a:pt x="670976" y="4208497"/>
                  <a:pt x="670669" y="4239180"/>
                </a:cubicBezTo>
                <a:cubicBezTo>
                  <a:pt x="670363" y="4269862"/>
                  <a:pt x="658396" y="4285203"/>
                  <a:pt x="637532" y="4285203"/>
                </a:cubicBezTo>
                <a:cubicBezTo>
                  <a:pt x="616054" y="4285203"/>
                  <a:pt x="604701" y="4267408"/>
                  <a:pt x="605008" y="4236418"/>
                </a:cubicBezTo>
                <a:cubicBezTo>
                  <a:pt x="605008" y="4208190"/>
                  <a:pt x="615747" y="4191008"/>
                  <a:pt x="638453" y="4191315"/>
                </a:cubicBezTo>
                <a:close/>
                <a:moveTo>
                  <a:pt x="1049294" y="4190701"/>
                </a:moveTo>
                <a:cubicBezTo>
                  <a:pt x="1071693" y="4190701"/>
                  <a:pt x="1082739" y="4206963"/>
                  <a:pt x="1082739" y="4238566"/>
                </a:cubicBezTo>
                <a:cubicBezTo>
                  <a:pt x="1082739" y="4270169"/>
                  <a:pt x="1072000" y="4285510"/>
                  <a:pt x="1049601" y="4285510"/>
                </a:cubicBezTo>
                <a:cubicBezTo>
                  <a:pt x="1026896" y="4285510"/>
                  <a:pt x="1015850" y="4270169"/>
                  <a:pt x="1015543" y="4238566"/>
                </a:cubicBezTo>
                <a:cubicBezTo>
                  <a:pt x="1015543" y="4207269"/>
                  <a:pt x="1026589" y="4191008"/>
                  <a:pt x="1049294" y="4190701"/>
                </a:cubicBezTo>
                <a:close/>
                <a:moveTo>
                  <a:pt x="775604" y="4190701"/>
                </a:moveTo>
                <a:cubicBezTo>
                  <a:pt x="795854" y="4190701"/>
                  <a:pt x="805673" y="4206042"/>
                  <a:pt x="806900" y="4223224"/>
                </a:cubicBezTo>
                <a:lnTo>
                  <a:pt x="742773" y="4223224"/>
                </a:lnTo>
                <a:cubicBezTo>
                  <a:pt x="746148" y="4202053"/>
                  <a:pt x="757194" y="4190701"/>
                  <a:pt x="775604" y="4190701"/>
                </a:cubicBezTo>
                <a:close/>
                <a:moveTo>
                  <a:pt x="398206" y="4176587"/>
                </a:moveTo>
                <a:lnTo>
                  <a:pt x="425514" y="4176587"/>
                </a:lnTo>
                <a:lnTo>
                  <a:pt x="425514" y="4285510"/>
                </a:lnTo>
                <a:lnTo>
                  <a:pt x="398206" y="4285510"/>
                </a:lnTo>
                <a:close/>
                <a:moveTo>
                  <a:pt x="288976" y="4176280"/>
                </a:moveTo>
                <a:lnTo>
                  <a:pt x="307078" y="4176280"/>
                </a:lnTo>
                <a:lnTo>
                  <a:pt x="307078" y="4248998"/>
                </a:lnTo>
                <a:lnTo>
                  <a:pt x="288976" y="4248998"/>
                </a:lnTo>
                <a:close/>
                <a:moveTo>
                  <a:pt x="903550" y="4170143"/>
                </a:moveTo>
                <a:cubicBezTo>
                  <a:pt x="867958" y="4170143"/>
                  <a:pt x="846787" y="4200519"/>
                  <a:pt x="846787" y="4237645"/>
                </a:cubicBezTo>
                <a:cubicBezTo>
                  <a:pt x="846787" y="4274771"/>
                  <a:pt x="866424" y="4303612"/>
                  <a:pt x="904777" y="4303612"/>
                </a:cubicBezTo>
                <a:cubicBezTo>
                  <a:pt x="922267" y="4303612"/>
                  <a:pt x="935460" y="4295942"/>
                  <a:pt x="944358" y="4282748"/>
                </a:cubicBezTo>
                <a:lnTo>
                  <a:pt x="944358" y="4297783"/>
                </a:lnTo>
                <a:cubicBezTo>
                  <a:pt x="944358" y="4322636"/>
                  <a:pt x="931165" y="4333375"/>
                  <a:pt x="912141" y="4333375"/>
                </a:cubicBezTo>
                <a:cubicBezTo>
                  <a:pt x="896493" y="4333375"/>
                  <a:pt x="885754" y="4327545"/>
                  <a:pt x="882686" y="4315885"/>
                </a:cubicBezTo>
                <a:cubicBezTo>
                  <a:pt x="882379" y="4314658"/>
                  <a:pt x="881459" y="4313738"/>
                  <a:pt x="880231" y="4313738"/>
                </a:cubicBezTo>
                <a:lnTo>
                  <a:pt x="853537" y="4313738"/>
                </a:lnTo>
                <a:cubicBezTo>
                  <a:pt x="852617" y="4313738"/>
                  <a:pt x="851389" y="4314658"/>
                  <a:pt x="851389" y="4315885"/>
                </a:cubicBezTo>
                <a:cubicBezTo>
                  <a:pt x="855071" y="4342579"/>
                  <a:pt x="879311" y="4355466"/>
                  <a:pt x="910914" y="4354852"/>
                </a:cubicBezTo>
                <a:cubicBezTo>
                  <a:pt x="951415" y="4354852"/>
                  <a:pt x="972893" y="4333681"/>
                  <a:pt x="972586" y="4298090"/>
                </a:cubicBezTo>
                <a:lnTo>
                  <a:pt x="972280" y="4233349"/>
                </a:lnTo>
                <a:lnTo>
                  <a:pt x="973814" y="4174439"/>
                </a:lnTo>
                <a:cubicBezTo>
                  <a:pt x="973814" y="4173518"/>
                  <a:pt x="972893" y="4172291"/>
                  <a:pt x="971666" y="4172291"/>
                </a:cubicBezTo>
                <a:lnTo>
                  <a:pt x="944665" y="4172291"/>
                </a:lnTo>
                <a:cubicBezTo>
                  <a:pt x="943745" y="4172291"/>
                  <a:pt x="942517" y="4173211"/>
                  <a:pt x="942517" y="4174439"/>
                </a:cubicBezTo>
                <a:lnTo>
                  <a:pt x="943131" y="4189166"/>
                </a:lnTo>
                <a:cubicBezTo>
                  <a:pt x="934540" y="4176893"/>
                  <a:pt x="921039" y="4170143"/>
                  <a:pt x="903550" y="4170143"/>
                </a:cubicBezTo>
                <a:close/>
                <a:moveTo>
                  <a:pt x="629861" y="4169530"/>
                </a:moveTo>
                <a:cubicBezTo>
                  <a:pt x="594576" y="4169530"/>
                  <a:pt x="573405" y="4200213"/>
                  <a:pt x="573405" y="4238566"/>
                </a:cubicBezTo>
                <a:cubicBezTo>
                  <a:pt x="573405" y="4276919"/>
                  <a:pt x="592735" y="4306681"/>
                  <a:pt x="629248" y="4306681"/>
                </a:cubicBezTo>
                <a:cubicBezTo>
                  <a:pt x="647044" y="4306681"/>
                  <a:pt x="660851" y="4299011"/>
                  <a:pt x="669749" y="4285817"/>
                </a:cubicBezTo>
                <a:lnTo>
                  <a:pt x="669135" y="4302079"/>
                </a:lnTo>
                <a:cubicBezTo>
                  <a:pt x="669135" y="4303306"/>
                  <a:pt x="670363" y="4304227"/>
                  <a:pt x="671283" y="4304227"/>
                </a:cubicBezTo>
                <a:lnTo>
                  <a:pt x="698591" y="4304227"/>
                </a:lnTo>
                <a:cubicBezTo>
                  <a:pt x="699818" y="4304227"/>
                  <a:pt x="700739" y="4302999"/>
                  <a:pt x="700739" y="4302079"/>
                </a:cubicBezTo>
                <a:lnTo>
                  <a:pt x="700125" y="4237645"/>
                </a:lnTo>
                <a:lnTo>
                  <a:pt x="700739" y="4174132"/>
                </a:lnTo>
                <a:cubicBezTo>
                  <a:pt x="700739" y="4172905"/>
                  <a:pt x="699511" y="4171985"/>
                  <a:pt x="698591" y="4171985"/>
                </a:cubicBezTo>
                <a:lnTo>
                  <a:pt x="671283" y="4171985"/>
                </a:lnTo>
                <a:cubicBezTo>
                  <a:pt x="670056" y="4171985"/>
                  <a:pt x="669135" y="4173212"/>
                  <a:pt x="669135" y="4174132"/>
                </a:cubicBezTo>
                <a:lnTo>
                  <a:pt x="669749" y="4188860"/>
                </a:lnTo>
                <a:cubicBezTo>
                  <a:pt x="660851" y="4176280"/>
                  <a:pt x="647351" y="4169530"/>
                  <a:pt x="629861" y="4169530"/>
                </a:cubicBezTo>
                <a:close/>
                <a:moveTo>
                  <a:pt x="1049601" y="4169223"/>
                </a:moveTo>
                <a:cubicBezTo>
                  <a:pt x="1007873" y="4169223"/>
                  <a:pt x="984247" y="4197144"/>
                  <a:pt x="984247" y="4238873"/>
                </a:cubicBezTo>
                <a:cubicBezTo>
                  <a:pt x="984247" y="4280601"/>
                  <a:pt x="1007873" y="4307602"/>
                  <a:pt x="1049601" y="4307602"/>
                </a:cubicBezTo>
                <a:cubicBezTo>
                  <a:pt x="1091023" y="4307602"/>
                  <a:pt x="1114342" y="4279680"/>
                  <a:pt x="1114342" y="4237952"/>
                </a:cubicBezTo>
                <a:cubicBezTo>
                  <a:pt x="1114342" y="4196224"/>
                  <a:pt x="1091330" y="4169223"/>
                  <a:pt x="1049601" y="4169223"/>
                </a:cubicBezTo>
                <a:close/>
                <a:moveTo>
                  <a:pt x="774990" y="4168916"/>
                </a:moveTo>
                <a:cubicBezTo>
                  <a:pt x="734795" y="4168916"/>
                  <a:pt x="710556" y="4198371"/>
                  <a:pt x="710556" y="4238566"/>
                </a:cubicBezTo>
                <a:cubicBezTo>
                  <a:pt x="710556" y="4278760"/>
                  <a:pt x="733261" y="4307295"/>
                  <a:pt x="775910" y="4307295"/>
                </a:cubicBezTo>
                <a:cubicBezTo>
                  <a:pt x="809661" y="4307295"/>
                  <a:pt x="831139" y="4288271"/>
                  <a:pt x="836049" y="4264339"/>
                </a:cubicBezTo>
                <a:cubicBezTo>
                  <a:pt x="836355" y="4263112"/>
                  <a:pt x="835128" y="4262191"/>
                  <a:pt x="834208" y="4262191"/>
                </a:cubicBezTo>
                <a:lnTo>
                  <a:pt x="808434" y="4262191"/>
                </a:lnTo>
                <a:cubicBezTo>
                  <a:pt x="807514" y="4262191"/>
                  <a:pt x="806286" y="4263112"/>
                  <a:pt x="805980" y="4264339"/>
                </a:cubicBezTo>
                <a:cubicBezTo>
                  <a:pt x="801684" y="4278453"/>
                  <a:pt x="791559" y="4285510"/>
                  <a:pt x="776524" y="4285510"/>
                </a:cubicBezTo>
                <a:cubicBezTo>
                  <a:pt x="754432" y="4285510"/>
                  <a:pt x="742773" y="4272316"/>
                  <a:pt x="741546" y="4244088"/>
                </a:cubicBezTo>
                <a:lnTo>
                  <a:pt x="837890" y="4244088"/>
                </a:lnTo>
                <a:cubicBezTo>
                  <a:pt x="839117" y="4244088"/>
                  <a:pt x="840037" y="4242861"/>
                  <a:pt x="840037" y="4241941"/>
                </a:cubicBezTo>
                <a:cubicBezTo>
                  <a:pt x="839424" y="4196837"/>
                  <a:pt x="815184" y="4169223"/>
                  <a:pt x="774990" y="4168916"/>
                </a:cubicBezTo>
                <a:close/>
                <a:moveTo>
                  <a:pt x="1199334" y="4168609"/>
                </a:moveTo>
                <a:cubicBezTo>
                  <a:pt x="1179696" y="4168609"/>
                  <a:pt x="1164662" y="4178734"/>
                  <a:pt x="1156071" y="4191007"/>
                </a:cubicBezTo>
                <a:lnTo>
                  <a:pt x="1156685" y="4173825"/>
                </a:lnTo>
                <a:cubicBezTo>
                  <a:pt x="1156685" y="4172598"/>
                  <a:pt x="1155458" y="4171677"/>
                  <a:pt x="1154537" y="4171677"/>
                </a:cubicBezTo>
                <a:lnTo>
                  <a:pt x="1128764" y="4171677"/>
                </a:lnTo>
                <a:cubicBezTo>
                  <a:pt x="1127536" y="4171677"/>
                  <a:pt x="1126616" y="4172905"/>
                  <a:pt x="1126616" y="4173825"/>
                </a:cubicBezTo>
                <a:lnTo>
                  <a:pt x="1126923" y="4241940"/>
                </a:lnTo>
                <a:lnTo>
                  <a:pt x="1126309" y="4302078"/>
                </a:lnTo>
                <a:cubicBezTo>
                  <a:pt x="1126309" y="4303306"/>
                  <a:pt x="1127536" y="4304226"/>
                  <a:pt x="1128457" y="4304226"/>
                </a:cubicBezTo>
                <a:lnTo>
                  <a:pt x="1155765" y="4303919"/>
                </a:lnTo>
                <a:cubicBezTo>
                  <a:pt x="1156992" y="4303919"/>
                  <a:pt x="1157912" y="4302692"/>
                  <a:pt x="1157912" y="4301772"/>
                </a:cubicBezTo>
                <a:lnTo>
                  <a:pt x="1157298" y="4247770"/>
                </a:lnTo>
                <a:lnTo>
                  <a:pt x="1157298" y="4233349"/>
                </a:lnTo>
                <a:cubicBezTo>
                  <a:pt x="1159753" y="4206042"/>
                  <a:pt x="1174481" y="4192848"/>
                  <a:pt x="1189821" y="4192848"/>
                </a:cubicBezTo>
                <a:cubicBezTo>
                  <a:pt x="1203936" y="4192848"/>
                  <a:pt x="1214061" y="4202667"/>
                  <a:pt x="1214061" y="4221383"/>
                </a:cubicBezTo>
                <a:lnTo>
                  <a:pt x="1214061" y="4247770"/>
                </a:lnTo>
                <a:lnTo>
                  <a:pt x="1213448" y="4301772"/>
                </a:lnTo>
                <a:cubicBezTo>
                  <a:pt x="1213448" y="4302999"/>
                  <a:pt x="1214675" y="4303919"/>
                  <a:pt x="1215596" y="4303919"/>
                </a:cubicBezTo>
                <a:lnTo>
                  <a:pt x="1242904" y="4303919"/>
                </a:lnTo>
                <a:cubicBezTo>
                  <a:pt x="1244131" y="4303919"/>
                  <a:pt x="1245051" y="4302692"/>
                  <a:pt x="1245051" y="4301772"/>
                </a:cubicBezTo>
                <a:lnTo>
                  <a:pt x="1244438" y="4247770"/>
                </a:lnTo>
                <a:lnTo>
                  <a:pt x="1244438" y="4220463"/>
                </a:lnTo>
                <a:cubicBezTo>
                  <a:pt x="1244438" y="4187019"/>
                  <a:pt x="1226642" y="4168609"/>
                  <a:pt x="1199334" y="4168609"/>
                </a:cubicBezTo>
                <a:close/>
                <a:moveTo>
                  <a:pt x="352796" y="4153575"/>
                </a:moveTo>
                <a:lnTo>
                  <a:pt x="389308" y="4153575"/>
                </a:lnTo>
                <a:lnTo>
                  <a:pt x="389308" y="4326318"/>
                </a:lnTo>
                <a:lnTo>
                  <a:pt x="352796" y="4326318"/>
                </a:lnTo>
                <a:close/>
                <a:moveTo>
                  <a:pt x="434412" y="4103562"/>
                </a:moveTo>
                <a:lnTo>
                  <a:pt x="234667" y="4176280"/>
                </a:lnTo>
                <a:lnTo>
                  <a:pt x="307385" y="4376024"/>
                </a:lnTo>
                <a:lnTo>
                  <a:pt x="507130" y="4303306"/>
                </a:lnTo>
                <a:close/>
                <a:moveTo>
                  <a:pt x="6096604" y="0"/>
                </a:moveTo>
                <a:lnTo>
                  <a:pt x="12193197" y="2202541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2202541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133567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2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58EE0F5C-8F56-2BE2-FC4D-EDA63EC98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536825"/>
            <a:ext cx="12192600" cy="4321175"/>
          </a:xfrm>
          <a:custGeom>
            <a:avLst/>
            <a:gdLst>
              <a:gd name="connsiteX0" fmla="*/ 3571435 w 12192600"/>
              <a:gd name="connsiteY0" fmla="*/ 0 h 4330700"/>
              <a:gd name="connsiteX1" fmla="*/ 8621774 w 12192600"/>
              <a:gd name="connsiteY1" fmla="*/ 0 h 4330700"/>
              <a:gd name="connsiteX2" fmla="*/ 12192600 w 12192600"/>
              <a:gd name="connsiteY2" fmla="*/ 2582522 h 4330700"/>
              <a:gd name="connsiteX3" fmla="*/ 12192600 w 12192600"/>
              <a:gd name="connsiteY3" fmla="*/ 4330700 h 4330700"/>
              <a:gd name="connsiteX4" fmla="*/ 0 w 12192600"/>
              <a:gd name="connsiteY4" fmla="*/ 4330700 h 4330700"/>
              <a:gd name="connsiteX5" fmla="*/ 0 w 12192600"/>
              <a:gd name="connsiteY5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600" h="4330700">
                <a:moveTo>
                  <a:pt x="3571435" y="0"/>
                </a:moveTo>
                <a:lnTo>
                  <a:pt x="8621774" y="0"/>
                </a:lnTo>
                <a:lnTo>
                  <a:pt x="12192600" y="2582522"/>
                </a:lnTo>
                <a:lnTo>
                  <a:pt x="12192600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07B9577-03D8-E057-5F82-A9567E9006D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" y="2527299"/>
            <a:ext cx="12193206" cy="4330700"/>
          </a:xfrm>
          <a:custGeom>
            <a:avLst/>
            <a:gdLst>
              <a:gd name="connsiteX0" fmla="*/ 434412 w 12193206"/>
              <a:gd name="connsiteY0" fmla="*/ 4027695 h 4330700"/>
              <a:gd name="connsiteX1" fmla="*/ 452515 w 12193206"/>
              <a:gd name="connsiteY1" fmla="*/ 4027695 h 4330700"/>
              <a:gd name="connsiteX2" fmla="*/ 452515 w 12193206"/>
              <a:gd name="connsiteY2" fmla="*/ 4100413 h 4330700"/>
              <a:gd name="connsiteX3" fmla="*/ 434412 w 12193206"/>
              <a:gd name="connsiteY3" fmla="*/ 4100413 h 4330700"/>
              <a:gd name="connsiteX4" fmla="*/ 316283 w 12193206"/>
              <a:gd name="connsiteY4" fmla="*/ 3991489 h 4330700"/>
              <a:gd name="connsiteX5" fmla="*/ 343591 w 12193206"/>
              <a:gd name="connsiteY5" fmla="*/ 3991489 h 4330700"/>
              <a:gd name="connsiteX6" fmla="*/ 343591 w 12193206"/>
              <a:gd name="connsiteY6" fmla="*/ 4100413 h 4330700"/>
              <a:gd name="connsiteX7" fmla="*/ 316283 w 12193206"/>
              <a:gd name="connsiteY7" fmla="*/ 4100413 h 4330700"/>
              <a:gd name="connsiteX8" fmla="*/ 911528 w 12193206"/>
              <a:gd name="connsiteY8" fmla="*/ 3988421 h 4330700"/>
              <a:gd name="connsiteX9" fmla="*/ 943745 w 12193206"/>
              <a:gd name="connsiteY9" fmla="*/ 4035365 h 4330700"/>
              <a:gd name="connsiteX10" fmla="*/ 911528 w 12193206"/>
              <a:gd name="connsiteY10" fmla="*/ 4079241 h 4330700"/>
              <a:gd name="connsiteX11" fmla="*/ 878083 w 12193206"/>
              <a:gd name="connsiteY11" fmla="*/ 4033217 h 4330700"/>
              <a:gd name="connsiteX12" fmla="*/ 911528 w 12193206"/>
              <a:gd name="connsiteY12" fmla="*/ 3988421 h 4330700"/>
              <a:gd name="connsiteX13" fmla="*/ 638453 w 12193206"/>
              <a:gd name="connsiteY13" fmla="*/ 3988115 h 4330700"/>
              <a:gd name="connsiteX14" fmla="*/ 670669 w 12193206"/>
              <a:gd name="connsiteY14" fmla="*/ 4035980 h 4330700"/>
              <a:gd name="connsiteX15" fmla="*/ 637532 w 12193206"/>
              <a:gd name="connsiteY15" fmla="*/ 4082003 h 4330700"/>
              <a:gd name="connsiteX16" fmla="*/ 605008 w 12193206"/>
              <a:gd name="connsiteY16" fmla="*/ 4033218 h 4330700"/>
              <a:gd name="connsiteX17" fmla="*/ 638453 w 12193206"/>
              <a:gd name="connsiteY17" fmla="*/ 3988115 h 4330700"/>
              <a:gd name="connsiteX18" fmla="*/ 1049294 w 12193206"/>
              <a:gd name="connsiteY18" fmla="*/ 3987501 h 4330700"/>
              <a:gd name="connsiteX19" fmla="*/ 1082739 w 12193206"/>
              <a:gd name="connsiteY19" fmla="*/ 4035366 h 4330700"/>
              <a:gd name="connsiteX20" fmla="*/ 1049601 w 12193206"/>
              <a:gd name="connsiteY20" fmla="*/ 4082310 h 4330700"/>
              <a:gd name="connsiteX21" fmla="*/ 1015543 w 12193206"/>
              <a:gd name="connsiteY21" fmla="*/ 4035366 h 4330700"/>
              <a:gd name="connsiteX22" fmla="*/ 1049294 w 12193206"/>
              <a:gd name="connsiteY22" fmla="*/ 3987501 h 4330700"/>
              <a:gd name="connsiteX23" fmla="*/ 775604 w 12193206"/>
              <a:gd name="connsiteY23" fmla="*/ 3987501 h 4330700"/>
              <a:gd name="connsiteX24" fmla="*/ 806900 w 12193206"/>
              <a:gd name="connsiteY24" fmla="*/ 4020024 h 4330700"/>
              <a:gd name="connsiteX25" fmla="*/ 742773 w 12193206"/>
              <a:gd name="connsiteY25" fmla="*/ 4020024 h 4330700"/>
              <a:gd name="connsiteX26" fmla="*/ 775604 w 12193206"/>
              <a:gd name="connsiteY26" fmla="*/ 3987501 h 4330700"/>
              <a:gd name="connsiteX27" fmla="*/ 398206 w 12193206"/>
              <a:gd name="connsiteY27" fmla="*/ 3973387 h 4330700"/>
              <a:gd name="connsiteX28" fmla="*/ 425514 w 12193206"/>
              <a:gd name="connsiteY28" fmla="*/ 3973387 h 4330700"/>
              <a:gd name="connsiteX29" fmla="*/ 425514 w 12193206"/>
              <a:gd name="connsiteY29" fmla="*/ 4082310 h 4330700"/>
              <a:gd name="connsiteX30" fmla="*/ 398206 w 12193206"/>
              <a:gd name="connsiteY30" fmla="*/ 4082310 h 4330700"/>
              <a:gd name="connsiteX31" fmla="*/ 288976 w 12193206"/>
              <a:gd name="connsiteY31" fmla="*/ 3973080 h 4330700"/>
              <a:gd name="connsiteX32" fmla="*/ 307078 w 12193206"/>
              <a:gd name="connsiteY32" fmla="*/ 3973080 h 4330700"/>
              <a:gd name="connsiteX33" fmla="*/ 307078 w 12193206"/>
              <a:gd name="connsiteY33" fmla="*/ 4045798 h 4330700"/>
              <a:gd name="connsiteX34" fmla="*/ 288976 w 12193206"/>
              <a:gd name="connsiteY34" fmla="*/ 4045798 h 4330700"/>
              <a:gd name="connsiteX35" fmla="*/ 903550 w 12193206"/>
              <a:gd name="connsiteY35" fmla="*/ 3966943 h 4330700"/>
              <a:gd name="connsiteX36" fmla="*/ 846787 w 12193206"/>
              <a:gd name="connsiteY36" fmla="*/ 4034445 h 4330700"/>
              <a:gd name="connsiteX37" fmla="*/ 904777 w 12193206"/>
              <a:gd name="connsiteY37" fmla="*/ 4100412 h 4330700"/>
              <a:gd name="connsiteX38" fmla="*/ 944358 w 12193206"/>
              <a:gd name="connsiteY38" fmla="*/ 4079548 h 4330700"/>
              <a:gd name="connsiteX39" fmla="*/ 944358 w 12193206"/>
              <a:gd name="connsiteY39" fmla="*/ 4094583 h 4330700"/>
              <a:gd name="connsiteX40" fmla="*/ 912141 w 12193206"/>
              <a:gd name="connsiteY40" fmla="*/ 4130175 h 4330700"/>
              <a:gd name="connsiteX41" fmla="*/ 882686 w 12193206"/>
              <a:gd name="connsiteY41" fmla="*/ 4112685 h 4330700"/>
              <a:gd name="connsiteX42" fmla="*/ 880231 w 12193206"/>
              <a:gd name="connsiteY42" fmla="*/ 4110538 h 4330700"/>
              <a:gd name="connsiteX43" fmla="*/ 853537 w 12193206"/>
              <a:gd name="connsiteY43" fmla="*/ 4110538 h 4330700"/>
              <a:gd name="connsiteX44" fmla="*/ 851389 w 12193206"/>
              <a:gd name="connsiteY44" fmla="*/ 4112685 h 4330700"/>
              <a:gd name="connsiteX45" fmla="*/ 910914 w 12193206"/>
              <a:gd name="connsiteY45" fmla="*/ 4151652 h 4330700"/>
              <a:gd name="connsiteX46" fmla="*/ 972586 w 12193206"/>
              <a:gd name="connsiteY46" fmla="*/ 4094890 h 4330700"/>
              <a:gd name="connsiteX47" fmla="*/ 972280 w 12193206"/>
              <a:gd name="connsiteY47" fmla="*/ 4030149 h 4330700"/>
              <a:gd name="connsiteX48" fmla="*/ 973814 w 12193206"/>
              <a:gd name="connsiteY48" fmla="*/ 3971239 h 4330700"/>
              <a:gd name="connsiteX49" fmla="*/ 971666 w 12193206"/>
              <a:gd name="connsiteY49" fmla="*/ 3969091 h 4330700"/>
              <a:gd name="connsiteX50" fmla="*/ 944665 w 12193206"/>
              <a:gd name="connsiteY50" fmla="*/ 3969091 h 4330700"/>
              <a:gd name="connsiteX51" fmla="*/ 942517 w 12193206"/>
              <a:gd name="connsiteY51" fmla="*/ 3971239 h 4330700"/>
              <a:gd name="connsiteX52" fmla="*/ 943131 w 12193206"/>
              <a:gd name="connsiteY52" fmla="*/ 3985966 h 4330700"/>
              <a:gd name="connsiteX53" fmla="*/ 903550 w 12193206"/>
              <a:gd name="connsiteY53" fmla="*/ 3966943 h 4330700"/>
              <a:gd name="connsiteX54" fmla="*/ 629861 w 12193206"/>
              <a:gd name="connsiteY54" fmla="*/ 3966330 h 4330700"/>
              <a:gd name="connsiteX55" fmla="*/ 573405 w 12193206"/>
              <a:gd name="connsiteY55" fmla="*/ 4035366 h 4330700"/>
              <a:gd name="connsiteX56" fmla="*/ 629248 w 12193206"/>
              <a:gd name="connsiteY56" fmla="*/ 4103481 h 4330700"/>
              <a:gd name="connsiteX57" fmla="*/ 669749 w 12193206"/>
              <a:gd name="connsiteY57" fmla="*/ 4082617 h 4330700"/>
              <a:gd name="connsiteX58" fmla="*/ 669135 w 12193206"/>
              <a:gd name="connsiteY58" fmla="*/ 4098879 h 4330700"/>
              <a:gd name="connsiteX59" fmla="*/ 671283 w 12193206"/>
              <a:gd name="connsiteY59" fmla="*/ 4101027 h 4330700"/>
              <a:gd name="connsiteX60" fmla="*/ 698591 w 12193206"/>
              <a:gd name="connsiteY60" fmla="*/ 4101027 h 4330700"/>
              <a:gd name="connsiteX61" fmla="*/ 700739 w 12193206"/>
              <a:gd name="connsiteY61" fmla="*/ 4098879 h 4330700"/>
              <a:gd name="connsiteX62" fmla="*/ 700125 w 12193206"/>
              <a:gd name="connsiteY62" fmla="*/ 4034445 h 4330700"/>
              <a:gd name="connsiteX63" fmla="*/ 700739 w 12193206"/>
              <a:gd name="connsiteY63" fmla="*/ 3970932 h 4330700"/>
              <a:gd name="connsiteX64" fmla="*/ 698591 w 12193206"/>
              <a:gd name="connsiteY64" fmla="*/ 3968785 h 4330700"/>
              <a:gd name="connsiteX65" fmla="*/ 671283 w 12193206"/>
              <a:gd name="connsiteY65" fmla="*/ 3968785 h 4330700"/>
              <a:gd name="connsiteX66" fmla="*/ 669135 w 12193206"/>
              <a:gd name="connsiteY66" fmla="*/ 3970932 h 4330700"/>
              <a:gd name="connsiteX67" fmla="*/ 669749 w 12193206"/>
              <a:gd name="connsiteY67" fmla="*/ 3985660 h 4330700"/>
              <a:gd name="connsiteX68" fmla="*/ 629861 w 12193206"/>
              <a:gd name="connsiteY68" fmla="*/ 3966330 h 4330700"/>
              <a:gd name="connsiteX69" fmla="*/ 1049601 w 12193206"/>
              <a:gd name="connsiteY69" fmla="*/ 3966023 h 4330700"/>
              <a:gd name="connsiteX70" fmla="*/ 984247 w 12193206"/>
              <a:gd name="connsiteY70" fmla="*/ 4035673 h 4330700"/>
              <a:gd name="connsiteX71" fmla="*/ 1049601 w 12193206"/>
              <a:gd name="connsiteY71" fmla="*/ 4104402 h 4330700"/>
              <a:gd name="connsiteX72" fmla="*/ 1114342 w 12193206"/>
              <a:gd name="connsiteY72" fmla="*/ 4034752 h 4330700"/>
              <a:gd name="connsiteX73" fmla="*/ 1049601 w 12193206"/>
              <a:gd name="connsiteY73" fmla="*/ 3966023 h 4330700"/>
              <a:gd name="connsiteX74" fmla="*/ 774990 w 12193206"/>
              <a:gd name="connsiteY74" fmla="*/ 3965716 h 4330700"/>
              <a:gd name="connsiteX75" fmla="*/ 710556 w 12193206"/>
              <a:gd name="connsiteY75" fmla="*/ 4035366 h 4330700"/>
              <a:gd name="connsiteX76" fmla="*/ 775910 w 12193206"/>
              <a:gd name="connsiteY76" fmla="*/ 4104095 h 4330700"/>
              <a:gd name="connsiteX77" fmla="*/ 836049 w 12193206"/>
              <a:gd name="connsiteY77" fmla="*/ 4061139 h 4330700"/>
              <a:gd name="connsiteX78" fmla="*/ 834208 w 12193206"/>
              <a:gd name="connsiteY78" fmla="*/ 4058991 h 4330700"/>
              <a:gd name="connsiteX79" fmla="*/ 808434 w 12193206"/>
              <a:gd name="connsiteY79" fmla="*/ 4058991 h 4330700"/>
              <a:gd name="connsiteX80" fmla="*/ 805980 w 12193206"/>
              <a:gd name="connsiteY80" fmla="*/ 4061139 h 4330700"/>
              <a:gd name="connsiteX81" fmla="*/ 776524 w 12193206"/>
              <a:gd name="connsiteY81" fmla="*/ 4082310 h 4330700"/>
              <a:gd name="connsiteX82" fmla="*/ 741546 w 12193206"/>
              <a:gd name="connsiteY82" fmla="*/ 4040888 h 4330700"/>
              <a:gd name="connsiteX83" fmla="*/ 837890 w 12193206"/>
              <a:gd name="connsiteY83" fmla="*/ 4040888 h 4330700"/>
              <a:gd name="connsiteX84" fmla="*/ 840037 w 12193206"/>
              <a:gd name="connsiteY84" fmla="*/ 4038741 h 4330700"/>
              <a:gd name="connsiteX85" fmla="*/ 774990 w 12193206"/>
              <a:gd name="connsiteY85" fmla="*/ 3965716 h 4330700"/>
              <a:gd name="connsiteX86" fmla="*/ 1199334 w 12193206"/>
              <a:gd name="connsiteY86" fmla="*/ 3965409 h 4330700"/>
              <a:gd name="connsiteX87" fmla="*/ 1156071 w 12193206"/>
              <a:gd name="connsiteY87" fmla="*/ 3987807 h 4330700"/>
              <a:gd name="connsiteX88" fmla="*/ 1156684 w 12193206"/>
              <a:gd name="connsiteY88" fmla="*/ 3970625 h 4330700"/>
              <a:gd name="connsiteX89" fmla="*/ 1154537 w 12193206"/>
              <a:gd name="connsiteY89" fmla="*/ 3968477 h 4330700"/>
              <a:gd name="connsiteX90" fmla="*/ 1128764 w 12193206"/>
              <a:gd name="connsiteY90" fmla="*/ 3968477 h 4330700"/>
              <a:gd name="connsiteX91" fmla="*/ 1126616 w 12193206"/>
              <a:gd name="connsiteY91" fmla="*/ 3970625 h 4330700"/>
              <a:gd name="connsiteX92" fmla="*/ 1126923 w 12193206"/>
              <a:gd name="connsiteY92" fmla="*/ 4038740 h 4330700"/>
              <a:gd name="connsiteX93" fmla="*/ 1126309 w 12193206"/>
              <a:gd name="connsiteY93" fmla="*/ 4098878 h 4330700"/>
              <a:gd name="connsiteX94" fmla="*/ 1128456 w 12193206"/>
              <a:gd name="connsiteY94" fmla="*/ 4101026 h 4330700"/>
              <a:gd name="connsiteX95" fmla="*/ 1155765 w 12193206"/>
              <a:gd name="connsiteY95" fmla="*/ 4100719 h 4330700"/>
              <a:gd name="connsiteX96" fmla="*/ 1157912 w 12193206"/>
              <a:gd name="connsiteY96" fmla="*/ 4098572 h 4330700"/>
              <a:gd name="connsiteX97" fmla="*/ 1157299 w 12193206"/>
              <a:gd name="connsiteY97" fmla="*/ 4044570 h 4330700"/>
              <a:gd name="connsiteX98" fmla="*/ 1157299 w 12193206"/>
              <a:gd name="connsiteY98" fmla="*/ 4030149 h 4330700"/>
              <a:gd name="connsiteX99" fmla="*/ 1189822 w 12193206"/>
              <a:gd name="connsiteY99" fmla="*/ 3989648 h 4330700"/>
              <a:gd name="connsiteX100" fmla="*/ 1214061 w 12193206"/>
              <a:gd name="connsiteY100" fmla="*/ 4018183 h 4330700"/>
              <a:gd name="connsiteX101" fmla="*/ 1214061 w 12193206"/>
              <a:gd name="connsiteY101" fmla="*/ 4044570 h 4330700"/>
              <a:gd name="connsiteX102" fmla="*/ 1213448 w 12193206"/>
              <a:gd name="connsiteY102" fmla="*/ 4098572 h 4330700"/>
              <a:gd name="connsiteX103" fmla="*/ 1215596 w 12193206"/>
              <a:gd name="connsiteY103" fmla="*/ 4100719 h 4330700"/>
              <a:gd name="connsiteX104" fmla="*/ 1242904 w 12193206"/>
              <a:gd name="connsiteY104" fmla="*/ 4100719 h 4330700"/>
              <a:gd name="connsiteX105" fmla="*/ 1245050 w 12193206"/>
              <a:gd name="connsiteY105" fmla="*/ 4098572 h 4330700"/>
              <a:gd name="connsiteX106" fmla="*/ 1244438 w 12193206"/>
              <a:gd name="connsiteY106" fmla="*/ 4044570 h 4330700"/>
              <a:gd name="connsiteX107" fmla="*/ 1244438 w 12193206"/>
              <a:gd name="connsiteY107" fmla="*/ 4017263 h 4330700"/>
              <a:gd name="connsiteX108" fmla="*/ 1199334 w 12193206"/>
              <a:gd name="connsiteY108" fmla="*/ 3965409 h 4330700"/>
              <a:gd name="connsiteX109" fmla="*/ 352796 w 12193206"/>
              <a:gd name="connsiteY109" fmla="*/ 3950375 h 4330700"/>
              <a:gd name="connsiteX110" fmla="*/ 389308 w 12193206"/>
              <a:gd name="connsiteY110" fmla="*/ 3950375 h 4330700"/>
              <a:gd name="connsiteX111" fmla="*/ 389308 w 12193206"/>
              <a:gd name="connsiteY111" fmla="*/ 4123118 h 4330700"/>
              <a:gd name="connsiteX112" fmla="*/ 352796 w 12193206"/>
              <a:gd name="connsiteY112" fmla="*/ 4123118 h 4330700"/>
              <a:gd name="connsiteX113" fmla="*/ 434412 w 12193206"/>
              <a:gd name="connsiteY113" fmla="*/ 3900362 h 4330700"/>
              <a:gd name="connsiteX114" fmla="*/ 234667 w 12193206"/>
              <a:gd name="connsiteY114" fmla="*/ 3973080 h 4330700"/>
              <a:gd name="connsiteX115" fmla="*/ 307385 w 12193206"/>
              <a:gd name="connsiteY115" fmla="*/ 4172824 h 4330700"/>
              <a:gd name="connsiteX116" fmla="*/ 507130 w 12193206"/>
              <a:gd name="connsiteY116" fmla="*/ 4100106 h 4330700"/>
              <a:gd name="connsiteX117" fmla="*/ 3571437 w 12193206"/>
              <a:gd name="connsiteY117" fmla="*/ 0 h 4330700"/>
              <a:gd name="connsiteX118" fmla="*/ 8621771 w 12193206"/>
              <a:gd name="connsiteY118" fmla="*/ 0 h 4330700"/>
              <a:gd name="connsiteX119" fmla="*/ 12193206 w 12193206"/>
              <a:gd name="connsiteY119" fmla="*/ 2582962 h 4330700"/>
              <a:gd name="connsiteX120" fmla="*/ 12193206 w 12193206"/>
              <a:gd name="connsiteY120" fmla="*/ 4330700 h 4330700"/>
              <a:gd name="connsiteX121" fmla="*/ 0 w 12193206"/>
              <a:gd name="connsiteY121" fmla="*/ 4330700 h 4330700"/>
              <a:gd name="connsiteX122" fmla="*/ 0 w 12193206"/>
              <a:gd name="connsiteY122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2193206" h="4330700">
                <a:moveTo>
                  <a:pt x="434412" y="4027695"/>
                </a:moveTo>
                <a:lnTo>
                  <a:pt x="452515" y="4027695"/>
                </a:lnTo>
                <a:lnTo>
                  <a:pt x="452515" y="4100413"/>
                </a:lnTo>
                <a:lnTo>
                  <a:pt x="434412" y="4100413"/>
                </a:lnTo>
                <a:close/>
                <a:moveTo>
                  <a:pt x="316283" y="3991489"/>
                </a:moveTo>
                <a:lnTo>
                  <a:pt x="343591" y="3991489"/>
                </a:lnTo>
                <a:lnTo>
                  <a:pt x="343591" y="4100413"/>
                </a:lnTo>
                <a:lnTo>
                  <a:pt x="316283" y="4100413"/>
                </a:lnTo>
                <a:close/>
                <a:moveTo>
                  <a:pt x="911528" y="3988421"/>
                </a:moveTo>
                <a:cubicBezTo>
                  <a:pt x="932699" y="3988728"/>
                  <a:pt x="944052" y="4005296"/>
                  <a:pt x="943745" y="4035365"/>
                </a:cubicBezTo>
                <a:cubicBezTo>
                  <a:pt x="943745" y="4064821"/>
                  <a:pt x="931778" y="4079241"/>
                  <a:pt x="911528" y="4079241"/>
                </a:cubicBezTo>
                <a:cubicBezTo>
                  <a:pt x="889743" y="4079548"/>
                  <a:pt x="878083" y="4063286"/>
                  <a:pt x="878083" y="4033217"/>
                </a:cubicBezTo>
                <a:cubicBezTo>
                  <a:pt x="878083" y="4004989"/>
                  <a:pt x="889436" y="3988114"/>
                  <a:pt x="911528" y="3988421"/>
                </a:cubicBezTo>
                <a:close/>
                <a:moveTo>
                  <a:pt x="638453" y="3988115"/>
                </a:moveTo>
                <a:cubicBezTo>
                  <a:pt x="659010" y="3988421"/>
                  <a:pt x="670976" y="4005297"/>
                  <a:pt x="670669" y="4035980"/>
                </a:cubicBezTo>
                <a:cubicBezTo>
                  <a:pt x="670363" y="4066662"/>
                  <a:pt x="658396" y="4082003"/>
                  <a:pt x="637532" y="4082003"/>
                </a:cubicBezTo>
                <a:cubicBezTo>
                  <a:pt x="616054" y="4082003"/>
                  <a:pt x="604701" y="4064208"/>
                  <a:pt x="605008" y="4033218"/>
                </a:cubicBezTo>
                <a:cubicBezTo>
                  <a:pt x="605008" y="4004990"/>
                  <a:pt x="615747" y="3987808"/>
                  <a:pt x="638453" y="3988115"/>
                </a:cubicBezTo>
                <a:close/>
                <a:moveTo>
                  <a:pt x="1049294" y="3987501"/>
                </a:moveTo>
                <a:cubicBezTo>
                  <a:pt x="1071693" y="3987501"/>
                  <a:pt x="1082739" y="4003763"/>
                  <a:pt x="1082739" y="4035366"/>
                </a:cubicBezTo>
                <a:cubicBezTo>
                  <a:pt x="1082739" y="4066969"/>
                  <a:pt x="1072000" y="4082310"/>
                  <a:pt x="1049601" y="4082310"/>
                </a:cubicBezTo>
                <a:cubicBezTo>
                  <a:pt x="1026896" y="4082310"/>
                  <a:pt x="1015850" y="4066969"/>
                  <a:pt x="1015543" y="4035366"/>
                </a:cubicBezTo>
                <a:cubicBezTo>
                  <a:pt x="1015543" y="4004069"/>
                  <a:pt x="1026589" y="3987808"/>
                  <a:pt x="1049294" y="3987501"/>
                </a:cubicBezTo>
                <a:close/>
                <a:moveTo>
                  <a:pt x="775604" y="3987501"/>
                </a:moveTo>
                <a:cubicBezTo>
                  <a:pt x="795854" y="3987501"/>
                  <a:pt x="805673" y="4002842"/>
                  <a:pt x="806900" y="4020024"/>
                </a:cubicBezTo>
                <a:lnTo>
                  <a:pt x="742773" y="4020024"/>
                </a:lnTo>
                <a:cubicBezTo>
                  <a:pt x="746148" y="3998853"/>
                  <a:pt x="757194" y="3987501"/>
                  <a:pt x="775604" y="3987501"/>
                </a:cubicBezTo>
                <a:close/>
                <a:moveTo>
                  <a:pt x="398206" y="3973387"/>
                </a:moveTo>
                <a:lnTo>
                  <a:pt x="425514" y="3973387"/>
                </a:lnTo>
                <a:lnTo>
                  <a:pt x="425514" y="4082310"/>
                </a:lnTo>
                <a:lnTo>
                  <a:pt x="398206" y="4082310"/>
                </a:lnTo>
                <a:close/>
                <a:moveTo>
                  <a:pt x="288976" y="3973080"/>
                </a:moveTo>
                <a:lnTo>
                  <a:pt x="307078" y="3973080"/>
                </a:lnTo>
                <a:lnTo>
                  <a:pt x="307078" y="4045798"/>
                </a:lnTo>
                <a:lnTo>
                  <a:pt x="288976" y="4045798"/>
                </a:lnTo>
                <a:close/>
                <a:moveTo>
                  <a:pt x="903550" y="3966943"/>
                </a:moveTo>
                <a:cubicBezTo>
                  <a:pt x="867958" y="3966943"/>
                  <a:pt x="846787" y="3997319"/>
                  <a:pt x="846787" y="4034445"/>
                </a:cubicBezTo>
                <a:cubicBezTo>
                  <a:pt x="846787" y="4071571"/>
                  <a:pt x="866424" y="4100412"/>
                  <a:pt x="904777" y="4100412"/>
                </a:cubicBezTo>
                <a:cubicBezTo>
                  <a:pt x="922267" y="4100412"/>
                  <a:pt x="935460" y="4092742"/>
                  <a:pt x="944358" y="4079548"/>
                </a:cubicBezTo>
                <a:lnTo>
                  <a:pt x="944358" y="4094583"/>
                </a:lnTo>
                <a:cubicBezTo>
                  <a:pt x="944358" y="4119436"/>
                  <a:pt x="931165" y="4130175"/>
                  <a:pt x="912141" y="4130175"/>
                </a:cubicBezTo>
                <a:cubicBezTo>
                  <a:pt x="896493" y="4130175"/>
                  <a:pt x="885754" y="4124345"/>
                  <a:pt x="882686" y="4112685"/>
                </a:cubicBezTo>
                <a:cubicBezTo>
                  <a:pt x="882379" y="4111458"/>
                  <a:pt x="881459" y="4110538"/>
                  <a:pt x="880231" y="4110538"/>
                </a:cubicBezTo>
                <a:lnTo>
                  <a:pt x="853537" y="4110538"/>
                </a:lnTo>
                <a:cubicBezTo>
                  <a:pt x="852617" y="4110538"/>
                  <a:pt x="851389" y="4111458"/>
                  <a:pt x="851389" y="4112685"/>
                </a:cubicBezTo>
                <a:cubicBezTo>
                  <a:pt x="855071" y="4139379"/>
                  <a:pt x="879311" y="4152266"/>
                  <a:pt x="910914" y="4151652"/>
                </a:cubicBezTo>
                <a:cubicBezTo>
                  <a:pt x="951415" y="4151652"/>
                  <a:pt x="972893" y="4130481"/>
                  <a:pt x="972586" y="4094890"/>
                </a:cubicBezTo>
                <a:lnTo>
                  <a:pt x="972280" y="4030149"/>
                </a:lnTo>
                <a:lnTo>
                  <a:pt x="973814" y="3971239"/>
                </a:lnTo>
                <a:cubicBezTo>
                  <a:pt x="973814" y="3970318"/>
                  <a:pt x="972893" y="3969091"/>
                  <a:pt x="971666" y="3969091"/>
                </a:cubicBezTo>
                <a:lnTo>
                  <a:pt x="944665" y="3969091"/>
                </a:lnTo>
                <a:cubicBezTo>
                  <a:pt x="943745" y="3969091"/>
                  <a:pt x="942517" y="3970011"/>
                  <a:pt x="942517" y="3971239"/>
                </a:cubicBezTo>
                <a:lnTo>
                  <a:pt x="943131" y="3985966"/>
                </a:lnTo>
                <a:cubicBezTo>
                  <a:pt x="934540" y="3973693"/>
                  <a:pt x="921039" y="3966943"/>
                  <a:pt x="903550" y="3966943"/>
                </a:cubicBezTo>
                <a:close/>
                <a:moveTo>
                  <a:pt x="629861" y="3966330"/>
                </a:moveTo>
                <a:cubicBezTo>
                  <a:pt x="594576" y="3966330"/>
                  <a:pt x="573405" y="3997013"/>
                  <a:pt x="573405" y="4035366"/>
                </a:cubicBezTo>
                <a:cubicBezTo>
                  <a:pt x="573405" y="4073719"/>
                  <a:pt x="592735" y="4103481"/>
                  <a:pt x="629248" y="4103481"/>
                </a:cubicBezTo>
                <a:cubicBezTo>
                  <a:pt x="647044" y="4103481"/>
                  <a:pt x="660851" y="4095811"/>
                  <a:pt x="669749" y="4082617"/>
                </a:cubicBezTo>
                <a:lnTo>
                  <a:pt x="669135" y="4098879"/>
                </a:lnTo>
                <a:cubicBezTo>
                  <a:pt x="669135" y="4100106"/>
                  <a:pt x="670363" y="4101027"/>
                  <a:pt x="671283" y="4101027"/>
                </a:cubicBezTo>
                <a:lnTo>
                  <a:pt x="698591" y="4101027"/>
                </a:lnTo>
                <a:cubicBezTo>
                  <a:pt x="699818" y="4101027"/>
                  <a:pt x="700739" y="4099799"/>
                  <a:pt x="700739" y="4098879"/>
                </a:cubicBezTo>
                <a:lnTo>
                  <a:pt x="700125" y="4034445"/>
                </a:lnTo>
                <a:lnTo>
                  <a:pt x="700739" y="3970932"/>
                </a:lnTo>
                <a:cubicBezTo>
                  <a:pt x="700739" y="3969705"/>
                  <a:pt x="699511" y="3968785"/>
                  <a:pt x="698591" y="3968785"/>
                </a:cubicBezTo>
                <a:lnTo>
                  <a:pt x="671283" y="3968785"/>
                </a:lnTo>
                <a:cubicBezTo>
                  <a:pt x="670056" y="3968785"/>
                  <a:pt x="669135" y="3970012"/>
                  <a:pt x="669135" y="3970932"/>
                </a:cubicBezTo>
                <a:lnTo>
                  <a:pt x="669749" y="3985660"/>
                </a:lnTo>
                <a:cubicBezTo>
                  <a:pt x="660851" y="3973080"/>
                  <a:pt x="647351" y="3966330"/>
                  <a:pt x="629861" y="3966330"/>
                </a:cubicBezTo>
                <a:close/>
                <a:moveTo>
                  <a:pt x="1049601" y="3966023"/>
                </a:moveTo>
                <a:cubicBezTo>
                  <a:pt x="1007873" y="3966023"/>
                  <a:pt x="984247" y="3993944"/>
                  <a:pt x="984247" y="4035673"/>
                </a:cubicBezTo>
                <a:cubicBezTo>
                  <a:pt x="984247" y="4077401"/>
                  <a:pt x="1007873" y="4104402"/>
                  <a:pt x="1049601" y="4104402"/>
                </a:cubicBezTo>
                <a:cubicBezTo>
                  <a:pt x="1091023" y="4104402"/>
                  <a:pt x="1114342" y="4076480"/>
                  <a:pt x="1114342" y="4034752"/>
                </a:cubicBezTo>
                <a:cubicBezTo>
                  <a:pt x="1114342" y="3993024"/>
                  <a:pt x="1091330" y="3966023"/>
                  <a:pt x="1049601" y="3966023"/>
                </a:cubicBezTo>
                <a:close/>
                <a:moveTo>
                  <a:pt x="774990" y="3965716"/>
                </a:moveTo>
                <a:cubicBezTo>
                  <a:pt x="734795" y="3965716"/>
                  <a:pt x="710556" y="3995171"/>
                  <a:pt x="710556" y="4035366"/>
                </a:cubicBezTo>
                <a:cubicBezTo>
                  <a:pt x="710556" y="4075560"/>
                  <a:pt x="733261" y="4104095"/>
                  <a:pt x="775910" y="4104095"/>
                </a:cubicBezTo>
                <a:cubicBezTo>
                  <a:pt x="809661" y="4104095"/>
                  <a:pt x="831139" y="4085071"/>
                  <a:pt x="836049" y="4061139"/>
                </a:cubicBezTo>
                <a:cubicBezTo>
                  <a:pt x="836355" y="4059912"/>
                  <a:pt x="835128" y="4058991"/>
                  <a:pt x="834208" y="4058991"/>
                </a:cubicBezTo>
                <a:lnTo>
                  <a:pt x="808434" y="4058991"/>
                </a:lnTo>
                <a:cubicBezTo>
                  <a:pt x="807514" y="4058991"/>
                  <a:pt x="806286" y="4059912"/>
                  <a:pt x="805980" y="4061139"/>
                </a:cubicBezTo>
                <a:cubicBezTo>
                  <a:pt x="801684" y="4075253"/>
                  <a:pt x="791559" y="4082310"/>
                  <a:pt x="776524" y="4082310"/>
                </a:cubicBezTo>
                <a:cubicBezTo>
                  <a:pt x="754432" y="4082310"/>
                  <a:pt x="742773" y="4069116"/>
                  <a:pt x="741546" y="4040888"/>
                </a:cubicBezTo>
                <a:lnTo>
                  <a:pt x="837890" y="4040888"/>
                </a:lnTo>
                <a:cubicBezTo>
                  <a:pt x="839117" y="4040888"/>
                  <a:pt x="840037" y="4039661"/>
                  <a:pt x="840037" y="4038741"/>
                </a:cubicBezTo>
                <a:cubicBezTo>
                  <a:pt x="839424" y="3993637"/>
                  <a:pt x="815184" y="3966023"/>
                  <a:pt x="774990" y="3965716"/>
                </a:cubicBezTo>
                <a:close/>
                <a:moveTo>
                  <a:pt x="1199334" y="3965409"/>
                </a:moveTo>
                <a:cubicBezTo>
                  <a:pt x="1179697" y="3965409"/>
                  <a:pt x="1164662" y="3975534"/>
                  <a:pt x="1156071" y="3987807"/>
                </a:cubicBezTo>
                <a:lnTo>
                  <a:pt x="1156684" y="3970625"/>
                </a:lnTo>
                <a:cubicBezTo>
                  <a:pt x="1156684" y="3969398"/>
                  <a:pt x="1155458" y="3968477"/>
                  <a:pt x="1154537" y="3968477"/>
                </a:cubicBezTo>
                <a:lnTo>
                  <a:pt x="1128764" y="3968477"/>
                </a:lnTo>
                <a:cubicBezTo>
                  <a:pt x="1127535" y="3968477"/>
                  <a:pt x="1126616" y="3969705"/>
                  <a:pt x="1126616" y="3970625"/>
                </a:cubicBezTo>
                <a:lnTo>
                  <a:pt x="1126923" y="4038740"/>
                </a:lnTo>
                <a:lnTo>
                  <a:pt x="1126309" y="4098878"/>
                </a:lnTo>
                <a:cubicBezTo>
                  <a:pt x="1126309" y="4100106"/>
                  <a:pt x="1127535" y="4101026"/>
                  <a:pt x="1128456" y="4101026"/>
                </a:cubicBezTo>
                <a:lnTo>
                  <a:pt x="1155765" y="4100719"/>
                </a:lnTo>
                <a:cubicBezTo>
                  <a:pt x="1156992" y="4100719"/>
                  <a:pt x="1157912" y="4099492"/>
                  <a:pt x="1157912" y="4098572"/>
                </a:cubicBezTo>
                <a:lnTo>
                  <a:pt x="1157299" y="4044570"/>
                </a:lnTo>
                <a:lnTo>
                  <a:pt x="1157299" y="4030149"/>
                </a:lnTo>
                <a:cubicBezTo>
                  <a:pt x="1159753" y="4002842"/>
                  <a:pt x="1174481" y="3989648"/>
                  <a:pt x="1189822" y="3989648"/>
                </a:cubicBezTo>
                <a:cubicBezTo>
                  <a:pt x="1203936" y="3989648"/>
                  <a:pt x="1214061" y="3999467"/>
                  <a:pt x="1214061" y="4018183"/>
                </a:cubicBezTo>
                <a:lnTo>
                  <a:pt x="1214061" y="4044570"/>
                </a:lnTo>
                <a:lnTo>
                  <a:pt x="1213448" y="4098572"/>
                </a:lnTo>
                <a:cubicBezTo>
                  <a:pt x="1213448" y="4099799"/>
                  <a:pt x="1214675" y="4100719"/>
                  <a:pt x="1215596" y="4100719"/>
                </a:cubicBezTo>
                <a:lnTo>
                  <a:pt x="1242904" y="4100719"/>
                </a:lnTo>
                <a:cubicBezTo>
                  <a:pt x="1244131" y="4100719"/>
                  <a:pt x="1245050" y="4099492"/>
                  <a:pt x="1245050" y="4098572"/>
                </a:cubicBezTo>
                <a:lnTo>
                  <a:pt x="1244438" y="4044570"/>
                </a:lnTo>
                <a:lnTo>
                  <a:pt x="1244438" y="4017263"/>
                </a:lnTo>
                <a:cubicBezTo>
                  <a:pt x="1244438" y="3983819"/>
                  <a:pt x="1226642" y="3965409"/>
                  <a:pt x="1199334" y="3965409"/>
                </a:cubicBezTo>
                <a:close/>
                <a:moveTo>
                  <a:pt x="352796" y="3950375"/>
                </a:moveTo>
                <a:lnTo>
                  <a:pt x="389308" y="3950375"/>
                </a:lnTo>
                <a:lnTo>
                  <a:pt x="389308" y="4123118"/>
                </a:lnTo>
                <a:lnTo>
                  <a:pt x="352796" y="4123118"/>
                </a:lnTo>
                <a:close/>
                <a:moveTo>
                  <a:pt x="434412" y="3900362"/>
                </a:moveTo>
                <a:lnTo>
                  <a:pt x="234667" y="3973080"/>
                </a:lnTo>
                <a:lnTo>
                  <a:pt x="307385" y="4172824"/>
                </a:lnTo>
                <a:lnTo>
                  <a:pt x="507130" y="4100106"/>
                </a:lnTo>
                <a:close/>
                <a:moveTo>
                  <a:pt x="3571437" y="0"/>
                </a:moveTo>
                <a:lnTo>
                  <a:pt x="8621771" y="0"/>
                </a:lnTo>
                <a:lnTo>
                  <a:pt x="12193206" y="2582962"/>
                </a:lnTo>
                <a:lnTo>
                  <a:pt x="12193206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5898589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C2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5BB67F-E803-D844-E464-C93C91206D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" y="2324100"/>
            <a:ext cx="12193197" cy="4533900"/>
          </a:xfrm>
          <a:custGeom>
            <a:avLst/>
            <a:gdLst>
              <a:gd name="connsiteX0" fmla="*/ 434412 w 12193197"/>
              <a:gd name="connsiteY0" fmla="*/ 4230894 h 4533900"/>
              <a:gd name="connsiteX1" fmla="*/ 452515 w 12193197"/>
              <a:gd name="connsiteY1" fmla="*/ 4230894 h 4533900"/>
              <a:gd name="connsiteX2" fmla="*/ 452515 w 12193197"/>
              <a:gd name="connsiteY2" fmla="*/ 4303612 h 4533900"/>
              <a:gd name="connsiteX3" fmla="*/ 434412 w 12193197"/>
              <a:gd name="connsiteY3" fmla="*/ 4303612 h 4533900"/>
              <a:gd name="connsiteX4" fmla="*/ 316283 w 12193197"/>
              <a:gd name="connsiteY4" fmla="*/ 4194688 h 4533900"/>
              <a:gd name="connsiteX5" fmla="*/ 343591 w 12193197"/>
              <a:gd name="connsiteY5" fmla="*/ 4194688 h 4533900"/>
              <a:gd name="connsiteX6" fmla="*/ 343591 w 12193197"/>
              <a:gd name="connsiteY6" fmla="*/ 4303612 h 4533900"/>
              <a:gd name="connsiteX7" fmla="*/ 316283 w 12193197"/>
              <a:gd name="connsiteY7" fmla="*/ 4303612 h 4533900"/>
              <a:gd name="connsiteX8" fmla="*/ 911528 w 12193197"/>
              <a:gd name="connsiteY8" fmla="*/ 4191620 h 4533900"/>
              <a:gd name="connsiteX9" fmla="*/ 943745 w 12193197"/>
              <a:gd name="connsiteY9" fmla="*/ 4238564 h 4533900"/>
              <a:gd name="connsiteX10" fmla="*/ 911528 w 12193197"/>
              <a:gd name="connsiteY10" fmla="*/ 4282440 h 4533900"/>
              <a:gd name="connsiteX11" fmla="*/ 878083 w 12193197"/>
              <a:gd name="connsiteY11" fmla="*/ 4236416 h 4533900"/>
              <a:gd name="connsiteX12" fmla="*/ 911528 w 12193197"/>
              <a:gd name="connsiteY12" fmla="*/ 4191620 h 4533900"/>
              <a:gd name="connsiteX13" fmla="*/ 638453 w 12193197"/>
              <a:gd name="connsiteY13" fmla="*/ 4191314 h 4533900"/>
              <a:gd name="connsiteX14" fmla="*/ 670669 w 12193197"/>
              <a:gd name="connsiteY14" fmla="*/ 4239179 h 4533900"/>
              <a:gd name="connsiteX15" fmla="*/ 637532 w 12193197"/>
              <a:gd name="connsiteY15" fmla="*/ 4285202 h 4533900"/>
              <a:gd name="connsiteX16" fmla="*/ 605008 w 12193197"/>
              <a:gd name="connsiteY16" fmla="*/ 4236417 h 4533900"/>
              <a:gd name="connsiteX17" fmla="*/ 638453 w 12193197"/>
              <a:gd name="connsiteY17" fmla="*/ 4191314 h 4533900"/>
              <a:gd name="connsiteX18" fmla="*/ 1049294 w 12193197"/>
              <a:gd name="connsiteY18" fmla="*/ 4190700 h 4533900"/>
              <a:gd name="connsiteX19" fmla="*/ 1082739 w 12193197"/>
              <a:gd name="connsiteY19" fmla="*/ 4238565 h 4533900"/>
              <a:gd name="connsiteX20" fmla="*/ 1049601 w 12193197"/>
              <a:gd name="connsiteY20" fmla="*/ 4285509 h 4533900"/>
              <a:gd name="connsiteX21" fmla="*/ 1015543 w 12193197"/>
              <a:gd name="connsiteY21" fmla="*/ 4238565 h 4533900"/>
              <a:gd name="connsiteX22" fmla="*/ 1049294 w 12193197"/>
              <a:gd name="connsiteY22" fmla="*/ 4190700 h 4533900"/>
              <a:gd name="connsiteX23" fmla="*/ 775604 w 12193197"/>
              <a:gd name="connsiteY23" fmla="*/ 4190700 h 4533900"/>
              <a:gd name="connsiteX24" fmla="*/ 806900 w 12193197"/>
              <a:gd name="connsiteY24" fmla="*/ 4223223 h 4533900"/>
              <a:gd name="connsiteX25" fmla="*/ 742773 w 12193197"/>
              <a:gd name="connsiteY25" fmla="*/ 4223223 h 4533900"/>
              <a:gd name="connsiteX26" fmla="*/ 775604 w 12193197"/>
              <a:gd name="connsiteY26" fmla="*/ 4190700 h 4533900"/>
              <a:gd name="connsiteX27" fmla="*/ 398206 w 12193197"/>
              <a:gd name="connsiteY27" fmla="*/ 4176586 h 4533900"/>
              <a:gd name="connsiteX28" fmla="*/ 425514 w 12193197"/>
              <a:gd name="connsiteY28" fmla="*/ 4176586 h 4533900"/>
              <a:gd name="connsiteX29" fmla="*/ 425514 w 12193197"/>
              <a:gd name="connsiteY29" fmla="*/ 4285509 h 4533900"/>
              <a:gd name="connsiteX30" fmla="*/ 398206 w 12193197"/>
              <a:gd name="connsiteY30" fmla="*/ 4285509 h 4533900"/>
              <a:gd name="connsiteX31" fmla="*/ 288976 w 12193197"/>
              <a:gd name="connsiteY31" fmla="*/ 4176279 h 4533900"/>
              <a:gd name="connsiteX32" fmla="*/ 307078 w 12193197"/>
              <a:gd name="connsiteY32" fmla="*/ 4176279 h 4533900"/>
              <a:gd name="connsiteX33" fmla="*/ 307078 w 12193197"/>
              <a:gd name="connsiteY33" fmla="*/ 4248997 h 4533900"/>
              <a:gd name="connsiteX34" fmla="*/ 288976 w 12193197"/>
              <a:gd name="connsiteY34" fmla="*/ 4248997 h 4533900"/>
              <a:gd name="connsiteX35" fmla="*/ 903550 w 12193197"/>
              <a:gd name="connsiteY35" fmla="*/ 4170142 h 4533900"/>
              <a:gd name="connsiteX36" fmla="*/ 846787 w 12193197"/>
              <a:gd name="connsiteY36" fmla="*/ 4237644 h 4533900"/>
              <a:gd name="connsiteX37" fmla="*/ 904777 w 12193197"/>
              <a:gd name="connsiteY37" fmla="*/ 4303611 h 4533900"/>
              <a:gd name="connsiteX38" fmla="*/ 944358 w 12193197"/>
              <a:gd name="connsiteY38" fmla="*/ 4282747 h 4533900"/>
              <a:gd name="connsiteX39" fmla="*/ 944358 w 12193197"/>
              <a:gd name="connsiteY39" fmla="*/ 4297782 h 4533900"/>
              <a:gd name="connsiteX40" fmla="*/ 912141 w 12193197"/>
              <a:gd name="connsiteY40" fmla="*/ 4333374 h 4533900"/>
              <a:gd name="connsiteX41" fmla="*/ 882686 w 12193197"/>
              <a:gd name="connsiteY41" fmla="*/ 4315884 h 4533900"/>
              <a:gd name="connsiteX42" fmla="*/ 880231 w 12193197"/>
              <a:gd name="connsiteY42" fmla="*/ 4313737 h 4533900"/>
              <a:gd name="connsiteX43" fmla="*/ 853537 w 12193197"/>
              <a:gd name="connsiteY43" fmla="*/ 4313737 h 4533900"/>
              <a:gd name="connsiteX44" fmla="*/ 851389 w 12193197"/>
              <a:gd name="connsiteY44" fmla="*/ 4315884 h 4533900"/>
              <a:gd name="connsiteX45" fmla="*/ 910914 w 12193197"/>
              <a:gd name="connsiteY45" fmla="*/ 4354851 h 4533900"/>
              <a:gd name="connsiteX46" fmla="*/ 972586 w 12193197"/>
              <a:gd name="connsiteY46" fmla="*/ 4298089 h 4533900"/>
              <a:gd name="connsiteX47" fmla="*/ 972280 w 12193197"/>
              <a:gd name="connsiteY47" fmla="*/ 4233348 h 4533900"/>
              <a:gd name="connsiteX48" fmla="*/ 973814 w 12193197"/>
              <a:gd name="connsiteY48" fmla="*/ 4174438 h 4533900"/>
              <a:gd name="connsiteX49" fmla="*/ 971666 w 12193197"/>
              <a:gd name="connsiteY49" fmla="*/ 4172290 h 4533900"/>
              <a:gd name="connsiteX50" fmla="*/ 944665 w 12193197"/>
              <a:gd name="connsiteY50" fmla="*/ 4172290 h 4533900"/>
              <a:gd name="connsiteX51" fmla="*/ 942517 w 12193197"/>
              <a:gd name="connsiteY51" fmla="*/ 4174438 h 4533900"/>
              <a:gd name="connsiteX52" fmla="*/ 943131 w 12193197"/>
              <a:gd name="connsiteY52" fmla="*/ 4189165 h 4533900"/>
              <a:gd name="connsiteX53" fmla="*/ 903550 w 12193197"/>
              <a:gd name="connsiteY53" fmla="*/ 4170142 h 4533900"/>
              <a:gd name="connsiteX54" fmla="*/ 629861 w 12193197"/>
              <a:gd name="connsiteY54" fmla="*/ 4169529 h 4533900"/>
              <a:gd name="connsiteX55" fmla="*/ 573405 w 12193197"/>
              <a:gd name="connsiteY55" fmla="*/ 4238565 h 4533900"/>
              <a:gd name="connsiteX56" fmla="*/ 629248 w 12193197"/>
              <a:gd name="connsiteY56" fmla="*/ 4306680 h 4533900"/>
              <a:gd name="connsiteX57" fmla="*/ 669749 w 12193197"/>
              <a:gd name="connsiteY57" fmla="*/ 4285816 h 4533900"/>
              <a:gd name="connsiteX58" fmla="*/ 669135 w 12193197"/>
              <a:gd name="connsiteY58" fmla="*/ 4302078 h 4533900"/>
              <a:gd name="connsiteX59" fmla="*/ 671283 w 12193197"/>
              <a:gd name="connsiteY59" fmla="*/ 4304226 h 4533900"/>
              <a:gd name="connsiteX60" fmla="*/ 698591 w 12193197"/>
              <a:gd name="connsiteY60" fmla="*/ 4304226 h 4533900"/>
              <a:gd name="connsiteX61" fmla="*/ 700739 w 12193197"/>
              <a:gd name="connsiteY61" fmla="*/ 4302078 h 4533900"/>
              <a:gd name="connsiteX62" fmla="*/ 700125 w 12193197"/>
              <a:gd name="connsiteY62" fmla="*/ 4237644 h 4533900"/>
              <a:gd name="connsiteX63" fmla="*/ 700739 w 12193197"/>
              <a:gd name="connsiteY63" fmla="*/ 4174131 h 4533900"/>
              <a:gd name="connsiteX64" fmla="*/ 698591 w 12193197"/>
              <a:gd name="connsiteY64" fmla="*/ 4171984 h 4533900"/>
              <a:gd name="connsiteX65" fmla="*/ 671283 w 12193197"/>
              <a:gd name="connsiteY65" fmla="*/ 4171984 h 4533900"/>
              <a:gd name="connsiteX66" fmla="*/ 669135 w 12193197"/>
              <a:gd name="connsiteY66" fmla="*/ 4174131 h 4533900"/>
              <a:gd name="connsiteX67" fmla="*/ 669749 w 12193197"/>
              <a:gd name="connsiteY67" fmla="*/ 4188859 h 4533900"/>
              <a:gd name="connsiteX68" fmla="*/ 629861 w 12193197"/>
              <a:gd name="connsiteY68" fmla="*/ 4169529 h 4533900"/>
              <a:gd name="connsiteX69" fmla="*/ 1049601 w 12193197"/>
              <a:gd name="connsiteY69" fmla="*/ 4169222 h 4533900"/>
              <a:gd name="connsiteX70" fmla="*/ 984247 w 12193197"/>
              <a:gd name="connsiteY70" fmla="*/ 4238872 h 4533900"/>
              <a:gd name="connsiteX71" fmla="*/ 1049601 w 12193197"/>
              <a:gd name="connsiteY71" fmla="*/ 4307601 h 4533900"/>
              <a:gd name="connsiteX72" fmla="*/ 1114342 w 12193197"/>
              <a:gd name="connsiteY72" fmla="*/ 4237951 h 4533900"/>
              <a:gd name="connsiteX73" fmla="*/ 1049601 w 12193197"/>
              <a:gd name="connsiteY73" fmla="*/ 4169222 h 4533900"/>
              <a:gd name="connsiteX74" fmla="*/ 774990 w 12193197"/>
              <a:gd name="connsiteY74" fmla="*/ 4168915 h 4533900"/>
              <a:gd name="connsiteX75" fmla="*/ 710556 w 12193197"/>
              <a:gd name="connsiteY75" fmla="*/ 4238565 h 4533900"/>
              <a:gd name="connsiteX76" fmla="*/ 775910 w 12193197"/>
              <a:gd name="connsiteY76" fmla="*/ 4307294 h 4533900"/>
              <a:gd name="connsiteX77" fmla="*/ 836049 w 12193197"/>
              <a:gd name="connsiteY77" fmla="*/ 4264338 h 4533900"/>
              <a:gd name="connsiteX78" fmla="*/ 834208 w 12193197"/>
              <a:gd name="connsiteY78" fmla="*/ 4262190 h 4533900"/>
              <a:gd name="connsiteX79" fmla="*/ 808434 w 12193197"/>
              <a:gd name="connsiteY79" fmla="*/ 4262190 h 4533900"/>
              <a:gd name="connsiteX80" fmla="*/ 805980 w 12193197"/>
              <a:gd name="connsiteY80" fmla="*/ 4264338 h 4533900"/>
              <a:gd name="connsiteX81" fmla="*/ 776524 w 12193197"/>
              <a:gd name="connsiteY81" fmla="*/ 4285509 h 4533900"/>
              <a:gd name="connsiteX82" fmla="*/ 741546 w 12193197"/>
              <a:gd name="connsiteY82" fmla="*/ 4244087 h 4533900"/>
              <a:gd name="connsiteX83" fmla="*/ 837890 w 12193197"/>
              <a:gd name="connsiteY83" fmla="*/ 4244087 h 4533900"/>
              <a:gd name="connsiteX84" fmla="*/ 840037 w 12193197"/>
              <a:gd name="connsiteY84" fmla="*/ 4241940 h 4533900"/>
              <a:gd name="connsiteX85" fmla="*/ 774990 w 12193197"/>
              <a:gd name="connsiteY85" fmla="*/ 4168915 h 4533900"/>
              <a:gd name="connsiteX86" fmla="*/ 1199334 w 12193197"/>
              <a:gd name="connsiteY86" fmla="*/ 4168608 h 4533900"/>
              <a:gd name="connsiteX87" fmla="*/ 1156071 w 12193197"/>
              <a:gd name="connsiteY87" fmla="*/ 4191006 h 4533900"/>
              <a:gd name="connsiteX88" fmla="*/ 1156685 w 12193197"/>
              <a:gd name="connsiteY88" fmla="*/ 4173824 h 4533900"/>
              <a:gd name="connsiteX89" fmla="*/ 1154537 w 12193197"/>
              <a:gd name="connsiteY89" fmla="*/ 4171676 h 4533900"/>
              <a:gd name="connsiteX90" fmla="*/ 1128764 w 12193197"/>
              <a:gd name="connsiteY90" fmla="*/ 4171676 h 4533900"/>
              <a:gd name="connsiteX91" fmla="*/ 1126616 w 12193197"/>
              <a:gd name="connsiteY91" fmla="*/ 4173824 h 4533900"/>
              <a:gd name="connsiteX92" fmla="*/ 1126923 w 12193197"/>
              <a:gd name="connsiteY92" fmla="*/ 4241939 h 4533900"/>
              <a:gd name="connsiteX93" fmla="*/ 1126309 w 12193197"/>
              <a:gd name="connsiteY93" fmla="*/ 4302077 h 4533900"/>
              <a:gd name="connsiteX94" fmla="*/ 1128457 w 12193197"/>
              <a:gd name="connsiteY94" fmla="*/ 4304225 h 4533900"/>
              <a:gd name="connsiteX95" fmla="*/ 1155765 w 12193197"/>
              <a:gd name="connsiteY95" fmla="*/ 4303918 h 4533900"/>
              <a:gd name="connsiteX96" fmla="*/ 1157912 w 12193197"/>
              <a:gd name="connsiteY96" fmla="*/ 4301771 h 4533900"/>
              <a:gd name="connsiteX97" fmla="*/ 1157298 w 12193197"/>
              <a:gd name="connsiteY97" fmla="*/ 4247769 h 4533900"/>
              <a:gd name="connsiteX98" fmla="*/ 1157298 w 12193197"/>
              <a:gd name="connsiteY98" fmla="*/ 4233348 h 4533900"/>
              <a:gd name="connsiteX99" fmla="*/ 1189821 w 12193197"/>
              <a:gd name="connsiteY99" fmla="*/ 4192847 h 4533900"/>
              <a:gd name="connsiteX100" fmla="*/ 1214061 w 12193197"/>
              <a:gd name="connsiteY100" fmla="*/ 4221382 h 4533900"/>
              <a:gd name="connsiteX101" fmla="*/ 1214061 w 12193197"/>
              <a:gd name="connsiteY101" fmla="*/ 4247769 h 4533900"/>
              <a:gd name="connsiteX102" fmla="*/ 1213448 w 12193197"/>
              <a:gd name="connsiteY102" fmla="*/ 4301771 h 4533900"/>
              <a:gd name="connsiteX103" fmla="*/ 1215596 w 12193197"/>
              <a:gd name="connsiteY103" fmla="*/ 4303918 h 4533900"/>
              <a:gd name="connsiteX104" fmla="*/ 1242904 w 12193197"/>
              <a:gd name="connsiteY104" fmla="*/ 4303918 h 4533900"/>
              <a:gd name="connsiteX105" fmla="*/ 1245051 w 12193197"/>
              <a:gd name="connsiteY105" fmla="*/ 4301771 h 4533900"/>
              <a:gd name="connsiteX106" fmla="*/ 1244438 w 12193197"/>
              <a:gd name="connsiteY106" fmla="*/ 4247769 h 4533900"/>
              <a:gd name="connsiteX107" fmla="*/ 1244438 w 12193197"/>
              <a:gd name="connsiteY107" fmla="*/ 4220462 h 4533900"/>
              <a:gd name="connsiteX108" fmla="*/ 1199334 w 12193197"/>
              <a:gd name="connsiteY108" fmla="*/ 4168608 h 4533900"/>
              <a:gd name="connsiteX109" fmla="*/ 352796 w 12193197"/>
              <a:gd name="connsiteY109" fmla="*/ 4153574 h 4533900"/>
              <a:gd name="connsiteX110" fmla="*/ 389308 w 12193197"/>
              <a:gd name="connsiteY110" fmla="*/ 4153574 h 4533900"/>
              <a:gd name="connsiteX111" fmla="*/ 389308 w 12193197"/>
              <a:gd name="connsiteY111" fmla="*/ 4326317 h 4533900"/>
              <a:gd name="connsiteX112" fmla="*/ 352796 w 12193197"/>
              <a:gd name="connsiteY112" fmla="*/ 4326317 h 4533900"/>
              <a:gd name="connsiteX113" fmla="*/ 434412 w 12193197"/>
              <a:gd name="connsiteY113" fmla="*/ 4103561 h 4533900"/>
              <a:gd name="connsiteX114" fmla="*/ 234667 w 12193197"/>
              <a:gd name="connsiteY114" fmla="*/ 4176279 h 4533900"/>
              <a:gd name="connsiteX115" fmla="*/ 307385 w 12193197"/>
              <a:gd name="connsiteY115" fmla="*/ 4376023 h 4533900"/>
              <a:gd name="connsiteX116" fmla="*/ 507130 w 12193197"/>
              <a:gd name="connsiteY116" fmla="*/ 4303305 h 4533900"/>
              <a:gd name="connsiteX117" fmla="*/ 6096601 w 12193197"/>
              <a:gd name="connsiteY117" fmla="*/ 0 h 4533900"/>
              <a:gd name="connsiteX118" fmla="*/ 9864295 w 12193197"/>
              <a:gd name="connsiteY118" fmla="*/ 881563 h 4533900"/>
              <a:gd name="connsiteX119" fmla="*/ 12193197 w 12193197"/>
              <a:gd name="connsiteY119" fmla="*/ 3189318 h 4533900"/>
              <a:gd name="connsiteX120" fmla="*/ 12193197 w 12193197"/>
              <a:gd name="connsiteY120" fmla="*/ 4533900 h 4533900"/>
              <a:gd name="connsiteX121" fmla="*/ 0 w 12193197"/>
              <a:gd name="connsiteY121" fmla="*/ 4533900 h 4533900"/>
              <a:gd name="connsiteX122" fmla="*/ 0 w 12193197"/>
              <a:gd name="connsiteY122" fmla="*/ 3189318 h 4533900"/>
              <a:gd name="connsiteX123" fmla="*/ 2328904 w 12193197"/>
              <a:gd name="connsiteY123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3197" h="4533900">
                <a:moveTo>
                  <a:pt x="434412" y="4230894"/>
                </a:moveTo>
                <a:lnTo>
                  <a:pt x="452515" y="4230894"/>
                </a:lnTo>
                <a:lnTo>
                  <a:pt x="452515" y="4303612"/>
                </a:lnTo>
                <a:lnTo>
                  <a:pt x="434412" y="4303612"/>
                </a:lnTo>
                <a:close/>
                <a:moveTo>
                  <a:pt x="316283" y="4194688"/>
                </a:moveTo>
                <a:lnTo>
                  <a:pt x="343591" y="4194688"/>
                </a:lnTo>
                <a:lnTo>
                  <a:pt x="343591" y="4303612"/>
                </a:lnTo>
                <a:lnTo>
                  <a:pt x="316283" y="4303612"/>
                </a:lnTo>
                <a:close/>
                <a:moveTo>
                  <a:pt x="911528" y="4191620"/>
                </a:moveTo>
                <a:cubicBezTo>
                  <a:pt x="932699" y="4191927"/>
                  <a:pt x="944052" y="4208495"/>
                  <a:pt x="943745" y="4238564"/>
                </a:cubicBezTo>
                <a:cubicBezTo>
                  <a:pt x="943745" y="4268020"/>
                  <a:pt x="931778" y="4282440"/>
                  <a:pt x="911528" y="4282440"/>
                </a:cubicBezTo>
                <a:cubicBezTo>
                  <a:pt x="889743" y="4282747"/>
                  <a:pt x="878083" y="4266485"/>
                  <a:pt x="878083" y="4236416"/>
                </a:cubicBezTo>
                <a:cubicBezTo>
                  <a:pt x="878083" y="4208188"/>
                  <a:pt x="889436" y="4191313"/>
                  <a:pt x="911528" y="4191620"/>
                </a:cubicBezTo>
                <a:close/>
                <a:moveTo>
                  <a:pt x="638453" y="4191314"/>
                </a:moveTo>
                <a:cubicBezTo>
                  <a:pt x="659010" y="4191620"/>
                  <a:pt x="670976" y="4208496"/>
                  <a:pt x="670669" y="4239179"/>
                </a:cubicBezTo>
                <a:cubicBezTo>
                  <a:pt x="670363" y="4269861"/>
                  <a:pt x="658396" y="4285202"/>
                  <a:pt x="637532" y="4285202"/>
                </a:cubicBezTo>
                <a:cubicBezTo>
                  <a:pt x="616054" y="4285202"/>
                  <a:pt x="604701" y="4267407"/>
                  <a:pt x="605008" y="4236417"/>
                </a:cubicBezTo>
                <a:cubicBezTo>
                  <a:pt x="605008" y="4208189"/>
                  <a:pt x="615747" y="4191007"/>
                  <a:pt x="638453" y="4191314"/>
                </a:cubicBezTo>
                <a:close/>
                <a:moveTo>
                  <a:pt x="1049294" y="4190700"/>
                </a:moveTo>
                <a:cubicBezTo>
                  <a:pt x="1071693" y="4190700"/>
                  <a:pt x="1082739" y="4206962"/>
                  <a:pt x="1082739" y="4238565"/>
                </a:cubicBezTo>
                <a:cubicBezTo>
                  <a:pt x="1082739" y="4270168"/>
                  <a:pt x="1072000" y="4285509"/>
                  <a:pt x="1049601" y="4285509"/>
                </a:cubicBezTo>
                <a:cubicBezTo>
                  <a:pt x="1026896" y="4285509"/>
                  <a:pt x="1015850" y="4270168"/>
                  <a:pt x="1015543" y="4238565"/>
                </a:cubicBezTo>
                <a:cubicBezTo>
                  <a:pt x="1015543" y="4207268"/>
                  <a:pt x="1026589" y="4191007"/>
                  <a:pt x="1049294" y="4190700"/>
                </a:cubicBezTo>
                <a:close/>
                <a:moveTo>
                  <a:pt x="775604" y="4190700"/>
                </a:moveTo>
                <a:cubicBezTo>
                  <a:pt x="795854" y="4190700"/>
                  <a:pt x="805673" y="4206041"/>
                  <a:pt x="806900" y="4223223"/>
                </a:cubicBezTo>
                <a:lnTo>
                  <a:pt x="742773" y="4223223"/>
                </a:lnTo>
                <a:cubicBezTo>
                  <a:pt x="746148" y="4202052"/>
                  <a:pt x="757194" y="4190700"/>
                  <a:pt x="775604" y="4190700"/>
                </a:cubicBezTo>
                <a:close/>
                <a:moveTo>
                  <a:pt x="398206" y="4176586"/>
                </a:moveTo>
                <a:lnTo>
                  <a:pt x="425514" y="4176586"/>
                </a:lnTo>
                <a:lnTo>
                  <a:pt x="425514" y="4285509"/>
                </a:lnTo>
                <a:lnTo>
                  <a:pt x="398206" y="4285509"/>
                </a:lnTo>
                <a:close/>
                <a:moveTo>
                  <a:pt x="288976" y="4176279"/>
                </a:moveTo>
                <a:lnTo>
                  <a:pt x="307078" y="4176279"/>
                </a:lnTo>
                <a:lnTo>
                  <a:pt x="307078" y="4248997"/>
                </a:lnTo>
                <a:lnTo>
                  <a:pt x="288976" y="4248997"/>
                </a:lnTo>
                <a:close/>
                <a:moveTo>
                  <a:pt x="903550" y="4170142"/>
                </a:moveTo>
                <a:cubicBezTo>
                  <a:pt x="867958" y="4170142"/>
                  <a:pt x="846787" y="4200518"/>
                  <a:pt x="846787" y="4237644"/>
                </a:cubicBezTo>
                <a:cubicBezTo>
                  <a:pt x="846787" y="4274770"/>
                  <a:pt x="866424" y="4303611"/>
                  <a:pt x="904777" y="4303611"/>
                </a:cubicBezTo>
                <a:cubicBezTo>
                  <a:pt x="922267" y="4303611"/>
                  <a:pt x="935460" y="4295941"/>
                  <a:pt x="944358" y="4282747"/>
                </a:cubicBezTo>
                <a:lnTo>
                  <a:pt x="944358" y="4297782"/>
                </a:lnTo>
                <a:cubicBezTo>
                  <a:pt x="944358" y="4322635"/>
                  <a:pt x="931165" y="4333374"/>
                  <a:pt x="912141" y="4333374"/>
                </a:cubicBezTo>
                <a:cubicBezTo>
                  <a:pt x="896493" y="4333374"/>
                  <a:pt x="885754" y="4327544"/>
                  <a:pt x="882686" y="4315884"/>
                </a:cubicBezTo>
                <a:cubicBezTo>
                  <a:pt x="882379" y="4314657"/>
                  <a:pt x="881459" y="4313737"/>
                  <a:pt x="880231" y="4313737"/>
                </a:cubicBezTo>
                <a:lnTo>
                  <a:pt x="853537" y="4313737"/>
                </a:lnTo>
                <a:cubicBezTo>
                  <a:pt x="852617" y="4313737"/>
                  <a:pt x="851389" y="4314657"/>
                  <a:pt x="851389" y="4315884"/>
                </a:cubicBezTo>
                <a:cubicBezTo>
                  <a:pt x="855071" y="4342578"/>
                  <a:pt x="879311" y="4355465"/>
                  <a:pt x="910914" y="4354851"/>
                </a:cubicBezTo>
                <a:cubicBezTo>
                  <a:pt x="951415" y="4354851"/>
                  <a:pt x="972893" y="4333680"/>
                  <a:pt x="972586" y="4298089"/>
                </a:cubicBezTo>
                <a:lnTo>
                  <a:pt x="972280" y="4233348"/>
                </a:lnTo>
                <a:lnTo>
                  <a:pt x="973814" y="4174438"/>
                </a:lnTo>
                <a:cubicBezTo>
                  <a:pt x="973814" y="4173517"/>
                  <a:pt x="972893" y="4172290"/>
                  <a:pt x="971666" y="4172290"/>
                </a:cubicBezTo>
                <a:lnTo>
                  <a:pt x="944665" y="4172290"/>
                </a:lnTo>
                <a:cubicBezTo>
                  <a:pt x="943745" y="4172290"/>
                  <a:pt x="942517" y="4173210"/>
                  <a:pt x="942517" y="4174438"/>
                </a:cubicBezTo>
                <a:lnTo>
                  <a:pt x="943131" y="4189165"/>
                </a:lnTo>
                <a:cubicBezTo>
                  <a:pt x="934540" y="4176892"/>
                  <a:pt x="921039" y="4170142"/>
                  <a:pt x="903550" y="4170142"/>
                </a:cubicBezTo>
                <a:close/>
                <a:moveTo>
                  <a:pt x="629861" y="4169529"/>
                </a:moveTo>
                <a:cubicBezTo>
                  <a:pt x="594576" y="4169529"/>
                  <a:pt x="573405" y="4200212"/>
                  <a:pt x="573405" y="4238565"/>
                </a:cubicBezTo>
                <a:cubicBezTo>
                  <a:pt x="573405" y="4276918"/>
                  <a:pt x="592735" y="4306680"/>
                  <a:pt x="629248" y="4306680"/>
                </a:cubicBezTo>
                <a:cubicBezTo>
                  <a:pt x="647044" y="4306680"/>
                  <a:pt x="660851" y="4299010"/>
                  <a:pt x="669749" y="4285816"/>
                </a:cubicBezTo>
                <a:lnTo>
                  <a:pt x="669135" y="4302078"/>
                </a:lnTo>
                <a:cubicBezTo>
                  <a:pt x="669135" y="4303305"/>
                  <a:pt x="670363" y="4304226"/>
                  <a:pt x="671283" y="4304226"/>
                </a:cubicBezTo>
                <a:lnTo>
                  <a:pt x="698591" y="4304226"/>
                </a:lnTo>
                <a:cubicBezTo>
                  <a:pt x="699818" y="4304226"/>
                  <a:pt x="700739" y="4302998"/>
                  <a:pt x="700739" y="4302078"/>
                </a:cubicBezTo>
                <a:lnTo>
                  <a:pt x="700125" y="4237644"/>
                </a:lnTo>
                <a:lnTo>
                  <a:pt x="700739" y="4174131"/>
                </a:lnTo>
                <a:cubicBezTo>
                  <a:pt x="700739" y="4172904"/>
                  <a:pt x="699511" y="4171984"/>
                  <a:pt x="698591" y="4171984"/>
                </a:cubicBezTo>
                <a:lnTo>
                  <a:pt x="671283" y="4171984"/>
                </a:lnTo>
                <a:cubicBezTo>
                  <a:pt x="670056" y="4171984"/>
                  <a:pt x="669135" y="4173211"/>
                  <a:pt x="669135" y="4174131"/>
                </a:cubicBezTo>
                <a:lnTo>
                  <a:pt x="669749" y="4188859"/>
                </a:lnTo>
                <a:cubicBezTo>
                  <a:pt x="660851" y="4176279"/>
                  <a:pt x="647351" y="4169529"/>
                  <a:pt x="629861" y="4169529"/>
                </a:cubicBezTo>
                <a:close/>
                <a:moveTo>
                  <a:pt x="1049601" y="4169222"/>
                </a:moveTo>
                <a:cubicBezTo>
                  <a:pt x="1007873" y="4169222"/>
                  <a:pt x="984247" y="4197143"/>
                  <a:pt x="984247" y="4238872"/>
                </a:cubicBezTo>
                <a:cubicBezTo>
                  <a:pt x="984247" y="4280600"/>
                  <a:pt x="1007873" y="4307601"/>
                  <a:pt x="1049601" y="4307601"/>
                </a:cubicBezTo>
                <a:cubicBezTo>
                  <a:pt x="1091023" y="4307601"/>
                  <a:pt x="1114342" y="4279679"/>
                  <a:pt x="1114342" y="4237951"/>
                </a:cubicBezTo>
                <a:cubicBezTo>
                  <a:pt x="1114342" y="4196223"/>
                  <a:pt x="1091330" y="4169222"/>
                  <a:pt x="1049601" y="4169222"/>
                </a:cubicBezTo>
                <a:close/>
                <a:moveTo>
                  <a:pt x="774990" y="4168915"/>
                </a:moveTo>
                <a:cubicBezTo>
                  <a:pt x="734795" y="4168915"/>
                  <a:pt x="710556" y="4198370"/>
                  <a:pt x="710556" y="4238565"/>
                </a:cubicBezTo>
                <a:cubicBezTo>
                  <a:pt x="710556" y="4278759"/>
                  <a:pt x="733261" y="4307294"/>
                  <a:pt x="775910" y="4307294"/>
                </a:cubicBezTo>
                <a:cubicBezTo>
                  <a:pt x="809661" y="4307294"/>
                  <a:pt x="831139" y="4288270"/>
                  <a:pt x="836049" y="4264338"/>
                </a:cubicBezTo>
                <a:cubicBezTo>
                  <a:pt x="836355" y="4263111"/>
                  <a:pt x="835128" y="4262190"/>
                  <a:pt x="834208" y="4262190"/>
                </a:cubicBezTo>
                <a:lnTo>
                  <a:pt x="808434" y="4262190"/>
                </a:lnTo>
                <a:cubicBezTo>
                  <a:pt x="807514" y="4262190"/>
                  <a:pt x="806286" y="4263111"/>
                  <a:pt x="805980" y="4264338"/>
                </a:cubicBezTo>
                <a:cubicBezTo>
                  <a:pt x="801684" y="4278452"/>
                  <a:pt x="791559" y="4285509"/>
                  <a:pt x="776524" y="4285509"/>
                </a:cubicBezTo>
                <a:cubicBezTo>
                  <a:pt x="754432" y="4285509"/>
                  <a:pt x="742773" y="4272315"/>
                  <a:pt x="741546" y="4244087"/>
                </a:cubicBezTo>
                <a:lnTo>
                  <a:pt x="837890" y="4244087"/>
                </a:lnTo>
                <a:cubicBezTo>
                  <a:pt x="839117" y="4244087"/>
                  <a:pt x="840037" y="4242860"/>
                  <a:pt x="840037" y="4241940"/>
                </a:cubicBezTo>
                <a:cubicBezTo>
                  <a:pt x="839424" y="4196836"/>
                  <a:pt x="815184" y="4169222"/>
                  <a:pt x="774990" y="4168915"/>
                </a:cubicBezTo>
                <a:close/>
                <a:moveTo>
                  <a:pt x="1199334" y="4168608"/>
                </a:moveTo>
                <a:cubicBezTo>
                  <a:pt x="1179696" y="4168608"/>
                  <a:pt x="1164662" y="4178733"/>
                  <a:pt x="1156071" y="4191006"/>
                </a:cubicBezTo>
                <a:lnTo>
                  <a:pt x="1156685" y="4173824"/>
                </a:lnTo>
                <a:cubicBezTo>
                  <a:pt x="1156685" y="4172597"/>
                  <a:pt x="1155458" y="4171676"/>
                  <a:pt x="1154537" y="4171676"/>
                </a:cubicBezTo>
                <a:lnTo>
                  <a:pt x="1128764" y="4171676"/>
                </a:lnTo>
                <a:cubicBezTo>
                  <a:pt x="1127536" y="4171676"/>
                  <a:pt x="1126616" y="4172904"/>
                  <a:pt x="1126616" y="4173824"/>
                </a:cubicBezTo>
                <a:lnTo>
                  <a:pt x="1126923" y="4241939"/>
                </a:lnTo>
                <a:lnTo>
                  <a:pt x="1126309" y="4302077"/>
                </a:lnTo>
                <a:cubicBezTo>
                  <a:pt x="1126309" y="4303305"/>
                  <a:pt x="1127536" y="4304225"/>
                  <a:pt x="1128457" y="4304225"/>
                </a:cubicBezTo>
                <a:lnTo>
                  <a:pt x="1155765" y="4303918"/>
                </a:lnTo>
                <a:cubicBezTo>
                  <a:pt x="1156992" y="4303918"/>
                  <a:pt x="1157912" y="4302691"/>
                  <a:pt x="1157912" y="4301771"/>
                </a:cubicBezTo>
                <a:lnTo>
                  <a:pt x="1157298" y="4247769"/>
                </a:lnTo>
                <a:lnTo>
                  <a:pt x="1157298" y="4233348"/>
                </a:lnTo>
                <a:cubicBezTo>
                  <a:pt x="1159753" y="4206041"/>
                  <a:pt x="1174481" y="4192847"/>
                  <a:pt x="1189821" y="4192847"/>
                </a:cubicBezTo>
                <a:cubicBezTo>
                  <a:pt x="1203936" y="4192847"/>
                  <a:pt x="1214061" y="4202666"/>
                  <a:pt x="1214061" y="4221382"/>
                </a:cubicBezTo>
                <a:lnTo>
                  <a:pt x="1214061" y="4247769"/>
                </a:lnTo>
                <a:lnTo>
                  <a:pt x="1213448" y="4301771"/>
                </a:lnTo>
                <a:cubicBezTo>
                  <a:pt x="1213448" y="4302998"/>
                  <a:pt x="1214675" y="4303918"/>
                  <a:pt x="1215596" y="4303918"/>
                </a:cubicBezTo>
                <a:lnTo>
                  <a:pt x="1242904" y="4303918"/>
                </a:lnTo>
                <a:cubicBezTo>
                  <a:pt x="1244131" y="4303918"/>
                  <a:pt x="1245051" y="4302691"/>
                  <a:pt x="1245051" y="4301771"/>
                </a:cubicBezTo>
                <a:lnTo>
                  <a:pt x="1244438" y="4247769"/>
                </a:lnTo>
                <a:lnTo>
                  <a:pt x="1244438" y="4220462"/>
                </a:lnTo>
                <a:cubicBezTo>
                  <a:pt x="1244438" y="4187018"/>
                  <a:pt x="1226642" y="4168608"/>
                  <a:pt x="1199334" y="4168608"/>
                </a:cubicBezTo>
                <a:close/>
                <a:moveTo>
                  <a:pt x="352796" y="4153574"/>
                </a:moveTo>
                <a:lnTo>
                  <a:pt x="389308" y="4153574"/>
                </a:lnTo>
                <a:lnTo>
                  <a:pt x="389308" y="4326317"/>
                </a:lnTo>
                <a:lnTo>
                  <a:pt x="352796" y="4326317"/>
                </a:lnTo>
                <a:close/>
                <a:moveTo>
                  <a:pt x="434412" y="4103561"/>
                </a:moveTo>
                <a:lnTo>
                  <a:pt x="234667" y="4176279"/>
                </a:lnTo>
                <a:lnTo>
                  <a:pt x="307385" y="4376023"/>
                </a:lnTo>
                <a:lnTo>
                  <a:pt x="507130" y="4303305"/>
                </a:lnTo>
                <a:close/>
                <a:moveTo>
                  <a:pt x="6096601" y="0"/>
                </a:moveTo>
                <a:lnTo>
                  <a:pt x="9864295" y="881563"/>
                </a:lnTo>
                <a:lnTo>
                  <a:pt x="12193197" y="3189318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3189318"/>
                </a:lnTo>
                <a:lnTo>
                  <a:pt x="2328904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2412353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brigh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9391CE8-3C1E-9DCC-E04F-442068DEC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8690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391CE8-3C1E-9DCC-E04F-442068DEC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6667D9-F9C2-FDD3-F8FC-325B27407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6096002" cy="6857999"/>
          </a:xfrm>
          <a:custGeom>
            <a:avLst/>
            <a:gdLst>
              <a:gd name="connsiteX0" fmla="*/ 0 w 6096002"/>
              <a:gd name="connsiteY0" fmla="*/ 0 h 6857999"/>
              <a:gd name="connsiteX1" fmla="*/ 3070471 w 6096002"/>
              <a:gd name="connsiteY1" fmla="*/ 0 h 6857999"/>
              <a:gd name="connsiteX2" fmla="*/ 6096002 w 6096002"/>
              <a:gd name="connsiteY2" fmla="*/ 1700863 h 6857999"/>
              <a:gd name="connsiteX3" fmla="*/ 6096002 w 6096002"/>
              <a:gd name="connsiteY3" fmla="*/ 5157137 h 6857999"/>
              <a:gd name="connsiteX4" fmla="*/ 3070473 w 6096002"/>
              <a:gd name="connsiteY4" fmla="*/ 6857999 h 6857999"/>
              <a:gd name="connsiteX5" fmla="*/ 0 w 609600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2" h="6857999">
                <a:moveTo>
                  <a:pt x="0" y="0"/>
                </a:moveTo>
                <a:lnTo>
                  <a:pt x="3070471" y="0"/>
                </a:lnTo>
                <a:lnTo>
                  <a:pt x="6096002" y="1700863"/>
                </a:lnTo>
                <a:lnTo>
                  <a:pt x="6096002" y="5157137"/>
                </a:lnTo>
                <a:lnTo>
                  <a:pt x="307047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7FF00"/>
          </a:solidFill>
          <a:ln w="1000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9026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7719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F652B-2343-9840-41D8-3CC0A7909D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2B3666B-46BF-E612-B3FF-9EA786521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41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right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D2D902B-285F-45D0-2D11-E4C076342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50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 A">
    <p:bg>
      <p:bgPr>
        <a:solidFill>
          <a:srgbClr val="C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34AC5DB-AF99-EAEE-E186-5AD89F87DE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8543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4AC5DB-AF99-EAEE-E186-5AD89F87D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A3239AF-8363-538C-904E-A10FCB38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57645" y="0"/>
            <a:ext cx="7634356" cy="6858000"/>
          </a:xfrm>
          <a:custGeom>
            <a:avLst/>
            <a:gdLst>
              <a:gd name="connsiteX0" fmla="*/ 0 w 7634356"/>
              <a:gd name="connsiteY0" fmla="*/ 0 h 6858000"/>
              <a:gd name="connsiteX1" fmla="*/ 7634356 w 7634356"/>
              <a:gd name="connsiteY1" fmla="*/ 0 h 6858000"/>
              <a:gd name="connsiteX2" fmla="*/ 7634356 w 7634356"/>
              <a:gd name="connsiteY2" fmla="*/ 6858000 h 6858000"/>
              <a:gd name="connsiteX3" fmla="*/ 11887 w 7634356"/>
              <a:gd name="connsiteY3" fmla="*/ 6858000 h 6858000"/>
              <a:gd name="connsiteX4" fmla="*/ 2006354 w 7634356"/>
              <a:gd name="connsiteY4" fmla="*/ 34391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34356" h="6858000">
                <a:moveTo>
                  <a:pt x="0" y="0"/>
                </a:moveTo>
                <a:lnTo>
                  <a:pt x="7634356" y="0"/>
                </a:lnTo>
                <a:lnTo>
                  <a:pt x="7634356" y="6858000"/>
                </a:lnTo>
                <a:lnTo>
                  <a:pt x="11887" y="6858000"/>
                </a:lnTo>
                <a:lnTo>
                  <a:pt x="2006354" y="3439189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971" y="1575000"/>
            <a:ext cx="4896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604DC-F67A-B57E-9408-4B1F7516AE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A2414A7-72E4-194C-10A1-30F768ED2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74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dark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D64FD6E-C821-EE4D-4CE7-59EB844EA4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686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64FD6E-C821-EE4D-4CE7-59EB844EA4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C5222C-C927-BE6F-1E16-3D8585E8F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3" y="0"/>
            <a:ext cx="6564002" cy="6858000"/>
          </a:xfrm>
          <a:custGeom>
            <a:avLst/>
            <a:gdLst>
              <a:gd name="connsiteX0" fmla="*/ 6769100 w 6769100"/>
              <a:gd name="connsiteY0" fmla="*/ 0 h 6858000"/>
              <a:gd name="connsiteX1" fmla="*/ 6635749 w 6769100"/>
              <a:gd name="connsiteY1" fmla="*/ 0 h 6858000"/>
              <a:gd name="connsiteX2" fmla="*/ 3619500 w 6769100"/>
              <a:gd name="connsiteY2" fmla="*/ 0 h 6858000"/>
              <a:gd name="connsiteX3" fmla="*/ 2069045 w 6769100"/>
              <a:gd name="connsiteY3" fmla="*/ 0 h 6858000"/>
              <a:gd name="connsiteX4" fmla="*/ 0 w 6769100"/>
              <a:gd name="connsiteY4" fmla="*/ 3439189 h 6858000"/>
              <a:gd name="connsiteX5" fmla="*/ 2056786 w 6769100"/>
              <a:gd name="connsiteY5" fmla="*/ 6858000 h 6858000"/>
              <a:gd name="connsiteX6" fmla="*/ 3619500 w 6769100"/>
              <a:gd name="connsiteY6" fmla="*/ 6858000 h 6858000"/>
              <a:gd name="connsiteX7" fmla="*/ 6635749 w 6769100"/>
              <a:gd name="connsiteY7" fmla="*/ 6858000 h 6858000"/>
              <a:gd name="connsiteX8" fmla="*/ 6769100 w 67691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69100" h="6858000">
                <a:moveTo>
                  <a:pt x="6769100" y="0"/>
                </a:moveTo>
                <a:lnTo>
                  <a:pt x="6635749" y="0"/>
                </a:lnTo>
                <a:lnTo>
                  <a:pt x="3619500" y="0"/>
                </a:lnTo>
                <a:lnTo>
                  <a:pt x="2069045" y="0"/>
                </a:lnTo>
                <a:lnTo>
                  <a:pt x="0" y="3439189"/>
                </a:lnTo>
                <a:lnTo>
                  <a:pt x="2056786" y="6858000"/>
                </a:lnTo>
                <a:lnTo>
                  <a:pt x="3619500" y="6858000"/>
                </a:lnTo>
                <a:lnTo>
                  <a:pt x="6635749" y="6858000"/>
                </a:lnTo>
                <a:lnTo>
                  <a:pt x="6769100" y="6858000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971" y="1575000"/>
            <a:ext cx="4896000" cy="37080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FA8D-C042-AF97-2FAC-9395B7768C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D2DCB6F0-B61B-93DE-621C-5420959D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-38100" y="61552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70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7D7EB4-7059-9F86-302A-A0A1E058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55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000" y="1414800"/>
            <a:ext cx="55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020BD283-A71D-083C-07CA-D1160A37E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FC5A9-B0A2-A729-A108-87F8434147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63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3FC5BC2-96AE-8D74-F8B4-E565DD3A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DF60D86F-95F6-5622-A5A8-3B70F2D48C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BB5236-25E0-CA99-CC75-9488BBADFC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07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14C2899-A934-081F-BC75-86BAF44C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6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12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notes">
            <a:extLst>
              <a:ext uri="{FF2B5EF4-FFF2-40B4-BE49-F238E27FC236}">
                <a16:creationId xmlns:a16="http://schemas.microsoft.com/office/drawing/2014/main" id="{EF765057-AEE5-960E-8D05-A51B43D17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60BD-F0C7-CB79-37EA-DECF1205A7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51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C1E4060-4D83-76DD-1415-C18A2D22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0B60B6-D395-4EF1-4297-0B77BCD92F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6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5A280A0D-8E89-CDEC-A55E-E5854F4C66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7A015-CE51-197E-1602-0EA2F62264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94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think-cell data - do not delete" hidden="1">
            <a:extLst>
              <a:ext uri="{FF2B5EF4-FFF2-40B4-BE49-F238E27FC236}">
                <a16:creationId xmlns:a16="http://schemas.microsoft.com/office/drawing/2014/main" id="{E8818429-C388-B7D5-0265-DF9D9C1030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004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818429-C388-B7D5-0265-DF9D9C1030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FEFC0643-D659-E1D3-411A-95293270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8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36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02355-7378-0F0C-8543-00D8A317FC3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264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687F9EB1-A21E-5C2F-7480-6EB0277298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0A89E-E2C9-833D-7637-2B5BF99642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17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1E6F775-1596-5E4A-C305-9630A2C28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6415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E6F775-1596-5E4A-C305-9630A2C28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E53DA46C-CCEE-2BBE-25F8-72ED2010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0B60B6-D395-4EF1-4297-0B77BCD92F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8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36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33928D5-31BA-0E47-25B9-233CBC9061A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264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AF6857AF-B3D7-D201-E7AA-9BB3D8257B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A96EF-9513-2878-46AE-5A9AC62EE7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4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0613D0-1E0E-702F-477E-E261662B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00" y="1774800"/>
            <a:ext cx="73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00" y="1414800"/>
            <a:ext cx="73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3CCE998-C69F-B067-E942-40E28616F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32CC6-04C6-A1DF-EF98-BE4B1B7C52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82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0613D0-1E0E-702F-477E-E261662B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73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3CCE998-C69F-B067-E942-40E28616F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32CC6-04C6-A1DF-EF98-BE4B1B7C52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10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EE9E1-21B6-0478-5B36-CDCA90B7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797AFE-A6AB-52DD-3661-3235710595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00" y="1772266"/>
            <a:ext cx="73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00" y="2134800"/>
            <a:ext cx="7308000" cy="396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83AD14C-A566-E683-2E76-7DCA5D94F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B04B-F07D-B536-A5CE-3204B355DC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7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Graph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EE9E1-21B6-0478-5B36-CDCA90B7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797AFE-A6AB-52DD-3661-3235710595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73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000" y="1772266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2000" y="2134800"/>
            <a:ext cx="3600000" cy="396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83AD14C-A566-E683-2E76-7DCA5D94F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B04B-F07D-B536-A5CE-3204B355DC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305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38768-6AF6-EBB4-F7C2-E2BFBD10F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151859" y="203200"/>
            <a:ext cx="6836942" cy="64516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CB9F91B-EC72-61EF-D204-114A2BB6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396000"/>
            <a:ext cx="4428000" cy="1006935"/>
          </a:xfrm>
        </p:spPr>
        <p:txBody>
          <a:bodyPr/>
          <a:lstStyle>
            <a:lvl1pPr>
              <a:defRPr>
                <a:solidFill>
                  <a:srgbClr val="E7FF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558800"/>
            <a:ext cx="4428000" cy="45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0764519F-DA11-6ED2-18B2-4488C7DC4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81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3E853C-BC12-3739-D063-CE3A4DD3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2000"/>
            <a:ext cx="5616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ADEE50-7ADE-DBBE-EB92-25137BE11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556960"/>
            <a:ext cx="5616000" cy="45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3369A8A-E772-1164-87D4-C6CE42634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5616000" cy="6858000"/>
          </a:xfrm>
          <a:custGeom>
            <a:avLst/>
            <a:gdLst>
              <a:gd name="connsiteX0" fmla="*/ 0 w 5706327"/>
              <a:gd name="connsiteY0" fmla="*/ 0 h 6858000"/>
              <a:gd name="connsiteX1" fmla="*/ 3765893 w 5706327"/>
              <a:gd name="connsiteY1" fmla="*/ 0 h 6858000"/>
              <a:gd name="connsiteX2" fmla="*/ 5706327 w 5706327"/>
              <a:gd name="connsiteY2" fmla="*/ 3429000 h 6858000"/>
              <a:gd name="connsiteX3" fmla="*/ 3765893 w 5706327"/>
              <a:gd name="connsiteY3" fmla="*/ 6858000 h 6858000"/>
              <a:gd name="connsiteX4" fmla="*/ 0 w 5706327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06327" h="6858000">
                <a:moveTo>
                  <a:pt x="0" y="0"/>
                </a:moveTo>
                <a:lnTo>
                  <a:pt x="3765893" y="0"/>
                </a:lnTo>
                <a:lnTo>
                  <a:pt x="5706327" y="3429000"/>
                </a:lnTo>
                <a:lnTo>
                  <a:pt x="376589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81805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7C1299-C171-52C4-8E9D-1C37F5B46EA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59FBDDB-3580-7C9D-E10B-31C606EDC20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8"/>
            <a:ext cx="5627995" cy="6857995"/>
          </a:xfrm>
          <a:custGeom>
            <a:avLst/>
            <a:gdLst>
              <a:gd name="connsiteX0" fmla="*/ 434228 w 5627995"/>
              <a:gd name="connsiteY0" fmla="*/ 6556136 h 6857995"/>
              <a:gd name="connsiteX1" fmla="*/ 452299 w 5627995"/>
              <a:gd name="connsiteY1" fmla="*/ 6556136 h 6857995"/>
              <a:gd name="connsiteX2" fmla="*/ 452299 w 5627995"/>
              <a:gd name="connsiteY2" fmla="*/ 6628733 h 6857995"/>
              <a:gd name="connsiteX3" fmla="*/ 434228 w 5627995"/>
              <a:gd name="connsiteY3" fmla="*/ 6628733 h 6857995"/>
              <a:gd name="connsiteX4" fmla="*/ 316294 w 5627995"/>
              <a:gd name="connsiteY4" fmla="*/ 6519990 h 6857995"/>
              <a:gd name="connsiteX5" fmla="*/ 343556 w 5627995"/>
              <a:gd name="connsiteY5" fmla="*/ 6519990 h 6857995"/>
              <a:gd name="connsiteX6" fmla="*/ 343556 w 5627995"/>
              <a:gd name="connsiteY6" fmla="*/ 6628733 h 6857995"/>
              <a:gd name="connsiteX7" fmla="*/ 316294 w 5627995"/>
              <a:gd name="connsiteY7" fmla="*/ 6628733 h 6857995"/>
              <a:gd name="connsiteX8" fmla="*/ 910552 w 5627995"/>
              <a:gd name="connsiteY8" fmla="*/ 6516926 h 6857995"/>
              <a:gd name="connsiteX9" fmla="*/ 942716 w 5627995"/>
              <a:gd name="connsiteY9" fmla="*/ 6563793 h 6857995"/>
              <a:gd name="connsiteX10" fmla="*/ 910552 w 5627995"/>
              <a:gd name="connsiteY10" fmla="*/ 6607596 h 6857995"/>
              <a:gd name="connsiteX11" fmla="*/ 877164 w 5627995"/>
              <a:gd name="connsiteY11" fmla="*/ 6561649 h 6857995"/>
              <a:gd name="connsiteX12" fmla="*/ 910552 w 5627995"/>
              <a:gd name="connsiteY12" fmla="*/ 6516926 h 6857995"/>
              <a:gd name="connsiteX13" fmla="*/ 637929 w 5627995"/>
              <a:gd name="connsiteY13" fmla="*/ 6516621 h 6857995"/>
              <a:gd name="connsiteX14" fmla="*/ 670092 w 5627995"/>
              <a:gd name="connsiteY14" fmla="*/ 6564406 h 6857995"/>
              <a:gd name="connsiteX15" fmla="*/ 637010 w 5627995"/>
              <a:gd name="connsiteY15" fmla="*/ 6610354 h 6857995"/>
              <a:gd name="connsiteX16" fmla="*/ 604540 w 5627995"/>
              <a:gd name="connsiteY16" fmla="*/ 6561649 h 6857995"/>
              <a:gd name="connsiteX17" fmla="*/ 637929 w 5627995"/>
              <a:gd name="connsiteY17" fmla="*/ 6516621 h 6857995"/>
              <a:gd name="connsiteX18" fmla="*/ 774853 w 5627995"/>
              <a:gd name="connsiteY18" fmla="*/ 6516008 h 6857995"/>
              <a:gd name="connsiteX19" fmla="*/ 806097 w 5627995"/>
              <a:gd name="connsiteY19" fmla="*/ 6548477 h 6857995"/>
              <a:gd name="connsiteX20" fmla="*/ 742076 w 5627995"/>
              <a:gd name="connsiteY20" fmla="*/ 6548477 h 6857995"/>
              <a:gd name="connsiteX21" fmla="*/ 774853 w 5627995"/>
              <a:gd name="connsiteY21" fmla="*/ 6516008 h 6857995"/>
              <a:gd name="connsiteX22" fmla="*/ 1048090 w 5627995"/>
              <a:gd name="connsiteY22" fmla="*/ 6516007 h 6857995"/>
              <a:gd name="connsiteX23" fmla="*/ 1081478 w 5627995"/>
              <a:gd name="connsiteY23" fmla="*/ 6563793 h 6857995"/>
              <a:gd name="connsiteX24" fmla="*/ 1048396 w 5627995"/>
              <a:gd name="connsiteY24" fmla="*/ 6610659 h 6857995"/>
              <a:gd name="connsiteX25" fmla="*/ 1014394 w 5627995"/>
              <a:gd name="connsiteY25" fmla="*/ 6563793 h 6857995"/>
              <a:gd name="connsiteX26" fmla="*/ 1048090 w 5627995"/>
              <a:gd name="connsiteY26" fmla="*/ 6516007 h 6857995"/>
              <a:gd name="connsiteX27" fmla="*/ 398082 w 5627995"/>
              <a:gd name="connsiteY27" fmla="*/ 6501918 h 6857995"/>
              <a:gd name="connsiteX28" fmla="*/ 425343 w 5627995"/>
              <a:gd name="connsiteY28" fmla="*/ 6501918 h 6857995"/>
              <a:gd name="connsiteX29" fmla="*/ 425343 w 5627995"/>
              <a:gd name="connsiteY29" fmla="*/ 6610660 h 6857995"/>
              <a:gd name="connsiteX30" fmla="*/ 398082 w 5627995"/>
              <a:gd name="connsiteY30" fmla="*/ 6610660 h 6857995"/>
              <a:gd name="connsiteX31" fmla="*/ 289031 w 5627995"/>
              <a:gd name="connsiteY31" fmla="*/ 6501611 h 6857995"/>
              <a:gd name="connsiteX32" fmla="*/ 307105 w 5627995"/>
              <a:gd name="connsiteY32" fmla="*/ 6501611 h 6857995"/>
              <a:gd name="connsiteX33" fmla="*/ 307105 w 5627995"/>
              <a:gd name="connsiteY33" fmla="*/ 6574209 h 6857995"/>
              <a:gd name="connsiteX34" fmla="*/ 289031 w 5627995"/>
              <a:gd name="connsiteY34" fmla="*/ 6574209 h 6857995"/>
              <a:gd name="connsiteX35" fmla="*/ 902588 w 5627995"/>
              <a:gd name="connsiteY35" fmla="*/ 6495484 h 6857995"/>
              <a:gd name="connsiteX36" fmla="*/ 845919 w 5627995"/>
              <a:gd name="connsiteY36" fmla="*/ 6562874 h 6857995"/>
              <a:gd name="connsiteX37" fmla="*/ 903813 w 5627995"/>
              <a:gd name="connsiteY37" fmla="*/ 6628732 h 6857995"/>
              <a:gd name="connsiteX38" fmla="*/ 943328 w 5627995"/>
              <a:gd name="connsiteY38" fmla="*/ 6607903 h 6857995"/>
              <a:gd name="connsiteX39" fmla="*/ 943328 w 5627995"/>
              <a:gd name="connsiteY39" fmla="*/ 6622912 h 6857995"/>
              <a:gd name="connsiteX40" fmla="*/ 911165 w 5627995"/>
              <a:gd name="connsiteY40" fmla="*/ 6658445 h 6857995"/>
              <a:gd name="connsiteX41" fmla="*/ 881758 w 5627995"/>
              <a:gd name="connsiteY41" fmla="*/ 6640985 h 6857995"/>
              <a:gd name="connsiteX42" fmla="*/ 879308 w 5627995"/>
              <a:gd name="connsiteY42" fmla="*/ 6638841 h 6857995"/>
              <a:gd name="connsiteX43" fmla="*/ 852658 w 5627995"/>
              <a:gd name="connsiteY43" fmla="*/ 6638841 h 6857995"/>
              <a:gd name="connsiteX44" fmla="*/ 850514 w 5627995"/>
              <a:gd name="connsiteY44" fmla="*/ 6640985 h 6857995"/>
              <a:gd name="connsiteX45" fmla="*/ 909940 w 5627995"/>
              <a:gd name="connsiteY45" fmla="*/ 6679887 h 6857995"/>
              <a:gd name="connsiteX46" fmla="*/ 971510 w 5627995"/>
              <a:gd name="connsiteY46" fmla="*/ 6623218 h 6857995"/>
              <a:gd name="connsiteX47" fmla="*/ 971203 w 5627995"/>
              <a:gd name="connsiteY47" fmla="*/ 6558585 h 6857995"/>
              <a:gd name="connsiteX48" fmla="*/ 972735 w 5627995"/>
              <a:gd name="connsiteY48" fmla="*/ 6499772 h 6857995"/>
              <a:gd name="connsiteX49" fmla="*/ 970591 w 5627995"/>
              <a:gd name="connsiteY49" fmla="*/ 6497628 h 6857995"/>
              <a:gd name="connsiteX50" fmla="*/ 943635 w 5627995"/>
              <a:gd name="connsiteY50" fmla="*/ 6497628 h 6857995"/>
              <a:gd name="connsiteX51" fmla="*/ 941491 w 5627995"/>
              <a:gd name="connsiteY51" fmla="*/ 6499772 h 6857995"/>
              <a:gd name="connsiteX52" fmla="*/ 942103 w 5627995"/>
              <a:gd name="connsiteY52" fmla="*/ 6514476 h 6857995"/>
              <a:gd name="connsiteX53" fmla="*/ 902588 w 5627995"/>
              <a:gd name="connsiteY53" fmla="*/ 6495484 h 6857995"/>
              <a:gd name="connsiteX54" fmla="*/ 629352 w 5627995"/>
              <a:gd name="connsiteY54" fmla="*/ 6494872 h 6857995"/>
              <a:gd name="connsiteX55" fmla="*/ 572989 w 5627995"/>
              <a:gd name="connsiteY55" fmla="*/ 6563793 h 6857995"/>
              <a:gd name="connsiteX56" fmla="*/ 628739 w 5627995"/>
              <a:gd name="connsiteY56" fmla="*/ 6631796 h 6857995"/>
              <a:gd name="connsiteX57" fmla="*/ 669173 w 5627995"/>
              <a:gd name="connsiteY57" fmla="*/ 6610966 h 6857995"/>
              <a:gd name="connsiteX58" fmla="*/ 668560 w 5627995"/>
              <a:gd name="connsiteY58" fmla="*/ 6627201 h 6857995"/>
              <a:gd name="connsiteX59" fmla="*/ 670705 w 5627995"/>
              <a:gd name="connsiteY59" fmla="*/ 6629345 h 6857995"/>
              <a:gd name="connsiteX60" fmla="*/ 697967 w 5627995"/>
              <a:gd name="connsiteY60" fmla="*/ 6629345 h 6857995"/>
              <a:gd name="connsiteX61" fmla="*/ 700111 w 5627995"/>
              <a:gd name="connsiteY61" fmla="*/ 6627201 h 6857995"/>
              <a:gd name="connsiteX62" fmla="*/ 699499 w 5627995"/>
              <a:gd name="connsiteY62" fmla="*/ 6562875 h 6857995"/>
              <a:gd name="connsiteX63" fmla="*/ 700111 w 5627995"/>
              <a:gd name="connsiteY63" fmla="*/ 6499467 h 6857995"/>
              <a:gd name="connsiteX64" fmla="*/ 697967 w 5627995"/>
              <a:gd name="connsiteY64" fmla="*/ 6497323 h 6857995"/>
              <a:gd name="connsiteX65" fmla="*/ 670705 w 5627995"/>
              <a:gd name="connsiteY65" fmla="*/ 6497323 h 6857995"/>
              <a:gd name="connsiteX66" fmla="*/ 668560 w 5627995"/>
              <a:gd name="connsiteY66" fmla="*/ 6499467 h 6857995"/>
              <a:gd name="connsiteX67" fmla="*/ 669173 w 5627995"/>
              <a:gd name="connsiteY67" fmla="*/ 6514170 h 6857995"/>
              <a:gd name="connsiteX68" fmla="*/ 629352 w 5627995"/>
              <a:gd name="connsiteY68" fmla="*/ 6494872 h 6857995"/>
              <a:gd name="connsiteX69" fmla="*/ 1048396 w 5627995"/>
              <a:gd name="connsiteY69" fmla="*/ 6494565 h 6857995"/>
              <a:gd name="connsiteX70" fmla="*/ 983150 w 5627995"/>
              <a:gd name="connsiteY70" fmla="*/ 6564099 h 6857995"/>
              <a:gd name="connsiteX71" fmla="*/ 1048396 w 5627995"/>
              <a:gd name="connsiteY71" fmla="*/ 6632714 h 6857995"/>
              <a:gd name="connsiteX72" fmla="*/ 1113029 w 5627995"/>
              <a:gd name="connsiteY72" fmla="*/ 6563180 h 6857995"/>
              <a:gd name="connsiteX73" fmla="*/ 1048396 w 5627995"/>
              <a:gd name="connsiteY73" fmla="*/ 6494565 h 6857995"/>
              <a:gd name="connsiteX74" fmla="*/ 774240 w 5627995"/>
              <a:gd name="connsiteY74" fmla="*/ 6494259 h 6857995"/>
              <a:gd name="connsiteX75" fmla="*/ 709913 w 5627995"/>
              <a:gd name="connsiteY75" fmla="*/ 6563793 h 6857995"/>
              <a:gd name="connsiteX76" fmla="*/ 775159 w 5627995"/>
              <a:gd name="connsiteY76" fmla="*/ 6632408 h 6857995"/>
              <a:gd name="connsiteX77" fmla="*/ 835197 w 5627995"/>
              <a:gd name="connsiteY77" fmla="*/ 6589524 h 6857995"/>
              <a:gd name="connsiteX78" fmla="*/ 833359 w 5627995"/>
              <a:gd name="connsiteY78" fmla="*/ 6587380 h 6857995"/>
              <a:gd name="connsiteX79" fmla="*/ 807629 w 5627995"/>
              <a:gd name="connsiteY79" fmla="*/ 6587380 h 6857995"/>
              <a:gd name="connsiteX80" fmla="*/ 805178 w 5627995"/>
              <a:gd name="connsiteY80" fmla="*/ 6589524 h 6857995"/>
              <a:gd name="connsiteX81" fmla="*/ 775772 w 5627995"/>
              <a:gd name="connsiteY81" fmla="*/ 6610660 h 6857995"/>
              <a:gd name="connsiteX82" fmla="*/ 740851 w 5627995"/>
              <a:gd name="connsiteY82" fmla="*/ 6569307 h 6857995"/>
              <a:gd name="connsiteX83" fmla="*/ 837035 w 5627995"/>
              <a:gd name="connsiteY83" fmla="*/ 6569307 h 6857995"/>
              <a:gd name="connsiteX84" fmla="*/ 839180 w 5627995"/>
              <a:gd name="connsiteY84" fmla="*/ 6567163 h 6857995"/>
              <a:gd name="connsiteX85" fmla="*/ 774240 w 5627995"/>
              <a:gd name="connsiteY85" fmla="*/ 6494259 h 6857995"/>
              <a:gd name="connsiteX86" fmla="*/ 1197879 w 5627995"/>
              <a:gd name="connsiteY86" fmla="*/ 6493953 h 6857995"/>
              <a:gd name="connsiteX87" fmla="*/ 1154688 w 5627995"/>
              <a:gd name="connsiteY87" fmla="*/ 6516314 h 6857995"/>
              <a:gd name="connsiteX88" fmla="*/ 1155301 w 5627995"/>
              <a:gd name="connsiteY88" fmla="*/ 6499160 h 6857995"/>
              <a:gd name="connsiteX89" fmla="*/ 1153156 w 5627995"/>
              <a:gd name="connsiteY89" fmla="*/ 6497016 h 6857995"/>
              <a:gd name="connsiteX90" fmla="*/ 1127426 w 5627995"/>
              <a:gd name="connsiteY90" fmla="*/ 6497016 h 6857995"/>
              <a:gd name="connsiteX91" fmla="*/ 1125281 w 5627995"/>
              <a:gd name="connsiteY91" fmla="*/ 6499160 h 6857995"/>
              <a:gd name="connsiteX92" fmla="*/ 1125588 w 5627995"/>
              <a:gd name="connsiteY92" fmla="*/ 6567163 h 6857995"/>
              <a:gd name="connsiteX93" fmla="*/ 1124975 w 5627995"/>
              <a:gd name="connsiteY93" fmla="*/ 6627201 h 6857995"/>
              <a:gd name="connsiteX94" fmla="*/ 1127119 w 5627995"/>
              <a:gd name="connsiteY94" fmla="*/ 6629345 h 6857995"/>
              <a:gd name="connsiteX95" fmla="*/ 1154382 w 5627995"/>
              <a:gd name="connsiteY95" fmla="*/ 6629039 h 6857995"/>
              <a:gd name="connsiteX96" fmla="*/ 1156526 w 5627995"/>
              <a:gd name="connsiteY96" fmla="*/ 6626895 h 6857995"/>
              <a:gd name="connsiteX97" fmla="*/ 1155913 w 5627995"/>
              <a:gd name="connsiteY97" fmla="*/ 6572983 h 6857995"/>
              <a:gd name="connsiteX98" fmla="*/ 1155913 w 5627995"/>
              <a:gd name="connsiteY98" fmla="*/ 6558586 h 6857995"/>
              <a:gd name="connsiteX99" fmla="*/ 1188383 w 5627995"/>
              <a:gd name="connsiteY99" fmla="*/ 6518152 h 6857995"/>
              <a:gd name="connsiteX100" fmla="*/ 1212582 w 5627995"/>
              <a:gd name="connsiteY100" fmla="*/ 6546640 h 6857995"/>
              <a:gd name="connsiteX101" fmla="*/ 1212582 w 5627995"/>
              <a:gd name="connsiteY101" fmla="*/ 6572983 h 6857995"/>
              <a:gd name="connsiteX102" fmla="*/ 1211970 w 5627995"/>
              <a:gd name="connsiteY102" fmla="*/ 6626895 h 6857995"/>
              <a:gd name="connsiteX103" fmla="*/ 1214114 w 5627995"/>
              <a:gd name="connsiteY103" fmla="*/ 6629039 h 6857995"/>
              <a:gd name="connsiteX104" fmla="*/ 1241376 w 5627995"/>
              <a:gd name="connsiteY104" fmla="*/ 6629039 h 6857995"/>
              <a:gd name="connsiteX105" fmla="*/ 1243520 w 5627995"/>
              <a:gd name="connsiteY105" fmla="*/ 6626895 h 6857995"/>
              <a:gd name="connsiteX106" fmla="*/ 1242908 w 5627995"/>
              <a:gd name="connsiteY106" fmla="*/ 6572983 h 6857995"/>
              <a:gd name="connsiteX107" fmla="*/ 1242908 w 5627995"/>
              <a:gd name="connsiteY107" fmla="*/ 6545721 h 6857995"/>
              <a:gd name="connsiteX108" fmla="*/ 1197879 w 5627995"/>
              <a:gd name="connsiteY108" fmla="*/ 6493953 h 6857995"/>
              <a:gd name="connsiteX109" fmla="*/ 352746 w 5627995"/>
              <a:gd name="connsiteY109" fmla="*/ 6478944 h 6857995"/>
              <a:gd name="connsiteX110" fmla="*/ 389199 w 5627995"/>
              <a:gd name="connsiteY110" fmla="*/ 6478944 h 6857995"/>
              <a:gd name="connsiteX111" fmla="*/ 389199 w 5627995"/>
              <a:gd name="connsiteY111" fmla="*/ 6651401 h 6857995"/>
              <a:gd name="connsiteX112" fmla="*/ 352746 w 5627995"/>
              <a:gd name="connsiteY112" fmla="*/ 6651401 h 6857995"/>
              <a:gd name="connsiteX113" fmla="*/ 434228 w 5627995"/>
              <a:gd name="connsiteY113" fmla="*/ 6429014 h 6857995"/>
              <a:gd name="connsiteX114" fmla="*/ 234814 w 5627995"/>
              <a:gd name="connsiteY114" fmla="*/ 6501611 h 6857995"/>
              <a:gd name="connsiteX115" fmla="*/ 307411 w 5627995"/>
              <a:gd name="connsiteY115" fmla="*/ 6701024 h 6857995"/>
              <a:gd name="connsiteX116" fmla="*/ 506825 w 5627995"/>
              <a:gd name="connsiteY116" fmla="*/ 6628427 h 6857995"/>
              <a:gd name="connsiteX117" fmla="*/ 0 w 5627995"/>
              <a:gd name="connsiteY117" fmla="*/ 0 h 6857995"/>
              <a:gd name="connsiteX118" fmla="*/ 3714196 w 5627995"/>
              <a:gd name="connsiteY118" fmla="*/ 0 h 6857995"/>
              <a:gd name="connsiteX119" fmla="*/ 5627995 w 5627995"/>
              <a:gd name="connsiteY119" fmla="*/ 3428995 h 6857995"/>
              <a:gd name="connsiteX120" fmla="*/ 3714196 w 5627995"/>
              <a:gd name="connsiteY120" fmla="*/ 6857995 h 6857995"/>
              <a:gd name="connsiteX121" fmla="*/ 0 w 5627995"/>
              <a:gd name="connsiteY121" fmla="*/ 6857995 h 68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5627995" h="6857995">
                <a:moveTo>
                  <a:pt x="434228" y="6556136"/>
                </a:moveTo>
                <a:lnTo>
                  <a:pt x="452299" y="6556136"/>
                </a:lnTo>
                <a:lnTo>
                  <a:pt x="452299" y="6628733"/>
                </a:lnTo>
                <a:lnTo>
                  <a:pt x="434228" y="6628733"/>
                </a:lnTo>
                <a:close/>
                <a:moveTo>
                  <a:pt x="316294" y="6519990"/>
                </a:moveTo>
                <a:lnTo>
                  <a:pt x="343556" y="6519990"/>
                </a:lnTo>
                <a:lnTo>
                  <a:pt x="343556" y="6628733"/>
                </a:lnTo>
                <a:lnTo>
                  <a:pt x="316294" y="6628733"/>
                </a:lnTo>
                <a:close/>
                <a:moveTo>
                  <a:pt x="910552" y="6516926"/>
                </a:moveTo>
                <a:cubicBezTo>
                  <a:pt x="931688" y="6517233"/>
                  <a:pt x="943022" y="6533774"/>
                  <a:pt x="942716" y="6563793"/>
                </a:cubicBezTo>
                <a:cubicBezTo>
                  <a:pt x="942716" y="6593199"/>
                  <a:pt x="930769" y="6607596"/>
                  <a:pt x="910552" y="6607596"/>
                </a:cubicBezTo>
                <a:cubicBezTo>
                  <a:pt x="888804" y="6607903"/>
                  <a:pt x="877164" y="6591668"/>
                  <a:pt x="877164" y="6561649"/>
                </a:cubicBezTo>
                <a:cubicBezTo>
                  <a:pt x="877164" y="6533467"/>
                  <a:pt x="888497" y="6516620"/>
                  <a:pt x="910552" y="6516926"/>
                </a:cubicBezTo>
                <a:close/>
                <a:moveTo>
                  <a:pt x="637929" y="6516621"/>
                </a:moveTo>
                <a:cubicBezTo>
                  <a:pt x="658452" y="6516927"/>
                  <a:pt x="670398" y="6533774"/>
                  <a:pt x="670092" y="6564406"/>
                </a:cubicBezTo>
                <a:cubicBezTo>
                  <a:pt x="669786" y="6595038"/>
                  <a:pt x="657839" y="6610354"/>
                  <a:pt x="637010" y="6610354"/>
                </a:cubicBezTo>
                <a:cubicBezTo>
                  <a:pt x="615567" y="6610354"/>
                  <a:pt x="604234" y="6592587"/>
                  <a:pt x="604540" y="6561649"/>
                </a:cubicBezTo>
                <a:cubicBezTo>
                  <a:pt x="604540" y="6533468"/>
                  <a:pt x="615261" y="6516314"/>
                  <a:pt x="637929" y="6516621"/>
                </a:cubicBezTo>
                <a:close/>
                <a:moveTo>
                  <a:pt x="774853" y="6516008"/>
                </a:moveTo>
                <a:cubicBezTo>
                  <a:pt x="795070" y="6516008"/>
                  <a:pt x="804872" y="6531323"/>
                  <a:pt x="806097" y="6548477"/>
                </a:cubicBezTo>
                <a:lnTo>
                  <a:pt x="742076" y="6548477"/>
                </a:lnTo>
                <a:cubicBezTo>
                  <a:pt x="745446" y="6527341"/>
                  <a:pt x="756473" y="6516008"/>
                  <a:pt x="774853" y="6516008"/>
                </a:cubicBezTo>
                <a:close/>
                <a:moveTo>
                  <a:pt x="1048090" y="6516007"/>
                </a:moveTo>
                <a:cubicBezTo>
                  <a:pt x="1070451" y="6516007"/>
                  <a:pt x="1081478" y="6532242"/>
                  <a:pt x="1081478" y="6563793"/>
                </a:cubicBezTo>
                <a:cubicBezTo>
                  <a:pt x="1081478" y="6595344"/>
                  <a:pt x="1070757" y="6610659"/>
                  <a:pt x="1048396" y="6610659"/>
                </a:cubicBezTo>
                <a:cubicBezTo>
                  <a:pt x="1025728" y="6610659"/>
                  <a:pt x="1014701" y="6595344"/>
                  <a:pt x="1014394" y="6563793"/>
                </a:cubicBezTo>
                <a:cubicBezTo>
                  <a:pt x="1014394" y="6532548"/>
                  <a:pt x="1025422" y="6516314"/>
                  <a:pt x="1048090" y="6516007"/>
                </a:cubicBezTo>
                <a:close/>
                <a:moveTo>
                  <a:pt x="398082" y="6501918"/>
                </a:moveTo>
                <a:lnTo>
                  <a:pt x="425343" y="6501918"/>
                </a:lnTo>
                <a:lnTo>
                  <a:pt x="425343" y="6610660"/>
                </a:lnTo>
                <a:lnTo>
                  <a:pt x="398082" y="6610660"/>
                </a:lnTo>
                <a:close/>
                <a:moveTo>
                  <a:pt x="289031" y="6501611"/>
                </a:moveTo>
                <a:lnTo>
                  <a:pt x="307105" y="6501611"/>
                </a:lnTo>
                <a:lnTo>
                  <a:pt x="307105" y="6574209"/>
                </a:lnTo>
                <a:lnTo>
                  <a:pt x="289031" y="6574209"/>
                </a:lnTo>
                <a:close/>
                <a:moveTo>
                  <a:pt x="902588" y="6495484"/>
                </a:moveTo>
                <a:cubicBezTo>
                  <a:pt x="867055" y="6495484"/>
                  <a:pt x="845919" y="6525809"/>
                  <a:pt x="845919" y="6562874"/>
                </a:cubicBezTo>
                <a:cubicBezTo>
                  <a:pt x="845919" y="6599938"/>
                  <a:pt x="865523" y="6628732"/>
                  <a:pt x="903813" y="6628732"/>
                </a:cubicBezTo>
                <a:cubicBezTo>
                  <a:pt x="921273" y="6628732"/>
                  <a:pt x="934445" y="6621074"/>
                  <a:pt x="943328" y="6607903"/>
                </a:cubicBezTo>
                <a:lnTo>
                  <a:pt x="943328" y="6622912"/>
                </a:lnTo>
                <a:cubicBezTo>
                  <a:pt x="943328" y="6647724"/>
                  <a:pt x="930157" y="6658445"/>
                  <a:pt x="911165" y="6658445"/>
                </a:cubicBezTo>
                <a:cubicBezTo>
                  <a:pt x="895543" y="6658445"/>
                  <a:pt x="884822" y="6652625"/>
                  <a:pt x="881758" y="6640985"/>
                </a:cubicBezTo>
                <a:cubicBezTo>
                  <a:pt x="881452" y="6639760"/>
                  <a:pt x="880533" y="6638841"/>
                  <a:pt x="879308" y="6638841"/>
                </a:cubicBezTo>
                <a:lnTo>
                  <a:pt x="852658" y="6638841"/>
                </a:lnTo>
                <a:cubicBezTo>
                  <a:pt x="851739" y="6638841"/>
                  <a:pt x="850514" y="6639760"/>
                  <a:pt x="850514" y="6640985"/>
                </a:cubicBezTo>
                <a:cubicBezTo>
                  <a:pt x="854190" y="6667634"/>
                  <a:pt x="878389" y="6680500"/>
                  <a:pt x="909940" y="6679887"/>
                </a:cubicBezTo>
                <a:cubicBezTo>
                  <a:pt x="950374" y="6679887"/>
                  <a:pt x="971816" y="6658751"/>
                  <a:pt x="971510" y="6623218"/>
                </a:cubicBezTo>
                <a:lnTo>
                  <a:pt x="971203" y="6558585"/>
                </a:lnTo>
                <a:lnTo>
                  <a:pt x="972735" y="6499772"/>
                </a:lnTo>
                <a:cubicBezTo>
                  <a:pt x="972735" y="6498853"/>
                  <a:pt x="971816" y="6497628"/>
                  <a:pt x="970591" y="6497628"/>
                </a:cubicBezTo>
                <a:lnTo>
                  <a:pt x="943635" y="6497628"/>
                </a:lnTo>
                <a:cubicBezTo>
                  <a:pt x="942716" y="6497628"/>
                  <a:pt x="941491" y="6498547"/>
                  <a:pt x="941491" y="6499772"/>
                </a:cubicBezTo>
                <a:lnTo>
                  <a:pt x="942103" y="6514476"/>
                </a:lnTo>
                <a:cubicBezTo>
                  <a:pt x="933526" y="6502223"/>
                  <a:pt x="920048" y="6495484"/>
                  <a:pt x="902588" y="6495484"/>
                </a:cubicBezTo>
                <a:close/>
                <a:moveTo>
                  <a:pt x="629352" y="6494872"/>
                </a:moveTo>
                <a:cubicBezTo>
                  <a:pt x="594125" y="6494872"/>
                  <a:pt x="572989" y="6525504"/>
                  <a:pt x="572989" y="6563793"/>
                </a:cubicBezTo>
                <a:cubicBezTo>
                  <a:pt x="572989" y="6602083"/>
                  <a:pt x="592287" y="6631796"/>
                  <a:pt x="628739" y="6631796"/>
                </a:cubicBezTo>
                <a:cubicBezTo>
                  <a:pt x="646506" y="6631796"/>
                  <a:pt x="660290" y="6624138"/>
                  <a:pt x="669173" y="6610966"/>
                </a:cubicBezTo>
                <a:lnTo>
                  <a:pt x="668560" y="6627201"/>
                </a:lnTo>
                <a:cubicBezTo>
                  <a:pt x="668560" y="6628426"/>
                  <a:pt x="669786" y="6629345"/>
                  <a:pt x="670705" y="6629345"/>
                </a:cubicBezTo>
                <a:lnTo>
                  <a:pt x="697967" y="6629345"/>
                </a:lnTo>
                <a:cubicBezTo>
                  <a:pt x="699192" y="6629345"/>
                  <a:pt x="700111" y="6628120"/>
                  <a:pt x="700111" y="6627201"/>
                </a:cubicBezTo>
                <a:lnTo>
                  <a:pt x="699499" y="6562875"/>
                </a:lnTo>
                <a:lnTo>
                  <a:pt x="700111" y="6499467"/>
                </a:lnTo>
                <a:cubicBezTo>
                  <a:pt x="700111" y="6498241"/>
                  <a:pt x="698886" y="6497323"/>
                  <a:pt x="697967" y="6497323"/>
                </a:cubicBezTo>
                <a:lnTo>
                  <a:pt x="670705" y="6497323"/>
                </a:lnTo>
                <a:cubicBezTo>
                  <a:pt x="669479" y="6497323"/>
                  <a:pt x="668560" y="6498548"/>
                  <a:pt x="668560" y="6499467"/>
                </a:cubicBezTo>
                <a:lnTo>
                  <a:pt x="669173" y="6514170"/>
                </a:lnTo>
                <a:cubicBezTo>
                  <a:pt x="660290" y="6501611"/>
                  <a:pt x="646812" y="6494872"/>
                  <a:pt x="629352" y="6494872"/>
                </a:cubicBezTo>
                <a:close/>
                <a:moveTo>
                  <a:pt x="1048396" y="6494565"/>
                </a:moveTo>
                <a:cubicBezTo>
                  <a:pt x="1006736" y="6494565"/>
                  <a:pt x="983150" y="6522440"/>
                  <a:pt x="983150" y="6564099"/>
                </a:cubicBezTo>
                <a:cubicBezTo>
                  <a:pt x="983150" y="6605758"/>
                  <a:pt x="1006736" y="6632714"/>
                  <a:pt x="1048396" y="6632714"/>
                </a:cubicBezTo>
                <a:cubicBezTo>
                  <a:pt x="1089749" y="6632714"/>
                  <a:pt x="1113029" y="6604839"/>
                  <a:pt x="1113029" y="6563180"/>
                </a:cubicBezTo>
                <a:cubicBezTo>
                  <a:pt x="1113029" y="6521521"/>
                  <a:pt x="1090055" y="6494565"/>
                  <a:pt x="1048396" y="6494565"/>
                </a:cubicBezTo>
                <a:close/>
                <a:moveTo>
                  <a:pt x="774240" y="6494259"/>
                </a:moveTo>
                <a:cubicBezTo>
                  <a:pt x="734112" y="6494259"/>
                  <a:pt x="709913" y="6523665"/>
                  <a:pt x="709913" y="6563793"/>
                </a:cubicBezTo>
                <a:cubicBezTo>
                  <a:pt x="709913" y="6603921"/>
                  <a:pt x="732581" y="6632408"/>
                  <a:pt x="775159" y="6632408"/>
                </a:cubicBezTo>
                <a:cubicBezTo>
                  <a:pt x="808854" y="6632408"/>
                  <a:pt x="830296" y="6613417"/>
                  <a:pt x="835197" y="6589524"/>
                </a:cubicBezTo>
                <a:cubicBezTo>
                  <a:pt x="835504" y="6588299"/>
                  <a:pt x="834278" y="6587380"/>
                  <a:pt x="833359" y="6587380"/>
                </a:cubicBezTo>
                <a:lnTo>
                  <a:pt x="807629" y="6587380"/>
                </a:lnTo>
                <a:cubicBezTo>
                  <a:pt x="806710" y="6587380"/>
                  <a:pt x="805485" y="6588299"/>
                  <a:pt x="805178" y="6589524"/>
                </a:cubicBezTo>
                <a:cubicBezTo>
                  <a:pt x="800890" y="6603614"/>
                  <a:pt x="790781" y="6610660"/>
                  <a:pt x="775772" y="6610660"/>
                </a:cubicBezTo>
                <a:cubicBezTo>
                  <a:pt x="753717" y="6610660"/>
                  <a:pt x="742076" y="6597488"/>
                  <a:pt x="740851" y="6569307"/>
                </a:cubicBezTo>
                <a:lnTo>
                  <a:pt x="837035" y="6569307"/>
                </a:lnTo>
                <a:cubicBezTo>
                  <a:pt x="838261" y="6569307"/>
                  <a:pt x="839180" y="6568082"/>
                  <a:pt x="839180" y="6567163"/>
                </a:cubicBezTo>
                <a:cubicBezTo>
                  <a:pt x="838567" y="6522134"/>
                  <a:pt x="814368" y="6494565"/>
                  <a:pt x="774240" y="6494259"/>
                </a:cubicBezTo>
                <a:close/>
                <a:moveTo>
                  <a:pt x="1197879" y="6493953"/>
                </a:moveTo>
                <a:cubicBezTo>
                  <a:pt x="1178274" y="6493953"/>
                  <a:pt x="1163265" y="6504061"/>
                  <a:pt x="1154688" y="6516314"/>
                </a:cubicBezTo>
                <a:lnTo>
                  <a:pt x="1155301" y="6499160"/>
                </a:lnTo>
                <a:cubicBezTo>
                  <a:pt x="1155301" y="6497935"/>
                  <a:pt x="1154075" y="6497016"/>
                  <a:pt x="1153156" y="6497016"/>
                </a:cubicBezTo>
                <a:lnTo>
                  <a:pt x="1127426" y="6497016"/>
                </a:lnTo>
                <a:cubicBezTo>
                  <a:pt x="1126200" y="6497016"/>
                  <a:pt x="1125281" y="6498241"/>
                  <a:pt x="1125281" y="6499160"/>
                </a:cubicBezTo>
                <a:lnTo>
                  <a:pt x="1125588" y="6567163"/>
                </a:lnTo>
                <a:lnTo>
                  <a:pt x="1124975" y="6627201"/>
                </a:lnTo>
                <a:cubicBezTo>
                  <a:pt x="1124975" y="6628426"/>
                  <a:pt x="1126200" y="6629345"/>
                  <a:pt x="1127119" y="6629345"/>
                </a:cubicBezTo>
                <a:lnTo>
                  <a:pt x="1154382" y="6629039"/>
                </a:lnTo>
                <a:cubicBezTo>
                  <a:pt x="1155607" y="6629039"/>
                  <a:pt x="1156526" y="6627814"/>
                  <a:pt x="1156526" y="6626895"/>
                </a:cubicBezTo>
                <a:lnTo>
                  <a:pt x="1155913" y="6572983"/>
                </a:lnTo>
                <a:lnTo>
                  <a:pt x="1155913" y="6558586"/>
                </a:lnTo>
                <a:cubicBezTo>
                  <a:pt x="1158364" y="6531324"/>
                  <a:pt x="1173067" y="6518152"/>
                  <a:pt x="1188383" y="6518152"/>
                </a:cubicBezTo>
                <a:cubicBezTo>
                  <a:pt x="1202474" y="6518152"/>
                  <a:pt x="1212582" y="6527954"/>
                  <a:pt x="1212582" y="6546640"/>
                </a:cubicBezTo>
                <a:lnTo>
                  <a:pt x="1212582" y="6572983"/>
                </a:lnTo>
                <a:lnTo>
                  <a:pt x="1211970" y="6626895"/>
                </a:lnTo>
                <a:cubicBezTo>
                  <a:pt x="1211970" y="6628120"/>
                  <a:pt x="1213195" y="6629039"/>
                  <a:pt x="1214114" y="6629039"/>
                </a:cubicBezTo>
                <a:lnTo>
                  <a:pt x="1241376" y="6629039"/>
                </a:lnTo>
                <a:cubicBezTo>
                  <a:pt x="1242601" y="6629039"/>
                  <a:pt x="1243520" y="6627814"/>
                  <a:pt x="1243520" y="6626895"/>
                </a:cubicBezTo>
                <a:lnTo>
                  <a:pt x="1242908" y="6572983"/>
                </a:lnTo>
                <a:lnTo>
                  <a:pt x="1242908" y="6545721"/>
                </a:lnTo>
                <a:cubicBezTo>
                  <a:pt x="1242908" y="6512332"/>
                  <a:pt x="1225141" y="6493953"/>
                  <a:pt x="1197879" y="6493953"/>
                </a:cubicBezTo>
                <a:close/>
                <a:moveTo>
                  <a:pt x="352746" y="6478944"/>
                </a:moveTo>
                <a:lnTo>
                  <a:pt x="389199" y="6478944"/>
                </a:lnTo>
                <a:lnTo>
                  <a:pt x="389199" y="6651401"/>
                </a:lnTo>
                <a:lnTo>
                  <a:pt x="352746" y="6651401"/>
                </a:lnTo>
                <a:close/>
                <a:moveTo>
                  <a:pt x="434228" y="6429014"/>
                </a:moveTo>
                <a:lnTo>
                  <a:pt x="234814" y="6501611"/>
                </a:lnTo>
                <a:lnTo>
                  <a:pt x="307411" y="6701024"/>
                </a:lnTo>
                <a:lnTo>
                  <a:pt x="506825" y="6628427"/>
                </a:lnTo>
                <a:close/>
                <a:moveTo>
                  <a:pt x="0" y="0"/>
                </a:moveTo>
                <a:lnTo>
                  <a:pt x="3714196" y="0"/>
                </a:lnTo>
                <a:lnTo>
                  <a:pt x="5627995" y="3428995"/>
                </a:lnTo>
                <a:lnTo>
                  <a:pt x="3714196" y="6857995"/>
                </a:lnTo>
                <a:lnTo>
                  <a:pt x="0" y="68579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201600" tIns="201600" rIns="201600" bIns="201600" rtlCol="0">
            <a:noAutofit/>
          </a:bodyPr>
          <a:lstStyle>
            <a:lvl1pPr>
              <a:defRPr lang="nl-NL"/>
            </a:lvl1pPr>
          </a:lstStyle>
          <a:p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612605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E5A80-90EE-B79D-70D4-51608259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2000"/>
            <a:ext cx="5616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556960"/>
            <a:ext cx="5616000" cy="45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658DAAAC-E4FA-06C2-B474-28EE89F9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5627997" cy="6858000"/>
          </a:xfrm>
          <a:custGeom>
            <a:avLst/>
            <a:gdLst>
              <a:gd name="connsiteX0" fmla="*/ 0 w 5706327"/>
              <a:gd name="connsiteY0" fmla="*/ 0 h 6858000"/>
              <a:gd name="connsiteX1" fmla="*/ 3765893 w 5706327"/>
              <a:gd name="connsiteY1" fmla="*/ 0 h 6858000"/>
              <a:gd name="connsiteX2" fmla="*/ 5706327 w 5706327"/>
              <a:gd name="connsiteY2" fmla="*/ 3429000 h 6858000"/>
              <a:gd name="connsiteX3" fmla="*/ 3765893 w 5706327"/>
              <a:gd name="connsiteY3" fmla="*/ 6858000 h 6858000"/>
              <a:gd name="connsiteX4" fmla="*/ 0 w 5706327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06327" h="6858000">
                <a:moveTo>
                  <a:pt x="0" y="0"/>
                </a:moveTo>
                <a:lnTo>
                  <a:pt x="3765893" y="0"/>
                </a:lnTo>
                <a:lnTo>
                  <a:pt x="5706327" y="3429000"/>
                </a:lnTo>
                <a:lnTo>
                  <a:pt x="376589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0036F-0EFD-9372-6E0A-038761FCF5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3D2A451-F44F-C25D-9C7F-F4BA39721B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" y="8"/>
            <a:ext cx="5627995" cy="6857995"/>
          </a:xfrm>
          <a:custGeom>
            <a:avLst/>
            <a:gdLst>
              <a:gd name="connsiteX0" fmla="*/ 434228 w 5627995"/>
              <a:gd name="connsiteY0" fmla="*/ 6556136 h 6857995"/>
              <a:gd name="connsiteX1" fmla="*/ 452299 w 5627995"/>
              <a:gd name="connsiteY1" fmla="*/ 6556136 h 6857995"/>
              <a:gd name="connsiteX2" fmla="*/ 452299 w 5627995"/>
              <a:gd name="connsiteY2" fmla="*/ 6628733 h 6857995"/>
              <a:gd name="connsiteX3" fmla="*/ 434228 w 5627995"/>
              <a:gd name="connsiteY3" fmla="*/ 6628733 h 6857995"/>
              <a:gd name="connsiteX4" fmla="*/ 316294 w 5627995"/>
              <a:gd name="connsiteY4" fmla="*/ 6519990 h 6857995"/>
              <a:gd name="connsiteX5" fmla="*/ 343556 w 5627995"/>
              <a:gd name="connsiteY5" fmla="*/ 6519990 h 6857995"/>
              <a:gd name="connsiteX6" fmla="*/ 343556 w 5627995"/>
              <a:gd name="connsiteY6" fmla="*/ 6628733 h 6857995"/>
              <a:gd name="connsiteX7" fmla="*/ 316294 w 5627995"/>
              <a:gd name="connsiteY7" fmla="*/ 6628733 h 6857995"/>
              <a:gd name="connsiteX8" fmla="*/ 910552 w 5627995"/>
              <a:gd name="connsiteY8" fmla="*/ 6516926 h 6857995"/>
              <a:gd name="connsiteX9" fmla="*/ 942716 w 5627995"/>
              <a:gd name="connsiteY9" fmla="*/ 6563793 h 6857995"/>
              <a:gd name="connsiteX10" fmla="*/ 910552 w 5627995"/>
              <a:gd name="connsiteY10" fmla="*/ 6607596 h 6857995"/>
              <a:gd name="connsiteX11" fmla="*/ 877164 w 5627995"/>
              <a:gd name="connsiteY11" fmla="*/ 6561649 h 6857995"/>
              <a:gd name="connsiteX12" fmla="*/ 910552 w 5627995"/>
              <a:gd name="connsiteY12" fmla="*/ 6516926 h 6857995"/>
              <a:gd name="connsiteX13" fmla="*/ 637929 w 5627995"/>
              <a:gd name="connsiteY13" fmla="*/ 6516621 h 6857995"/>
              <a:gd name="connsiteX14" fmla="*/ 670092 w 5627995"/>
              <a:gd name="connsiteY14" fmla="*/ 6564406 h 6857995"/>
              <a:gd name="connsiteX15" fmla="*/ 637010 w 5627995"/>
              <a:gd name="connsiteY15" fmla="*/ 6610354 h 6857995"/>
              <a:gd name="connsiteX16" fmla="*/ 604540 w 5627995"/>
              <a:gd name="connsiteY16" fmla="*/ 6561649 h 6857995"/>
              <a:gd name="connsiteX17" fmla="*/ 637929 w 5627995"/>
              <a:gd name="connsiteY17" fmla="*/ 6516621 h 6857995"/>
              <a:gd name="connsiteX18" fmla="*/ 774853 w 5627995"/>
              <a:gd name="connsiteY18" fmla="*/ 6516008 h 6857995"/>
              <a:gd name="connsiteX19" fmla="*/ 806097 w 5627995"/>
              <a:gd name="connsiteY19" fmla="*/ 6548477 h 6857995"/>
              <a:gd name="connsiteX20" fmla="*/ 742076 w 5627995"/>
              <a:gd name="connsiteY20" fmla="*/ 6548477 h 6857995"/>
              <a:gd name="connsiteX21" fmla="*/ 774853 w 5627995"/>
              <a:gd name="connsiteY21" fmla="*/ 6516008 h 6857995"/>
              <a:gd name="connsiteX22" fmla="*/ 1048090 w 5627995"/>
              <a:gd name="connsiteY22" fmla="*/ 6516007 h 6857995"/>
              <a:gd name="connsiteX23" fmla="*/ 1081478 w 5627995"/>
              <a:gd name="connsiteY23" fmla="*/ 6563793 h 6857995"/>
              <a:gd name="connsiteX24" fmla="*/ 1048396 w 5627995"/>
              <a:gd name="connsiteY24" fmla="*/ 6610659 h 6857995"/>
              <a:gd name="connsiteX25" fmla="*/ 1014394 w 5627995"/>
              <a:gd name="connsiteY25" fmla="*/ 6563793 h 6857995"/>
              <a:gd name="connsiteX26" fmla="*/ 1048090 w 5627995"/>
              <a:gd name="connsiteY26" fmla="*/ 6516007 h 6857995"/>
              <a:gd name="connsiteX27" fmla="*/ 398082 w 5627995"/>
              <a:gd name="connsiteY27" fmla="*/ 6501918 h 6857995"/>
              <a:gd name="connsiteX28" fmla="*/ 425343 w 5627995"/>
              <a:gd name="connsiteY28" fmla="*/ 6501918 h 6857995"/>
              <a:gd name="connsiteX29" fmla="*/ 425343 w 5627995"/>
              <a:gd name="connsiteY29" fmla="*/ 6610660 h 6857995"/>
              <a:gd name="connsiteX30" fmla="*/ 398082 w 5627995"/>
              <a:gd name="connsiteY30" fmla="*/ 6610660 h 6857995"/>
              <a:gd name="connsiteX31" fmla="*/ 289031 w 5627995"/>
              <a:gd name="connsiteY31" fmla="*/ 6501611 h 6857995"/>
              <a:gd name="connsiteX32" fmla="*/ 307105 w 5627995"/>
              <a:gd name="connsiteY32" fmla="*/ 6501611 h 6857995"/>
              <a:gd name="connsiteX33" fmla="*/ 307105 w 5627995"/>
              <a:gd name="connsiteY33" fmla="*/ 6574209 h 6857995"/>
              <a:gd name="connsiteX34" fmla="*/ 289031 w 5627995"/>
              <a:gd name="connsiteY34" fmla="*/ 6574209 h 6857995"/>
              <a:gd name="connsiteX35" fmla="*/ 902588 w 5627995"/>
              <a:gd name="connsiteY35" fmla="*/ 6495484 h 6857995"/>
              <a:gd name="connsiteX36" fmla="*/ 845919 w 5627995"/>
              <a:gd name="connsiteY36" fmla="*/ 6562874 h 6857995"/>
              <a:gd name="connsiteX37" fmla="*/ 903813 w 5627995"/>
              <a:gd name="connsiteY37" fmla="*/ 6628732 h 6857995"/>
              <a:gd name="connsiteX38" fmla="*/ 943328 w 5627995"/>
              <a:gd name="connsiteY38" fmla="*/ 6607903 h 6857995"/>
              <a:gd name="connsiteX39" fmla="*/ 943328 w 5627995"/>
              <a:gd name="connsiteY39" fmla="*/ 6622912 h 6857995"/>
              <a:gd name="connsiteX40" fmla="*/ 911165 w 5627995"/>
              <a:gd name="connsiteY40" fmla="*/ 6658445 h 6857995"/>
              <a:gd name="connsiteX41" fmla="*/ 881758 w 5627995"/>
              <a:gd name="connsiteY41" fmla="*/ 6640985 h 6857995"/>
              <a:gd name="connsiteX42" fmla="*/ 879308 w 5627995"/>
              <a:gd name="connsiteY42" fmla="*/ 6638841 h 6857995"/>
              <a:gd name="connsiteX43" fmla="*/ 852658 w 5627995"/>
              <a:gd name="connsiteY43" fmla="*/ 6638841 h 6857995"/>
              <a:gd name="connsiteX44" fmla="*/ 850514 w 5627995"/>
              <a:gd name="connsiteY44" fmla="*/ 6640985 h 6857995"/>
              <a:gd name="connsiteX45" fmla="*/ 909940 w 5627995"/>
              <a:gd name="connsiteY45" fmla="*/ 6679887 h 6857995"/>
              <a:gd name="connsiteX46" fmla="*/ 971510 w 5627995"/>
              <a:gd name="connsiteY46" fmla="*/ 6623218 h 6857995"/>
              <a:gd name="connsiteX47" fmla="*/ 971203 w 5627995"/>
              <a:gd name="connsiteY47" fmla="*/ 6558585 h 6857995"/>
              <a:gd name="connsiteX48" fmla="*/ 972735 w 5627995"/>
              <a:gd name="connsiteY48" fmla="*/ 6499772 h 6857995"/>
              <a:gd name="connsiteX49" fmla="*/ 970591 w 5627995"/>
              <a:gd name="connsiteY49" fmla="*/ 6497628 h 6857995"/>
              <a:gd name="connsiteX50" fmla="*/ 943635 w 5627995"/>
              <a:gd name="connsiteY50" fmla="*/ 6497628 h 6857995"/>
              <a:gd name="connsiteX51" fmla="*/ 941491 w 5627995"/>
              <a:gd name="connsiteY51" fmla="*/ 6499772 h 6857995"/>
              <a:gd name="connsiteX52" fmla="*/ 942103 w 5627995"/>
              <a:gd name="connsiteY52" fmla="*/ 6514476 h 6857995"/>
              <a:gd name="connsiteX53" fmla="*/ 902588 w 5627995"/>
              <a:gd name="connsiteY53" fmla="*/ 6495484 h 6857995"/>
              <a:gd name="connsiteX54" fmla="*/ 629352 w 5627995"/>
              <a:gd name="connsiteY54" fmla="*/ 6494872 h 6857995"/>
              <a:gd name="connsiteX55" fmla="*/ 572989 w 5627995"/>
              <a:gd name="connsiteY55" fmla="*/ 6563793 h 6857995"/>
              <a:gd name="connsiteX56" fmla="*/ 628739 w 5627995"/>
              <a:gd name="connsiteY56" fmla="*/ 6631796 h 6857995"/>
              <a:gd name="connsiteX57" fmla="*/ 669173 w 5627995"/>
              <a:gd name="connsiteY57" fmla="*/ 6610966 h 6857995"/>
              <a:gd name="connsiteX58" fmla="*/ 668560 w 5627995"/>
              <a:gd name="connsiteY58" fmla="*/ 6627201 h 6857995"/>
              <a:gd name="connsiteX59" fmla="*/ 670705 w 5627995"/>
              <a:gd name="connsiteY59" fmla="*/ 6629345 h 6857995"/>
              <a:gd name="connsiteX60" fmla="*/ 697967 w 5627995"/>
              <a:gd name="connsiteY60" fmla="*/ 6629345 h 6857995"/>
              <a:gd name="connsiteX61" fmla="*/ 700111 w 5627995"/>
              <a:gd name="connsiteY61" fmla="*/ 6627201 h 6857995"/>
              <a:gd name="connsiteX62" fmla="*/ 699499 w 5627995"/>
              <a:gd name="connsiteY62" fmla="*/ 6562875 h 6857995"/>
              <a:gd name="connsiteX63" fmla="*/ 700111 w 5627995"/>
              <a:gd name="connsiteY63" fmla="*/ 6499467 h 6857995"/>
              <a:gd name="connsiteX64" fmla="*/ 697967 w 5627995"/>
              <a:gd name="connsiteY64" fmla="*/ 6497323 h 6857995"/>
              <a:gd name="connsiteX65" fmla="*/ 670705 w 5627995"/>
              <a:gd name="connsiteY65" fmla="*/ 6497323 h 6857995"/>
              <a:gd name="connsiteX66" fmla="*/ 668560 w 5627995"/>
              <a:gd name="connsiteY66" fmla="*/ 6499467 h 6857995"/>
              <a:gd name="connsiteX67" fmla="*/ 669173 w 5627995"/>
              <a:gd name="connsiteY67" fmla="*/ 6514170 h 6857995"/>
              <a:gd name="connsiteX68" fmla="*/ 629352 w 5627995"/>
              <a:gd name="connsiteY68" fmla="*/ 6494872 h 6857995"/>
              <a:gd name="connsiteX69" fmla="*/ 1048396 w 5627995"/>
              <a:gd name="connsiteY69" fmla="*/ 6494565 h 6857995"/>
              <a:gd name="connsiteX70" fmla="*/ 983150 w 5627995"/>
              <a:gd name="connsiteY70" fmla="*/ 6564099 h 6857995"/>
              <a:gd name="connsiteX71" fmla="*/ 1048396 w 5627995"/>
              <a:gd name="connsiteY71" fmla="*/ 6632714 h 6857995"/>
              <a:gd name="connsiteX72" fmla="*/ 1113029 w 5627995"/>
              <a:gd name="connsiteY72" fmla="*/ 6563180 h 6857995"/>
              <a:gd name="connsiteX73" fmla="*/ 1048396 w 5627995"/>
              <a:gd name="connsiteY73" fmla="*/ 6494565 h 6857995"/>
              <a:gd name="connsiteX74" fmla="*/ 774240 w 5627995"/>
              <a:gd name="connsiteY74" fmla="*/ 6494259 h 6857995"/>
              <a:gd name="connsiteX75" fmla="*/ 709913 w 5627995"/>
              <a:gd name="connsiteY75" fmla="*/ 6563793 h 6857995"/>
              <a:gd name="connsiteX76" fmla="*/ 775159 w 5627995"/>
              <a:gd name="connsiteY76" fmla="*/ 6632408 h 6857995"/>
              <a:gd name="connsiteX77" fmla="*/ 835197 w 5627995"/>
              <a:gd name="connsiteY77" fmla="*/ 6589524 h 6857995"/>
              <a:gd name="connsiteX78" fmla="*/ 833359 w 5627995"/>
              <a:gd name="connsiteY78" fmla="*/ 6587380 h 6857995"/>
              <a:gd name="connsiteX79" fmla="*/ 807629 w 5627995"/>
              <a:gd name="connsiteY79" fmla="*/ 6587380 h 6857995"/>
              <a:gd name="connsiteX80" fmla="*/ 805178 w 5627995"/>
              <a:gd name="connsiteY80" fmla="*/ 6589524 h 6857995"/>
              <a:gd name="connsiteX81" fmla="*/ 775772 w 5627995"/>
              <a:gd name="connsiteY81" fmla="*/ 6610660 h 6857995"/>
              <a:gd name="connsiteX82" fmla="*/ 740851 w 5627995"/>
              <a:gd name="connsiteY82" fmla="*/ 6569307 h 6857995"/>
              <a:gd name="connsiteX83" fmla="*/ 837035 w 5627995"/>
              <a:gd name="connsiteY83" fmla="*/ 6569307 h 6857995"/>
              <a:gd name="connsiteX84" fmla="*/ 839180 w 5627995"/>
              <a:gd name="connsiteY84" fmla="*/ 6567163 h 6857995"/>
              <a:gd name="connsiteX85" fmla="*/ 774240 w 5627995"/>
              <a:gd name="connsiteY85" fmla="*/ 6494259 h 6857995"/>
              <a:gd name="connsiteX86" fmla="*/ 1197879 w 5627995"/>
              <a:gd name="connsiteY86" fmla="*/ 6493953 h 6857995"/>
              <a:gd name="connsiteX87" fmla="*/ 1154688 w 5627995"/>
              <a:gd name="connsiteY87" fmla="*/ 6516314 h 6857995"/>
              <a:gd name="connsiteX88" fmla="*/ 1155301 w 5627995"/>
              <a:gd name="connsiteY88" fmla="*/ 6499160 h 6857995"/>
              <a:gd name="connsiteX89" fmla="*/ 1153156 w 5627995"/>
              <a:gd name="connsiteY89" fmla="*/ 6497016 h 6857995"/>
              <a:gd name="connsiteX90" fmla="*/ 1127426 w 5627995"/>
              <a:gd name="connsiteY90" fmla="*/ 6497016 h 6857995"/>
              <a:gd name="connsiteX91" fmla="*/ 1125281 w 5627995"/>
              <a:gd name="connsiteY91" fmla="*/ 6499160 h 6857995"/>
              <a:gd name="connsiteX92" fmla="*/ 1125588 w 5627995"/>
              <a:gd name="connsiteY92" fmla="*/ 6567163 h 6857995"/>
              <a:gd name="connsiteX93" fmla="*/ 1124975 w 5627995"/>
              <a:gd name="connsiteY93" fmla="*/ 6627201 h 6857995"/>
              <a:gd name="connsiteX94" fmla="*/ 1127119 w 5627995"/>
              <a:gd name="connsiteY94" fmla="*/ 6629345 h 6857995"/>
              <a:gd name="connsiteX95" fmla="*/ 1154382 w 5627995"/>
              <a:gd name="connsiteY95" fmla="*/ 6629039 h 6857995"/>
              <a:gd name="connsiteX96" fmla="*/ 1156526 w 5627995"/>
              <a:gd name="connsiteY96" fmla="*/ 6626895 h 6857995"/>
              <a:gd name="connsiteX97" fmla="*/ 1155913 w 5627995"/>
              <a:gd name="connsiteY97" fmla="*/ 6572983 h 6857995"/>
              <a:gd name="connsiteX98" fmla="*/ 1155913 w 5627995"/>
              <a:gd name="connsiteY98" fmla="*/ 6558586 h 6857995"/>
              <a:gd name="connsiteX99" fmla="*/ 1188383 w 5627995"/>
              <a:gd name="connsiteY99" fmla="*/ 6518152 h 6857995"/>
              <a:gd name="connsiteX100" fmla="*/ 1212582 w 5627995"/>
              <a:gd name="connsiteY100" fmla="*/ 6546640 h 6857995"/>
              <a:gd name="connsiteX101" fmla="*/ 1212582 w 5627995"/>
              <a:gd name="connsiteY101" fmla="*/ 6572983 h 6857995"/>
              <a:gd name="connsiteX102" fmla="*/ 1211970 w 5627995"/>
              <a:gd name="connsiteY102" fmla="*/ 6626895 h 6857995"/>
              <a:gd name="connsiteX103" fmla="*/ 1214114 w 5627995"/>
              <a:gd name="connsiteY103" fmla="*/ 6629039 h 6857995"/>
              <a:gd name="connsiteX104" fmla="*/ 1241376 w 5627995"/>
              <a:gd name="connsiteY104" fmla="*/ 6629039 h 6857995"/>
              <a:gd name="connsiteX105" fmla="*/ 1243520 w 5627995"/>
              <a:gd name="connsiteY105" fmla="*/ 6626895 h 6857995"/>
              <a:gd name="connsiteX106" fmla="*/ 1242908 w 5627995"/>
              <a:gd name="connsiteY106" fmla="*/ 6572983 h 6857995"/>
              <a:gd name="connsiteX107" fmla="*/ 1242908 w 5627995"/>
              <a:gd name="connsiteY107" fmla="*/ 6545721 h 6857995"/>
              <a:gd name="connsiteX108" fmla="*/ 1197879 w 5627995"/>
              <a:gd name="connsiteY108" fmla="*/ 6493953 h 6857995"/>
              <a:gd name="connsiteX109" fmla="*/ 352746 w 5627995"/>
              <a:gd name="connsiteY109" fmla="*/ 6478944 h 6857995"/>
              <a:gd name="connsiteX110" fmla="*/ 389199 w 5627995"/>
              <a:gd name="connsiteY110" fmla="*/ 6478944 h 6857995"/>
              <a:gd name="connsiteX111" fmla="*/ 389199 w 5627995"/>
              <a:gd name="connsiteY111" fmla="*/ 6651401 h 6857995"/>
              <a:gd name="connsiteX112" fmla="*/ 352746 w 5627995"/>
              <a:gd name="connsiteY112" fmla="*/ 6651401 h 6857995"/>
              <a:gd name="connsiteX113" fmla="*/ 434228 w 5627995"/>
              <a:gd name="connsiteY113" fmla="*/ 6429014 h 6857995"/>
              <a:gd name="connsiteX114" fmla="*/ 234814 w 5627995"/>
              <a:gd name="connsiteY114" fmla="*/ 6501611 h 6857995"/>
              <a:gd name="connsiteX115" fmla="*/ 307411 w 5627995"/>
              <a:gd name="connsiteY115" fmla="*/ 6701024 h 6857995"/>
              <a:gd name="connsiteX116" fmla="*/ 506825 w 5627995"/>
              <a:gd name="connsiteY116" fmla="*/ 6628427 h 6857995"/>
              <a:gd name="connsiteX117" fmla="*/ 0 w 5627995"/>
              <a:gd name="connsiteY117" fmla="*/ 0 h 6857995"/>
              <a:gd name="connsiteX118" fmla="*/ 3714196 w 5627995"/>
              <a:gd name="connsiteY118" fmla="*/ 0 h 6857995"/>
              <a:gd name="connsiteX119" fmla="*/ 5627995 w 5627995"/>
              <a:gd name="connsiteY119" fmla="*/ 3428995 h 6857995"/>
              <a:gd name="connsiteX120" fmla="*/ 3714196 w 5627995"/>
              <a:gd name="connsiteY120" fmla="*/ 6857995 h 6857995"/>
              <a:gd name="connsiteX121" fmla="*/ 0 w 5627995"/>
              <a:gd name="connsiteY121" fmla="*/ 6857995 h 68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5627995" h="6857995">
                <a:moveTo>
                  <a:pt x="434228" y="6556136"/>
                </a:moveTo>
                <a:lnTo>
                  <a:pt x="452299" y="6556136"/>
                </a:lnTo>
                <a:lnTo>
                  <a:pt x="452299" y="6628733"/>
                </a:lnTo>
                <a:lnTo>
                  <a:pt x="434228" y="6628733"/>
                </a:lnTo>
                <a:close/>
                <a:moveTo>
                  <a:pt x="316294" y="6519990"/>
                </a:moveTo>
                <a:lnTo>
                  <a:pt x="343556" y="6519990"/>
                </a:lnTo>
                <a:lnTo>
                  <a:pt x="343556" y="6628733"/>
                </a:lnTo>
                <a:lnTo>
                  <a:pt x="316294" y="6628733"/>
                </a:lnTo>
                <a:close/>
                <a:moveTo>
                  <a:pt x="910552" y="6516926"/>
                </a:moveTo>
                <a:cubicBezTo>
                  <a:pt x="931688" y="6517233"/>
                  <a:pt x="943022" y="6533774"/>
                  <a:pt x="942716" y="6563793"/>
                </a:cubicBezTo>
                <a:cubicBezTo>
                  <a:pt x="942716" y="6593199"/>
                  <a:pt x="930769" y="6607596"/>
                  <a:pt x="910552" y="6607596"/>
                </a:cubicBezTo>
                <a:cubicBezTo>
                  <a:pt x="888804" y="6607903"/>
                  <a:pt x="877164" y="6591668"/>
                  <a:pt x="877164" y="6561649"/>
                </a:cubicBezTo>
                <a:cubicBezTo>
                  <a:pt x="877164" y="6533467"/>
                  <a:pt x="888497" y="6516620"/>
                  <a:pt x="910552" y="6516926"/>
                </a:cubicBezTo>
                <a:close/>
                <a:moveTo>
                  <a:pt x="637929" y="6516621"/>
                </a:moveTo>
                <a:cubicBezTo>
                  <a:pt x="658452" y="6516927"/>
                  <a:pt x="670398" y="6533774"/>
                  <a:pt x="670092" y="6564406"/>
                </a:cubicBezTo>
                <a:cubicBezTo>
                  <a:pt x="669786" y="6595038"/>
                  <a:pt x="657839" y="6610354"/>
                  <a:pt x="637010" y="6610354"/>
                </a:cubicBezTo>
                <a:cubicBezTo>
                  <a:pt x="615567" y="6610354"/>
                  <a:pt x="604234" y="6592587"/>
                  <a:pt x="604540" y="6561649"/>
                </a:cubicBezTo>
                <a:cubicBezTo>
                  <a:pt x="604540" y="6533468"/>
                  <a:pt x="615261" y="6516314"/>
                  <a:pt x="637929" y="6516621"/>
                </a:cubicBezTo>
                <a:close/>
                <a:moveTo>
                  <a:pt x="774853" y="6516008"/>
                </a:moveTo>
                <a:cubicBezTo>
                  <a:pt x="795070" y="6516008"/>
                  <a:pt x="804872" y="6531323"/>
                  <a:pt x="806097" y="6548477"/>
                </a:cubicBezTo>
                <a:lnTo>
                  <a:pt x="742076" y="6548477"/>
                </a:lnTo>
                <a:cubicBezTo>
                  <a:pt x="745446" y="6527341"/>
                  <a:pt x="756473" y="6516008"/>
                  <a:pt x="774853" y="6516008"/>
                </a:cubicBezTo>
                <a:close/>
                <a:moveTo>
                  <a:pt x="1048090" y="6516007"/>
                </a:moveTo>
                <a:cubicBezTo>
                  <a:pt x="1070451" y="6516007"/>
                  <a:pt x="1081478" y="6532242"/>
                  <a:pt x="1081478" y="6563793"/>
                </a:cubicBezTo>
                <a:cubicBezTo>
                  <a:pt x="1081478" y="6595344"/>
                  <a:pt x="1070757" y="6610659"/>
                  <a:pt x="1048396" y="6610659"/>
                </a:cubicBezTo>
                <a:cubicBezTo>
                  <a:pt x="1025728" y="6610659"/>
                  <a:pt x="1014701" y="6595344"/>
                  <a:pt x="1014394" y="6563793"/>
                </a:cubicBezTo>
                <a:cubicBezTo>
                  <a:pt x="1014394" y="6532548"/>
                  <a:pt x="1025422" y="6516314"/>
                  <a:pt x="1048090" y="6516007"/>
                </a:cubicBezTo>
                <a:close/>
                <a:moveTo>
                  <a:pt x="398082" y="6501918"/>
                </a:moveTo>
                <a:lnTo>
                  <a:pt x="425343" y="6501918"/>
                </a:lnTo>
                <a:lnTo>
                  <a:pt x="425343" y="6610660"/>
                </a:lnTo>
                <a:lnTo>
                  <a:pt x="398082" y="6610660"/>
                </a:lnTo>
                <a:close/>
                <a:moveTo>
                  <a:pt x="289031" y="6501611"/>
                </a:moveTo>
                <a:lnTo>
                  <a:pt x="307105" y="6501611"/>
                </a:lnTo>
                <a:lnTo>
                  <a:pt x="307105" y="6574209"/>
                </a:lnTo>
                <a:lnTo>
                  <a:pt x="289031" y="6574209"/>
                </a:lnTo>
                <a:close/>
                <a:moveTo>
                  <a:pt x="902588" y="6495484"/>
                </a:moveTo>
                <a:cubicBezTo>
                  <a:pt x="867055" y="6495484"/>
                  <a:pt x="845919" y="6525809"/>
                  <a:pt x="845919" y="6562874"/>
                </a:cubicBezTo>
                <a:cubicBezTo>
                  <a:pt x="845919" y="6599938"/>
                  <a:pt x="865523" y="6628732"/>
                  <a:pt x="903813" y="6628732"/>
                </a:cubicBezTo>
                <a:cubicBezTo>
                  <a:pt x="921273" y="6628732"/>
                  <a:pt x="934445" y="6621074"/>
                  <a:pt x="943328" y="6607903"/>
                </a:cubicBezTo>
                <a:lnTo>
                  <a:pt x="943328" y="6622912"/>
                </a:lnTo>
                <a:cubicBezTo>
                  <a:pt x="943328" y="6647724"/>
                  <a:pt x="930157" y="6658445"/>
                  <a:pt x="911165" y="6658445"/>
                </a:cubicBezTo>
                <a:cubicBezTo>
                  <a:pt x="895543" y="6658445"/>
                  <a:pt x="884822" y="6652625"/>
                  <a:pt x="881758" y="6640985"/>
                </a:cubicBezTo>
                <a:cubicBezTo>
                  <a:pt x="881452" y="6639760"/>
                  <a:pt x="880533" y="6638841"/>
                  <a:pt x="879308" y="6638841"/>
                </a:cubicBezTo>
                <a:lnTo>
                  <a:pt x="852658" y="6638841"/>
                </a:lnTo>
                <a:cubicBezTo>
                  <a:pt x="851739" y="6638841"/>
                  <a:pt x="850514" y="6639760"/>
                  <a:pt x="850514" y="6640985"/>
                </a:cubicBezTo>
                <a:cubicBezTo>
                  <a:pt x="854190" y="6667634"/>
                  <a:pt x="878389" y="6680500"/>
                  <a:pt x="909940" y="6679887"/>
                </a:cubicBezTo>
                <a:cubicBezTo>
                  <a:pt x="950374" y="6679887"/>
                  <a:pt x="971816" y="6658751"/>
                  <a:pt x="971510" y="6623218"/>
                </a:cubicBezTo>
                <a:lnTo>
                  <a:pt x="971203" y="6558585"/>
                </a:lnTo>
                <a:lnTo>
                  <a:pt x="972735" y="6499772"/>
                </a:lnTo>
                <a:cubicBezTo>
                  <a:pt x="972735" y="6498853"/>
                  <a:pt x="971816" y="6497628"/>
                  <a:pt x="970591" y="6497628"/>
                </a:cubicBezTo>
                <a:lnTo>
                  <a:pt x="943635" y="6497628"/>
                </a:lnTo>
                <a:cubicBezTo>
                  <a:pt x="942716" y="6497628"/>
                  <a:pt x="941491" y="6498547"/>
                  <a:pt x="941491" y="6499772"/>
                </a:cubicBezTo>
                <a:lnTo>
                  <a:pt x="942103" y="6514476"/>
                </a:lnTo>
                <a:cubicBezTo>
                  <a:pt x="933526" y="6502223"/>
                  <a:pt x="920048" y="6495484"/>
                  <a:pt x="902588" y="6495484"/>
                </a:cubicBezTo>
                <a:close/>
                <a:moveTo>
                  <a:pt x="629352" y="6494872"/>
                </a:moveTo>
                <a:cubicBezTo>
                  <a:pt x="594125" y="6494872"/>
                  <a:pt x="572989" y="6525504"/>
                  <a:pt x="572989" y="6563793"/>
                </a:cubicBezTo>
                <a:cubicBezTo>
                  <a:pt x="572989" y="6602083"/>
                  <a:pt x="592287" y="6631796"/>
                  <a:pt x="628739" y="6631796"/>
                </a:cubicBezTo>
                <a:cubicBezTo>
                  <a:pt x="646506" y="6631796"/>
                  <a:pt x="660290" y="6624138"/>
                  <a:pt x="669173" y="6610966"/>
                </a:cubicBezTo>
                <a:lnTo>
                  <a:pt x="668560" y="6627201"/>
                </a:lnTo>
                <a:cubicBezTo>
                  <a:pt x="668560" y="6628426"/>
                  <a:pt x="669786" y="6629345"/>
                  <a:pt x="670705" y="6629345"/>
                </a:cubicBezTo>
                <a:lnTo>
                  <a:pt x="697967" y="6629345"/>
                </a:lnTo>
                <a:cubicBezTo>
                  <a:pt x="699192" y="6629345"/>
                  <a:pt x="700111" y="6628120"/>
                  <a:pt x="700111" y="6627201"/>
                </a:cubicBezTo>
                <a:lnTo>
                  <a:pt x="699499" y="6562875"/>
                </a:lnTo>
                <a:lnTo>
                  <a:pt x="700111" y="6499467"/>
                </a:lnTo>
                <a:cubicBezTo>
                  <a:pt x="700111" y="6498241"/>
                  <a:pt x="698886" y="6497323"/>
                  <a:pt x="697967" y="6497323"/>
                </a:cubicBezTo>
                <a:lnTo>
                  <a:pt x="670705" y="6497323"/>
                </a:lnTo>
                <a:cubicBezTo>
                  <a:pt x="669479" y="6497323"/>
                  <a:pt x="668560" y="6498548"/>
                  <a:pt x="668560" y="6499467"/>
                </a:cubicBezTo>
                <a:lnTo>
                  <a:pt x="669173" y="6514170"/>
                </a:lnTo>
                <a:cubicBezTo>
                  <a:pt x="660290" y="6501611"/>
                  <a:pt x="646812" y="6494872"/>
                  <a:pt x="629352" y="6494872"/>
                </a:cubicBezTo>
                <a:close/>
                <a:moveTo>
                  <a:pt x="1048396" y="6494565"/>
                </a:moveTo>
                <a:cubicBezTo>
                  <a:pt x="1006736" y="6494565"/>
                  <a:pt x="983150" y="6522440"/>
                  <a:pt x="983150" y="6564099"/>
                </a:cubicBezTo>
                <a:cubicBezTo>
                  <a:pt x="983150" y="6605758"/>
                  <a:pt x="1006736" y="6632714"/>
                  <a:pt x="1048396" y="6632714"/>
                </a:cubicBezTo>
                <a:cubicBezTo>
                  <a:pt x="1089749" y="6632714"/>
                  <a:pt x="1113029" y="6604839"/>
                  <a:pt x="1113029" y="6563180"/>
                </a:cubicBezTo>
                <a:cubicBezTo>
                  <a:pt x="1113029" y="6521521"/>
                  <a:pt x="1090055" y="6494565"/>
                  <a:pt x="1048396" y="6494565"/>
                </a:cubicBezTo>
                <a:close/>
                <a:moveTo>
                  <a:pt x="774240" y="6494259"/>
                </a:moveTo>
                <a:cubicBezTo>
                  <a:pt x="734112" y="6494259"/>
                  <a:pt x="709913" y="6523665"/>
                  <a:pt x="709913" y="6563793"/>
                </a:cubicBezTo>
                <a:cubicBezTo>
                  <a:pt x="709913" y="6603921"/>
                  <a:pt x="732581" y="6632408"/>
                  <a:pt x="775159" y="6632408"/>
                </a:cubicBezTo>
                <a:cubicBezTo>
                  <a:pt x="808854" y="6632408"/>
                  <a:pt x="830296" y="6613417"/>
                  <a:pt x="835197" y="6589524"/>
                </a:cubicBezTo>
                <a:cubicBezTo>
                  <a:pt x="835504" y="6588299"/>
                  <a:pt x="834278" y="6587380"/>
                  <a:pt x="833359" y="6587380"/>
                </a:cubicBezTo>
                <a:lnTo>
                  <a:pt x="807629" y="6587380"/>
                </a:lnTo>
                <a:cubicBezTo>
                  <a:pt x="806710" y="6587380"/>
                  <a:pt x="805485" y="6588299"/>
                  <a:pt x="805178" y="6589524"/>
                </a:cubicBezTo>
                <a:cubicBezTo>
                  <a:pt x="800890" y="6603614"/>
                  <a:pt x="790781" y="6610660"/>
                  <a:pt x="775772" y="6610660"/>
                </a:cubicBezTo>
                <a:cubicBezTo>
                  <a:pt x="753717" y="6610660"/>
                  <a:pt x="742076" y="6597488"/>
                  <a:pt x="740851" y="6569307"/>
                </a:cubicBezTo>
                <a:lnTo>
                  <a:pt x="837035" y="6569307"/>
                </a:lnTo>
                <a:cubicBezTo>
                  <a:pt x="838261" y="6569307"/>
                  <a:pt x="839180" y="6568082"/>
                  <a:pt x="839180" y="6567163"/>
                </a:cubicBezTo>
                <a:cubicBezTo>
                  <a:pt x="838567" y="6522134"/>
                  <a:pt x="814368" y="6494565"/>
                  <a:pt x="774240" y="6494259"/>
                </a:cubicBezTo>
                <a:close/>
                <a:moveTo>
                  <a:pt x="1197879" y="6493953"/>
                </a:moveTo>
                <a:cubicBezTo>
                  <a:pt x="1178274" y="6493953"/>
                  <a:pt x="1163265" y="6504061"/>
                  <a:pt x="1154688" y="6516314"/>
                </a:cubicBezTo>
                <a:lnTo>
                  <a:pt x="1155301" y="6499160"/>
                </a:lnTo>
                <a:cubicBezTo>
                  <a:pt x="1155301" y="6497935"/>
                  <a:pt x="1154075" y="6497016"/>
                  <a:pt x="1153156" y="6497016"/>
                </a:cubicBezTo>
                <a:lnTo>
                  <a:pt x="1127426" y="6497016"/>
                </a:lnTo>
                <a:cubicBezTo>
                  <a:pt x="1126200" y="6497016"/>
                  <a:pt x="1125281" y="6498241"/>
                  <a:pt x="1125281" y="6499160"/>
                </a:cubicBezTo>
                <a:lnTo>
                  <a:pt x="1125588" y="6567163"/>
                </a:lnTo>
                <a:lnTo>
                  <a:pt x="1124975" y="6627201"/>
                </a:lnTo>
                <a:cubicBezTo>
                  <a:pt x="1124975" y="6628426"/>
                  <a:pt x="1126200" y="6629345"/>
                  <a:pt x="1127119" y="6629345"/>
                </a:cubicBezTo>
                <a:lnTo>
                  <a:pt x="1154382" y="6629039"/>
                </a:lnTo>
                <a:cubicBezTo>
                  <a:pt x="1155607" y="6629039"/>
                  <a:pt x="1156526" y="6627814"/>
                  <a:pt x="1156526" y="6626895"/>
                </a:cubicBezTo>
                <a:lnTo>
                  <a:pt x="1155913" y="6572983"/>
                </a:lnTo>
                <a:lnTo>
                  <a:pt x="1155913" y="6558586"/>
                </a:lnTo>
                <a:cubicBezTo>
                  <a:pt x="1158364" y="6531324"/>
                  <a:pt x="1173067" y="6518152"/>
                  <a:pt x="1188383" y="6518152"/>
                </a:cubicBezTo>
                <a:cubicBezTo>
                  <a:pt x="1202474" y="6518152"/>
                  <a:pt x="1212582" y="6527954"/>
                  <a:pt x="1212582" y="6546640"/>
                </a:cubicBezTo>
                <a:lnTo>
                  <a:pt x="1212582" y="6572983"/>
                </a:lnTo>
                <a:lnTo>
                  <a:pt x="1211970" y="6626895"/>
                </a:lnTo>
                <a:cubicBezTo>
                  <a:pt x="1211970" y="6628120"/>
                  <a:pt x="1213195" y="6629039"/>
                  <a:pt x="1214114" y="6629039"/>
                </a:cubicBezTo>
                <a:lnTo>
                  <a:pt x="1241376" y="6629039"/>
                </a:lnTo>
                <a:cubicBezTo>
                  <a:pt x="1242601" y="6629039"/>
                  <a:pt x="1243520" y="6627814"/>
                  <a:pt x="1243520" y="6626895"/>
                </a:cubicBezTo>
                <a:lnTo>
                  <a:pt x="1242908" y="6572983"/>
                </a:lnTo>
                <a:lnTo>
                  <a:pt x="1242908" y="6545721"/>
                </a:lnTo>
                <a:cubicBezTo>
                  <a:pt x="1242908" y="6512332"/>
                  <a:pt x="1225141" y="6493953"/>
                  <a:pt x="1197879" y="6493953"/>
                </a:cubicBezTo>
                <a:close/>
                <a:moveTo>
                  <a:pt x="352746" y="6478944"/>
                </a:moveTo>
                <a:lnTo>
                  <a:pt x="389199" y="6478944"/>
                </a:lnTo>
                <a:lnTo>
                  <a:pt x="389199" y="6651401"/>
                </a:lnTo>
                <a:lnTo>
                  <a:pt x="352746" y="6651401"/>
                </a:lnTo>
                <a:close/>
                <a:moveTo>
                  <a:pt x="434228" y="6429014"/>
                </a:moveTo>
                <a:lnTo>
                  <a:pt x="234814" y="6501611"/>
                </a:lnTo>
                <a:lnTo>
                  <a:pt x="307411" y="6701024"/>
                </a:lnTo>
                <a:lnTo>
                  <a:pt x="506825" y="6628427"/>
                </a:lnTo>
                <a:close/>
                <a:moveTo>
                  <a:pt x="0" y="0"/>
                </a:moveTo>
                <a:lnTo>
                  <a:pt x="3714196" y="0"/>
                </a:lnTo>
                <a:lnTo>
                  <a:pt x="5627995" y="3428995"/>
                </a:lnTo>
                <a:lnTo>
                  <a:pt x="3714196" y="6857995"/>
                </a:lnTo>
                <a:lnTo>
                  <a:pt x="0" y="68579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201600" tIns="201600" rIns="201600" bIns="201600" rtlCol="0">
            <a:noAutofit/>
          </a:bodyPr>
          <a:lstStyle>
            <a:lvl1pPr>
              <a:defRPr lang="nl-NL"/>
            </a:lvl1pPr>
          </a:lstStyle>
          <a:p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143044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Two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CE4B48-53A7-1514-C1B4-EA033F02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A">
            <a:extLst>
              <a:ext uri="{FF2B5EF4-FFF2-40B4-BE49-F238E27FC236}">
                <a16:creationId xmlns:a16="http://schemas.microsoft.com/office/drawing/2014/main" id="{AD921D5D-E817-6079-7040-6794B6DB33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35199" y="1778400"/>
            <a:ext cx="2844800" cy="2016000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B">
            <a:extLst>
              <a:ext uri="{FF2B5EF4-FFF2-40B4-BE49-F238E27FC236}">
                <a16:creationId xmlns:a16="http://schemas.microsoft.com/office/drawing/2014/main" id="{DDD8AD69-FD08-1243-60F9-29D5CAF696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79998" y="2966401"/>
            <a:ext cx="2232001" cy="3128399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9BA79E8C-15B9-E5A1-259F-CA68D3535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1C549-4120-B479-BC25-78C98A449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21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Two Imag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CE4B48-53A7-1514-C1B4-EA033F02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A">
            <a:extLst>
              <a:ext uri="{FF2B5EF4-FFF2-40B4-BE49-F238E27FC236}">
                <a16:creationId xmlns:a16="http://schemas.microsoft.com/office/drawing/2014/main" id="{AD921D5D-E817-6079-7040-6794B6DB33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35199" y="1778400"/>
            <a:ext cx="3148500" cy="2158202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B">
            <a:extLst>
              <a:ext uri="{FF2B5EF4-FFF2-40B4-BE49-F238E27FC236}">
                <a16:creationId xmlns:a16="http://schemas.microsoft.com/office/drawing/2014/main" id="{DDD8AD69-FD08-1243-60F9-29D5CAF696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24300" y="3936598"/>
            <a:ext cx="3187700" cy="2158202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7958ED6A-DCA5-9AA8-2EED-62676309A8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A34F13-10A7-0269-9403-E3B856E19D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5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B48C-2466-076C-80B3-A6DE8313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467833"/>
            <a:ext cx="10223499" cy="432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C182F-8D48-3026-24D1-81577AE0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457400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sp>
        <p:nvSpPr>
          <p:cNvPr id="5" name="footnotes">
            <a:extLst>
              <a:ext uri="{FF2B5EF4-FFF2-40B4-BE49-F238E27FC236}">
                <a16:creationId xmlns:a16="http://schemas.microsoft.com/office/drawing/2014/main" id="{85FBA289-3BDF-DF26-CF9E-DBACC3E8B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B6134-1B10-2649-C015-2FC1F5370A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30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sub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6C979-AA63-ADCB-CFCE-8AF6D43E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20D6B804-4D45-977C-0430-B1BB52485E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11232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66EF941-EE88-DD77-B4D2-7DFEB2329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11232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EB88EC37-0DCF-39F3-5807-BBBEAE6AAA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AA125-81EB-634A-58F7-F6ED1D26FC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06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4DCA0-DD63-84D1-CAD4-CCAA9A5C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331B8B0D-8C19-56D6-3474-9A68EF24E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55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39C1932-E720-A335-BA08-4187F3CA3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B8DF1BA-8C93-F66E-B919-D37909FD22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4000" y="1414800"/>
            <a:ext cx="55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4EBD94-8D8F-DCF9-EB34-1C1E92BD4FA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04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BC587B27-2155-7E1D-9B7C-B61B7CCDFE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FFF08-DC8A-A699-D304-5A119DF6CF1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53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1B424-BDB2-2268-094F-B0AE1BB4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62823D89-483C-2ECD-F2D1-73981BD2E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75B33A8-FAA2-0133-6BCA-F44F83E61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CBAB6-7327-6F60-5F1E-AAD40967DD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6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0B00A-FBD4-E696-0175-D8BEDCCDF03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96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ubtitle 3">
            <a:extLst>
              <a:ext uri="{FF2B5EF4-FFF2-40B4-BE49-F238E27FC236}">
                <a16:creationId xmlns:a16="http://schemas.microsoft.com/office/drawing/2014/main" id="{A69FC165-B2C3-B2DC-96A0-A5120B0459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1C4BD18-7B3B-2848-2565-0B55EC5215D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4CC98FB-C0EC-3C52-D230-4100D37040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9B4F56-3A67-F5E4-3A03-9374FF5C3E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9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639ABFA-3679-DB52-EBA5-7AFC4558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62823D89-483C-2ECD-F2D1-73981BD2E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75B33A8-FAA2-0133-6BCA-F44F83E61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CBAB6-7327-6F60-5F1E-AAD40967DD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08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0B00A-FBD4-E696-0175-D8BEDCCDF03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408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ubtitle 3">
            <a:extLst>
              <a:ext uri="{FF2B5EF4-FFF2-40B4-BE49-F238E27FC236}">
                <a16:creationId xmlns:a16="http://schemas.microsoft.com/office/drawing/2014/main" id="{A69FC165-B2C3-B2DC-96A0-A5120B0459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6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1C4BD18-7B3B-2848-2565-0B55EC5215D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336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121FB801-4E2A-ABDF-3254-442CE3D890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64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C83ACE2-696A-96EC-83C6-5B1EC44A3C11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9264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132B322B-237A-9DAC-C0D6-8E6E9F6CAA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F17C0F-5720-1671-F62E-824A83BCC3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47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DC4F81-4DC9-55B7-FCC3-14B238F1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6473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29B5E51-5DF2-94ED-F501-F4EEED800C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000" y="899385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67190F4-2D25-2A8D-4535-D9C4BF84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414798"/>
            <a:ext cx="11232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0155F3B8-DBC8-F6FF-80C7-5050E9C20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7ADF-4CFC-A6C6-36B1-BC822642B7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312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DC4F81-4DC9-55B7-FCC3-14B238F1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6473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29B5E51-5DF2-94ED-F501-F4EEED800C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000" y="899385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67190F4-2D25-2A8D-4535-D9C4BF84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414799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8D62D3D-E178-A2E5-1C7A-8A608390649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80000" y="3852000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550D88CC-CC34-37E3-A587-130F6A408F2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04000" y="1414799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ontent Placeholder4">
            <a:extLst>
              <a:ext uri="{FF2B5EF4-FFF2-40B4-BE49-F238E27FC236}">
                <a16:creationId xmlns:a16="http://schemas.microsoft.com/office/drawing/2014/main" id="{4C20299E-6DC0-6CED-089D-15C5E6FA4D2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204000" y="3852000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0155F3B8-DBC8-F6FF-80C7-5050E9C20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7ADF-4CFC-A6C6-36B1-BC822642B7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29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d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DC4F81-4DC9-55B7-FCC3-14B238F1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6473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29B5E51-5DF2-94ED-F501-F4EEED800C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000" y="899385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67190F4-2D25-2A8D-4535-D9C4BF84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414799"/>
            <a:ext cx="11232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8D62D3D-E178-A2E5-1C7A-8A608390649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80000" y="3852000"/>
            <a:ext cx="11232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0155F3B8-DBC8-F6FF-80C7-5050E9C20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7ADF-4CFC-A6C6-36B1-BC822642B7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25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4540-BD69-8598-9011-2ADF437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05C8EE77-5905-F76C-EB1F-83A30A33A4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9A75-5D68-1E40-38BC-0B52954932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43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4540-BD69-8598-9011-2ADF437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0F187-73A7-1BDF-0558-084D17807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05C8EE77-5905-F76C-EB1F-83A30A33A4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9A75-5D68-1E40-38BC-0B52954932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15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274109"/>
            <a:ext cx="2556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5363719" cy="684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defRPr sz="1600" b="1"/>
            </a:lvl1pPr>
            <a:lvl2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719" y="2268000"/>
            <a:ext cx="2556000" cy="3672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3894" y="2274109"/>
            <a:ext cx="2556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3894" y="1554108"/>
            <a:ext cx="5363719" cy="684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defRPr sz="1600" b="1"/>
            </a:lvl1pPr>
            <a:lvl2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51613" y="2268000"/>
            <a:ext cx="2556000" cy="3672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968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5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F3CF9A67-D10C-4D4B-5C00-7D932A04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5F2A3F5B-C07A-B1D0-5E4B-C6948BAD8C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929FF09-CFC1-C80B-2197-2C857D9BC0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2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52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42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F3CF9A67-D10C-4D4B-5C00-7D932A04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6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5F2A3F5B-C07A-B1D0-5E4B-C6948BAD8C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929FF09-CFC1-C80B-2197-2C857D9BC0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6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16">
            <a:extLst>
              <a:ext uri="{FF2B5EF4-FFF2-40B4-BE49-F238E27FC236}">
                <a16:creationId xmlns:a16="http://schemas.microsoft.com/office/drawing/2014/main" id="{2BFF0F51-1E18-4B8F-C7DE-8EC473064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30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38" name="Name">
            <a:extLst>
              <a:ext uri="{FF2B5EF4-FFF2-40B4-BE49-F238E27FC236}">
                <a16:creationId xmlns:a16="http://schemas.microsoft.com/office/drawing/2014/main" id="{9156FAE6-7FAF-8CD0-1115-28AE5D4844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0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A9561B99-449E-4769-2EAB-6972E0A58B7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0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39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7FD7F7-C4A8-F068-F2AB-F03ECF08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5" name="Media Placeholder 44">
            <a:extLst>
              <a:ext uri="{FF2B5EF4-FFF2-40B4-BE49-F238E27FC236}">
                <a16:creationId xmlns:a16="http://schemas.microsoft.com/office/drawing/2014/main" id="{FA45BFB3-67FB-D56E-F7EC-9EE4E9B366AA}"/>
              </a:ext>
            </a:extLst>
          </p:cNvPr>
          <p:cNvSpPr>
            <a:spLocks noGrp="1" noChangeAspect="1"/>
          </p:cNvSpPr>
          <p:nvPr>
            <p:ph type="media" sz="quarter" idx="11"/>
          </p:nvPr>
        </p:nvSpPr>
        <p:spPr>
          <a:xfrm>
            <a:off x="1776000" y="1260000"/>
            <a:ext cx="8640000" cy="4787924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BB1A10A0-8775-C57E-D06A-5FAFDB65EB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3522D-3F13-D300-F157-0D51CB0A29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06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A83878-43B3-61C1-58EA-0E387344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9" name="Photo">
            <a:extLst>
              <a:ext uri="{FF2B5EF4-FFF2-40B4-BE49-F238E27FC236}">
                <a16:creationId xmlns:a16="http://schemas.microsoft.com/office/drawing/2014/main" id="{60619E85-C7BC-AC62-E0EF-E7A8868F6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41" name="Photo">
            <a:extLst>
              <a:ext uri="{FF2B5EF4-FFF2-40B4-BE49-F238E27FC236}">
                <a16:creationId xmlns:a16="http://schemas.microsoft.com/office/drawing/2014/main" id="{D3CAFE33-4D1F-096A-CB7A-B779F9527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8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2" name="Name">
            <a:extLst>
              <a:ext uri="{FF2B5EF4-FFF2-40B4-BE49-F238E27FC236}">
                <a16:creationId xmlns:a16="http://schemas.microsoft.com/office/drawing/2014/main" id="{B8FE25E8-1FB3-3ACD-23F2-CD9CECDA4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43" name="Photo">
            <a:extLst>
              <a:ext uri="{FF2B5EF4-FFF2-40B4-BE49-F238E27FC236}">
                <a16:creationId xmlns:a16="http://schemas.microsoft.com/office/drawing/2014/main" id="{E7BB4A4A-4DF1-64AE-7214-7343CB80B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4" name="Name">
            <a:extLst>
              <a:ext uri="{FF2B5EF4-FFF2-40B4-BE49-F238E27FC236}">
                <a16:creationId xmlns:a16="http://schemas.microsoft.com/office/drawing/2014/main" id="{2BFC45E1-45EC-E4A3-0416-9904F1B08E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3" name="Photo">
            <a:extLst>
              <a:ext uri="{FF2B5EF4-FFF2-40B4-BE49-F238E27FC236}">
                <a16:creationId xmlns:a16="http://schemas.microsoft.com/office/drawing/2014/main" id="{8020B9D1-8DC0-6BA9-57B0-976C7FAA2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6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4" name="Name">
            <a:extLst>
              <a:ext uri="{FF2B5EF4-FFF2-40B4-BE49-F238E27FC236}">
                <a16:creationId xmlns:a16="http://schemas.microsoft.com/office/drawing/2014/main" id="{D6364B21-7F37-DFD0-31F8-A13A5E836E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5" name="Photo">
            <a:extLst>
              <a:ext uri="{FF2B5EF4-FFF2-40B4-BE49-F238E27FC236}">
                <a16:creationId xmlns:a16="http://schemas.microsoft.com/office/drawing/2014/main" id="{D6C6D576-FA07-29CD-FB25-313525D5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36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6" name="Name">
            <a:extLst>
              <a:ext uri="{FF2B5EF4-FFF2-40B4-BE49-F238E27FC236}">
                <a16:creationId xmlns:a16="http://schemas.microsoft.com/office/drawing/2014/main" id="{7D8D0415-9FA9-4530-BF53-B813080D53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7" name="Photo">
            <a:extLst>
              <a:ext uri="{FF2B5EF4-FFF2-40B4-BE49-F238E27FC236}">
                <a16:creationId xmlns:a16="http://schemas.microsoft.com/office/drawing/2014/main" id="{CBEF6DF2-E381-1B93-395C-E8A21DF21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6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8" name="Name">
            <a:extLst>
              <a:ext uri="{FF2B5EF4-FFF2-40B4-BE49-F238E27FC236}">
                <a16:creationId xmlns:a16="http://schemas.microsoft.com/office/drawing/2014/main" id="{BB566FEE-9025-9C56-0F7C-A7072E7123A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1" name="Photo">
            <a:extLst>
              <a:ext uri="{FF2B5EF4-FFF2-40B4-BE49-F238E27FC236}">
                <a16:creationId xmlns:a16="http://schemas.microsoft.com/office/drawing/2014/main" id="{4895E303-848D-0EFD-AE66-3EB793485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4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2" name="Name">
            <a:extLst>
              <a:ext uri="{FF2B5EF4-FFF2-40B4-BE49-F238E27FC236}">
                <a16:creationId xmlns:a16="http://schemas.microsoft.com/office/drawing/2014/main" id="{AAA9209C-96B7-0C22-7688-4CF1866D7F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3" name="Photo">
            <a:extLst>
              <a:ext uri="{FF2B5EF4-FFF2-40B4-BE49-F238E27FC236}">
                <a16:creationId xmlns:a16="http://schemas.microsoft.com/office/drawing/2014/main" id="{93CCC382-3068-ACC3-D178-0A64A89A0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4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4" name="Name">
            <a:extLst>
              <a:ext uri="{FF2B5EF4-FFF2-40B4-BE49-F238E27FC236}">
                <a16:creationId xmlns:a16="http://schemas.microsoft.com/office/drawing/2014/main" id="{5E6FC7B6-F606-19CF-ED89-2CAD22397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7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5" name="Photo">
            <a:extLst>
              <a:ext uri="{FF2B5EF4-FFF2-40B4-BE49-F238E27FC236}">
                <a16:creationId xmlns:a16="http://schemas.microsoft.com/office/drawing/2014/main" id="{48AB0D71-1D05-BA60-5873-405718EFE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6" name="Name">
            <a:extLst>
              <a:ext uri="{FF2B5EF4-FFF2-40B4-BE49-F238E27FC236}">
                <a16:creationId xmlns:a16="http://schemas.microsoft.com/office/drawing/2014/main" id="{B816C60D-C808-1B3F-7983-42BFFC7150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7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3" name="Photo">
            <a:extLst>
              <a:ext uri="{FF2B5EF4-FFF2-40B4-BE49-F238E27FC236}">
                <a16:creationId xmlns:a16="http://schemas.microsoft.com/office/drawing/2014/main" id="{6D9EC674-B396-4173-CF7A-55524DD00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0001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4" name="Name">
            <a:extLst>
              <a:ext uri="{FF2B5EF4-FFF2-40B4-BE49-F238E27FC236}">
                <a16:creationId xmlns:a16="http://schemas.microsoft.com/office/drawing/2014/main" id="{C5E8DA5B-6324-6132-C720-8353CD7617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55719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5" name="Photo">
            <a:extLst>
              <a:ext uri="{FF2B5EF4-FFF2-40B4-BE49-F238E27FC236}">
                <a16:creationId xmlns:a16="http://schemas.microsoft.com/office/drawing/2014/main" id="{02B25DF6-8257-C003-76E8-5E7DF974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120001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6" name="Name">
            <a:extLst>
              <a:ext uri="{FF2B5EF4-FFF2-40B4-BE49-F238E27FC236}">
                <a16:creationId xmlns:a16="http://schemas.microsoft.com/office/drawing/2014/main" id="{BD6B222D-42D5-B431-BE62-0FAE6ED7B7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5719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7" name="Photo">
            <a:extLst>
              <a:ext uri="{FF2B5EF4-FFF2-40B4-BE49-F238E27FC236}">
                <a16:creationId xmlns:a16="http://schemas.microsoft.com/office/drawing/2014/main" id="{AFE6353F-E99A-4CF4-97A9-A358D47A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120001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8" name="Name">
            <a:extLst>
              <a:ext uri="{FF2B5EF4-FFF2-40B4-BE49-F238E27FC236}">
                <a16:creationId xmlns:a16="http://schemas.microsoft.com/office/drawing/2014/main" id="{B8BBF4BC-382A-0E95-1E6B-4417007938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55719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2EEB2A2D-D125-73D4-B226-E251A1EB21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BA0CC-4324-5734-DA20-C6D8884A70B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978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BC5A0F-5344-B0B5-9004-08B6B035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F4165A-6F6D-CF5F-E13A-FFEA57ABE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480000" y="1368000"/>
            <a:ext cx="4680000" cy="4716000"/>
          </a:xfrm>
          <a:custGeom>
            <a:avLst/>
            <a:gdLst>
              <a:gd name="connsiteX0" fmla="*/ 2265652 w 4532600"/>
              <a:gd name="connsiteY0" fmla="*/ 0 h 4533897"/>
              <a:gd name="connsiteX1" fmla="*/ 4532600 w 4532600"/>
              <a:gd name="connsiteY1" fmla="*/ 1121132 h 4533897"/>
              <a:gd name="connsiteX2" fmla="*/ 4532600 w 4532600"/>
              <a:gd name="connsiteY2" fmla="*/ 3412768 h 4533897"/>
              <a:gd name="connsiteX3" fmla="*/ 2265658 w 4532600"/>
              <a:gd name="connsiteY3" fmla="*/ 4533897 h 4533897"/>
              <a:gd name="connsiteX4" fmla="*/ 2265646 w 4532600"/>
              <a:gd name="connsiteY4" fmla="*/ 4533897 h 4533897"/>
              <a:gd name="connsiteX5" fmla="*/ 0 w 4532600"/>
              <a:gd name="connsiteY5" fmla="*/ 3413411 h 4533897"/>
              <a:gd name="connsiteX6" fmla="*/ 0 w 4532600"/>
              <a:gd name="connsiteY6" fmla="*/ 1120489 h 453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2600" h="4533897">
                <a:moveTo>
                  <a:pt x="2265652" y="0"/>
                </a:moveTo>
                <a:lnTo>
                  <a:pt x="4532600" y="1121132"/>
                </a:lnTo>
                <a:lnTo>
                  <a:pt x="4532600" y="3412768"/>
                </a:lnTo>
                <a:lnTo>
                  <a:pt x="2265658" y="4533897"/>
                </a:lnTo>
                <a:lnTo>
                  <a:pt x="2265646" y="4533897"/>
                </a:lnTo>
                <a:lnTo>
                  <a:pt x="0" y="3413411"/>
                </a:lnTo>
                <a:lnTo>
                  <a:pt x="0" y="11204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13" name="Name">
            <a:extLst>
              <a:ext uri="{FF2B5EF4-FFF2-40B4-BE49-F238E27FC236}">
                <a16:creationId xmlns:a16="http://schemas.microsoft.com/office/drawing/2014/main" id="{9353BCC9-7B86-C207-5986-7F9E07DE93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28000" y="2484000"/>
            <a:ext cx="6084000" cy="792000"/>
          </a:xfrm>
        </p:spPr>
        <p:txBody>
          <a:bodyPr lIns="50400" tIns="0" rIns="0" bIns="0"/>
          <a:lstStyle>
            <a:lvl1pPr>
              <a:lnSpc>
                <a:spcPct val="100000"/>
              </a:lnSpc>
              <a:spcBef>
                <a:spcPts val="600"/>
              </a:spcBef>
              <a:defRPr sz="18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8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5E04951-CD18-66A4-AC2D-62D09BD219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28000" y="3276000"/>
            <a:ext cx="6084000" cy="280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D4641AD1-BEC7-9894-ECF7-1E0565C7B8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F390-317A-F2FD-B78C-D30ABC6EE40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1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4680001" cy="72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defRPr sz="18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8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274109"/>
            <a:ext cx="4680000" cy="36694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28000" y="2268000"/>
            <a:ext cx="6083718" cy="381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95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4458-A501-6A56-ADE3-C06BD8E2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540000"/>
          </a:xfrm>
        </p:spPr>
        <p:txBody>
          <a:bodyPr>
            <a:noAutofit/>
          </a:bodyPr>
          <a:lstStyle>
            <a:lvl1pPr>
              <a:defRPr>
                <a:solidFill>
                  <a:srgbClr val="9B00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786EEC0-3A40-806E-576A-3B4F5D0A01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828000"/>
            <a:ext cx="11232000" cy="288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isclaimer">
            <a:extLst>
              <a:ext uri="{FF2B5EF4-FFF2-40B4-BE49-F238E27FC236}">
                <a16:creationId xmlns:a16="http://schemas.microsoft.com/office/drawing/2014/main" id="{059A6E4C-3658-EEFC-A4B9-7CD2D194E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000" y="1342800"/>
            <a:ext cx="11232000" cy="4752000"/>
          </a:xfrm>
        </p:spPr>
        <p:txBody>
          <a:bodyPr numCol="2" spcCol="432000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ct val="100000"/>
              </a:lnSpc>
              <a:spcBef>
                <a:spcPts val="300"/>
              </a:spcBef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6" name="footnotes">
            <a:extLst>
              <a:ext uri="{FF2B5EF4-FFF2-40B4-BE49-F238E27FC236}">
                <a16:creationId xmlns:a16="http://schemas.microsoft.com/office/drawing/2014/main" id="{BDB8A385-34C8-3050-F4BE-AC499B846D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7" name="Slide Number Placeholder 86">
            <a:extLst>
              <a:ext uri="{FF2B5EF4-FFF2-40B4-BE49-F238E27FC236}">
                <a16:creationId xmlns:a16="http://schemas.microsoft.com/office/drawing/2014/main" id="{1438F23A-D695-9BF6-C082-7AE85F778F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00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4458-A501-6A56-ADE3-C06BD8E2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251999"/>
            <a:ext cx="2556000" cy="1116000"/>
          </a:xfrm>
        </p:spPr>
        <p:txBody>
          <a:bodyPr>
            <a:noAutofit/>
          </a:bodyPr>
          <a:lstStyle>
            <a:lvl1pPr>
              <a:defRPr>
                <a:solidFill>
                  <a:srgbClr val="9B00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786EEC0-3A40-806E-576A-3B4F5D0A01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800" y="1414799"/>
            <a:ext cx="2556000" cy="144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isclaimer">
            <a:extLst>
              <a:ext uri="{FF2B5EF4-FFF2-40B4-BE49-F238E27FC236}">
                <a16:creationId xmlns:a16="http://schemas.microsoft.com/office/drawing/2014/main" id="{059A6E4C-3658-EEFC-A4B9-7CD2D194E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7720" y="1414800"/>
            <a:ext cx="8424000" cy="4680000"/>
          </a:xfrm>
        </p:spPr>
        <p:txBody>
          <a:bodyPr numCol="2" spcCol="432000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ct val="100000"/>
              </a:lnSpc>
              <a:spcBef>
                <a:spcPts val="300"/>
              </a:spcBef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E37FE0F-606C-33BF-51BF-F90D55C262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20" y="6102000"/>
            <a:ext cx="8424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F7EF5-6190-8D91-7961-09F539B5CB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266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7DD0C67-BA4F-CECD-A33F-9D11386DD2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700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DD0C67-BA4F-CECD-A33F-9D11386DD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152000"/>
            <a:ext cx="5616000" cy="2412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3744000"/>
            <a:ext cx="5616000" cy="39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BE99B3D0-DA51-48E0-1F0B-97E9C304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7600" y="0"/>
            <a:ext cx="58644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B349BFDB-4430-C905-50B7-B460D79597D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39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C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125800"/>
            <a:ext cx="5617200" cy="2412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rgbClr val="E7FF00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3737142"/>
            <a:ext cx="5617200" cy="39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BE99B3D0-DA51-48E0-1F0B-97E9C304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8800" y="0"/>
            <a:ext cx="58632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A33411DE-F963-262B-8BC7-769C6FB97C0C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77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89AA79-FE14-E0F1-2C43-0C235E6B09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50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89AA79-FE14-E0F1-2C43-0C235E6B0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E914A8-3612-EF49-8B87-BA69D8CE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531000"/>
            <a:ext cx="10223499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828E5-4B10-6E6A-149E-A60A260E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5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63DBFA-4F5A-77A5-9D39-A98900212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" r="13"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50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Hero">
    <p:bg>
      <p:bgPr>
        <a:solidFill>
          <a:srgbClr val="641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 descr="live your best life">
            <a:extLst>
              <a:ext uri="{FF2B5EF4-FFF2-40B4-BE49-F238E27FC236}">
                <a16:creationId xmlns:a16="http://schemas.microsoft.com/office/drawing/2014/main" id="{019B7B35-4035-E245-6C5E-AD538C198C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2000" y="945547"/>
            <a:ext cx="5148000" cy="4966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</p:spTree>
    <p:extLst>
      <p:ext uri="{BB962C8B-B14F-4D97-AF65-F5344CB8AC3E}">
        <p14:creationId xmlns:p14="http://schemas.microsoft.com/office/powerpoint/2010/main" val="2791734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9DA44C5-759C-86D6-2BFE-0A72E0BD52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38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DA44C5-759C-86D6-2BFE-0A72E0BD52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336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0CC4EF57-160A-9B3D-8186-1D6FB2CFB8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3289920-CD43-7CB8-0AAA-A2C3754FB3A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07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CBF8F5F-733E-74E4-7C64-9117FC4D5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025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BF8F5F-733E-74E4-7C64-9117FC4D5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AB0D234E-CB90-3D6B-1677-D7591043CB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47A533-2FD3-9753-3ADE-EB1C9100D2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1DE89F7-364A-A2D0-6579-DECC755BF94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64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EE5D4DD8-351D-44AA-1072-4D8EFEF43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330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5D4DD8-351D-44AA-1072-4D8EFEF43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AA3F50D0-EC98-413B-93C8-1D1D918B3C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E3E4B855-D6FE-45F4-28AB-00C307E09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555FFE8B-9687-80D9-BFE9-BCD182C9F6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43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EC261A2-C7BD-0672-61C2-02612A82E2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632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C261A2-C7BD-0672-61C2-02612A82E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F6DCF01F-7E45-E8CB-BC9A-68C7CD9B1C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630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A6C0EB9-6612-9349-33C0-B254B608C4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544B47FC-2ABD-EB1B-853D-2E1EB32107D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25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E485D1B-E628-6B49-B07F-271523F56F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42541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485D1B-E628-6B49-B07F-271523F56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044000"/>
            <a:ext cx="5652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8214009E-F788-E23D-0C90-470BD060D1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7DECF5-F9C0-3F23-B881-8BA36288E14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7085745-44F8-7C15-54D2-D993A5A8737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07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6E0B0B-B457-8E37-02B8-520A38E243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53654D-C27E-C9BA-B320-454ABF59D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2B811F9-C589-C658-1947-8A14946784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16541A9-B23B-9E51-6DD4-67A45A35F2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57A7E174-FE3F-7DE4-30D8-CDCB6CB087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9223FCB-DCAA-673D-EF75-B0A9A04F2AF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19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A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65F2B86-CBBF-AFE6-449D-F6DD528AA2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2D98DB-AA9C-5848-26D4-46351A829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E0DC130-6210-830D-3850-8343B6894F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90D1592-B8FD-E552-0964-CF09F17A2B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000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4A63DBE0-B945-6653-7F07-B203EBD69B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368A8EC4-8506-7F5C-72C3-0FC8B818DE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8CFACD96-0E65-E80D-4D56-94604B65D83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73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DDB771B-C9BC-A314-70F8-4918D8B413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30357F9-5628-F5D7-EA9E-2F62D4BC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302AEF8-6D87-9EFD-325B-B67BAF5749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EC08A76-A3F6-9879-9591-108E2CD221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31371E65-7DA5-7458-872B-335AB444D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0E6FCFC-74E8-C53E-CDEB-B1E58B5CFDB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E9048233-C6D5-B390-92BF-02E1FE2D741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58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C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9F3101-543D-726A-76D5-F500F18117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CBE6131-9D21-5FAC-1A46-1184AE5A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0D0C13A-FA1E-0370-9716-08FDF79DF0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7EF421-BCDA-5760-CA12-3EC8BFBB1E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2" name="Disclaimer">
            <a:extLst>
              <a:ext uri="{FF2B5EF4-FFF2-40B4-BE49-F238E27FC236}">
                <a16:creationId xmlns:a16="http://schemas.microsoft.com/office/drawing/2014/main" id="{556FE34F-6F3D-0AF4-F904-39925EF3E0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6D14BD4-737F-044B-C857-C1680F45EFA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A12A6F8-BAB2-79C8-D018-A24EA5B3049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54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ight Blue D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2E6F75A-B9D7-EAF2-96EF-5C4BB706C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E03E868-C5AC-3FA0-4D5C-B7555A40F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449CF5-1C3D-0F25-9F39-32183FE63E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7D3BA49-2252-193B-08A0-0F5F454950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E7FF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20" name="Disclaimer">
            <a:extLst>
              <a:ext uri="{FF2B5EF4-FFF2-40B4-BE49-F238E27FC236}">
                <a16:creationId xmlns:a16="http://schemas.microsoft.com/office/drawing/2014/main" id="{EF7AB693-1387-9071-46E4-6E76F1F2CA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21" name="Picture Placeholder 22">
            <a:extLst>
              <a:ext uri="{FF2B5EF4-FFF2-40B4-BE49-F238E27FC236}">
                <a16:creationId xmlns:a16="http://schemas.microsoft.com/office/drawing/2014/main" id="{86F96333-BF9F-D235-6129-B23E84A07A2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A2DCEE9-B90E-B27D-0202-F232571B2B7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55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87E3262A-0086-3B7C-A376-A6C07FE459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69D3970-098C-021F-A57C-DF61B63E8F0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15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31EC33-65E4-C19F-0B44-3E21361728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CEF09BA-1159-E7A1-E4CC-A4351FB6D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625006-84B5-CAD3-1E73-ADA1ED733E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361CC56-CF23-A0B7-3177-55077B1DA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3BD44E8-E89B-7B23-33FB-80594FF3D9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4" name="Disclaimer">
            <a:extLst>
              <a:ext uri="{FF2B5EF4-FFF2-40B4-BE49-F238E27FC236}">
                <a16:creationId xmlns:a16="http://schemas.microsoft.com/office/drawing/2014/main" id="{1B9ED0D5-C6C8-0AB6-879F-053B5FA876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818FDCF4-D564-F92C-A91F-6036885B17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B713D883-7814-D55F-9150-7AE3691327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22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6F852D-335F-A336-AFBC-347B5C9DF8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320BCF-3C64-B99E-657C-7B6E980C5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8BB9C8-7F40-0D74-D54B-EDDEBB805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6A8E42-1CF5-209B-27A2-3B4207CB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A77E39D-F1EE-4844-DF8B-A8C414EF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5" name="Disclaimer">
            <a:extLst>
              <a:ext uri="{FF2B5EF4-FFF2-40B4-BE49-F238E27FC236}">
                <a16:creationId xmlns:a16="http://schemas.microsoft.com/office/drawing/2014/main" id="{D949E21B-0134-DAB6-3694-3A163188A9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0D99342-E3F8-8397-079F-AF9F8F78EBE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A73E89C-5EE0-ACA5-054A-98EDBFB1242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46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D337C6-B66B-3482-98D7-0E9C85A745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4EAD39C-187A-27D3-99EA-8AADC920F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C0A6845-A6FA-64F6-8B98-E063C7E56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8AB11D-DFB6-529B-2E90-BAC2003F5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FAEC182-6D0D-6E1A-AA42-6A07E838CB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5" name="Disclaimer">
            <a:extLst>
              <a:ext uri="{FF2B5EF4-FFF2-40B4-BE49-F238E27FC236}">
                <a16:creationId xmlns:a16="http://schemas.microsoft.com/office/drawing/2014/main" id="{52884152-F226-D815-274F-6CB0E5ECA3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630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3ACBE8A-A386-6462-15AB-24DE532558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FC8F9B9-536E-E82F-791F-049F1225C6B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45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D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36A1E-F919-A56F-9819-DA5F984135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78653E3-6DD4-CEC8-F778-0A57D131B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8FD7A1A-52FF-3B6B-7A4F-D634AA968A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001646D-2AD6-AFF2-07F7-B24CF8CB9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3E61F3E-6F19-F1B4-C8E3-0C84124B9D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999" y="5687336"/>
            <a:ext cx="1194628" cy="298870"/>
          </a:xfrm>
          <a:solidFill>
            <a:srgbClr val="641EE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5" name="Disclaimer">
            <a:extLst>
              <a:ext uri="{FF2B5EF4-FFF2-40B4-BE49-F238E27FC236}">
                <a16:creationId xmlns:a16="http://schemas.microsoft.com/office/drawing/2014/main" id="{F4F09EAA-2036-6DB5-E190-0CE6F6278E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393096AF-22CA-CDB9-3811-23C9184F7C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078521A-46AB-A031-6A3E-E46A0806BE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" r="36"/>
          <a:stretch/>
        </p:blipFill>
        <p:spPr>
          <a:xfrm>
            <a:off x="-118516" y="-126587"/>
            <a:ext cx="352870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18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C2533D8-F0A2-F95A-2EC4-8B643E4C8A0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E9BF218-6ADF-0E94-38C7-C005BA605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E6075DF-A7ED-8F97-5C55-EBD2FC0D3B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0D84B8B-093C-542B-C0AD-EB89AF3739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8" name="Disclaimer">
            <a:extLst>
              <a:ext uri="{FF2B5EF4-FFF2-40B4-BE49-F238E27FC236}">
                <a16:creationId xmlns:a16="http://schemas.microsoft.com/office/drawing/2014/main" id="{67404896-078F-3742-50FF-E765542EE5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7920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844B9A04-1122-5CFD-DBD9-58241C4D27B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90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A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442A8A-ADB8-26ED-6F30-DDA9D8966D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89ADFA-5BED-141E-EC7F-E8FBE1852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7DF8595-66AB-3014-0381-A6993BA496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5956562-13A4-CC58-2C19-49B8215DDD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000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E976559E-2BA1-5D1B-40B7-79143544D9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6078150"/>
            <a:ext cx="5868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9091E836-4E6C-A256-9BF2-41CAC6B8B7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6767146-40BD-2D4F-81ED-E5DA5161660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61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B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5270EE-1BCD-812B-C377-7AF2E630BD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75F152-A55F-CC0F-E787-C0975438F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1C3256D-7069-1642-307C-BF05DD12B4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F56B531-79B5-14CB-B459-9E213AF5A7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8" name="Disclaimer">
            <a:extLst>
              <a:ext uri="{FF2B5EF4-FFF2-40B4-BE49-F238E27FC236}">
                <a16:creationId xmlns:a16="http://schemas.microsoft.com/office/drawing/2014/main" id="{97539383-5370-F299-5F4F-D40B488AE2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81A9D18D-ED16-70A1-3BF8-A7C68C66857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FF40A1-A4F6-CB90-E8FD-F4B63891A5E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6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C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9B04B0-BE4F-D447-A531-74EC9777FB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6F6CA5-C139-4C92-A82E-567B0ACF0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66A9B29-CF3B-4BA8-4A64-77DC8CB89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092C18-3637-9308-2941-07262D3C90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12" name="Disclaimer">
            <a:extLst>
              <a:ext uri="{FF2B5EF4-FFF2-40B4-BE49-F238E27FC236}">
                <a16:creationId xmlns:a16="http://schemas.microsoft.com/office/drawing/2014/main" id="{21D21E89-61C1-A944-A5BE-9197A4F0C9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633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4AE03DC9-58D7-B975-20F6-A49273B610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98B0DFC3-4C63-6B3D-EB69-161D88F1AEB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8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est Green D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0729E90-0723-9411-3C4A-47687010D5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840"/>
            <a:ext cx="1194628" cy="298870"/>
          </a:xfrm>
          <a:solidFill>
            <a:srgbClr val="4CD30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rgbClr val="281805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5796EE-538C-4976-70F3-F97CC056A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88F250-BAD0-6F06-5116-F8B6145A0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180E8F6-EE91-B4F4-08C7-D086C84701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274F18-4D6D-3FA9-D421-F2D087C770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2" name="Disclaimer">
            <a:extLst>
              <a:ext uri="{FF2B5EF4-FFF2-40B4-BE49-F238E27FC236}">
                <a16:creationId xmlns:a16="http://schemas.microsoft.com/office/drawing/2014/main" id="{5F397B1D-6C9B-4621-3541-6724BE0302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52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sp>
        <p:nvSpPr>
          <p:cNvPr id="15" name="Picture Placeholder 22">
            <a:extLst>
              <a:ext uri="{FF2B5EF4-FFF2-40B4-BE49-F238E27FC236}">
                <a16:creationId xmlns:a16="http://schemas.microsoft.com/office/drawing/2014/main" id="{D09542B5-1DE3-A258-3204-FEF817767E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7FA41EF-4A06-5783-312F-1C261C42C8D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4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or 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C6EED3F-2EA2-A094-6035-DBDE0D4938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5921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6EED3F-2EA2-A094-6035-DBDE0D4938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3999"/>
            <a:ext cx="5616000" cy="1800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2952000"/>
            <a:ext cx="561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FEC4283-FBE8-D966-8481-1F84E1F0A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72000" y="0"/>
            <a:ext cx="6120000" cy="6858000"/>
          </a:xfrm>
          <a:custGeom>
            <a:avLst/>
            <a:gdLst>
              <a:gd name="connsiteX0" fmla="*/ 0 w 5753100"/>
              <a:gd name="connsiteY0" fmla="*/ 0 h 6857998"/>
              <a:gd name="connsiteX1" fmla="*/ 5753100 w 5753100"/>
              <a:gd name="connsiteY1" fmla="*/ 0 h 6857998"/>
              <a:gd name="connsiteX2" fmla="*/ 5753100 w 5753100"/>
              <a:gd name="connsiteY2" fmla="*/ 6857998 h 6857998"/>
              <a:gd name="connsiteX3" fmla="*/ 4186008 w 5753100"/>
              <a:gd name="connsiteY3" fmla="*/ 6857998 h 6857998"/>
              <a:gd name="connsiteX4" fmla="*/ 4073498 w 5753100"/>
              <a:gd name="connsiteY4" fmla="*/ 6857998 h 6857998"/>
              <a:gd name="connsiteX5" fmla="*/ 4059488 w 5753100"/>
              <a:gd name="connsiteY5" fmla="*/ 6857998 h 6857998"/>
              <a:gd name="connsiteX6" fmla="*/ 3947432 w 5753100"/>
              <a:gd name="connsiteY6" fmla="*/ 6857998 h 6857998"/>
              <a:gd name="connsiteX7" fmla="*/ 0 w 5753100"/>
              <a:gd name="connsiteY7" fmla="*/ 6857998 h 6857998"/>
              <a:gd name="connsiteX8" fmla="*/ 0 w 5753100"/>
              <a:gd name="connsiteY8" fmla="*/ 6857997 h 6857998"/>
              <a:gd name="connsiteX9" fmla="*/ 2300860 w 5753100"/>
              <a:gd name="connsiteY9" fmla="*/ 3428999 h 6857998"/>
              <a:gd name="connsiteX10" fmla="*/ 0 w 5753100"/>
              <a:gd name="connsiteY10" fmla="*/ 1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53100" h="6857998">
                <a:moveTo>
                  <a:pt x="0" y="0"/>
                </a:moveTo>
                <a:lnTo>
                  <a:pt x="5753100" y="0"/>
                </a:lnTo>
                <a:lnTo>
                  <a:pt x="5753100" y="6857998"/>
                </a:lnTo>
                <a:lnTo>
                  <a:pt x="4186008" y="6857998"/>
                </a:lnTo>
                <a:lnTo>
                  <a:pt x="4073498" y="6857998"/>
                </a:lnTo>
                <a:lnTo>
                  <a:pt x="4059488" y="6857998"/>
                </a:lnTo>
                <a:lnTo>
                  <a:pt x="3947432" y="6857998"/>
                </a:lnTo>
                <a:lnTo>
                  <a:pt x="0" y="6857998"/>
                </a:lnTo>
                <a:lnTo>
                  <a:pt x="0" y="6857997"/>
                </a:lnTo>
                <a:lnTo>
                  <a:pt x="2300860" y="3428999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294DF71-363D-DF08-3AE2-2B6CFB9E7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3528000"/>
            <a:ext cx="561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2471D44-7B4A-FF5C-8429-F5D1BD0269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3816000"/>
            <a:ext cx="561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B075F6E-F3D2-779E-9FF0-22017CB77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194628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[Audience indicator]</a:t>
            </a:r>
          </a:p>
        </p:txBody>
      </p:sp>
      <p:sp>
        <p:nvSpPr>
          <p:cNvPr id="5" name="Disclaimer">
            <a:extLst>
              <a:ext uri="{FF2B5EF4-FFF2-40B4-BE49-F238E27FC236}">
                <a16:creationId xmlns:a16="http://schemas.microsoft.com/office/drawing/2014/main" id="{E7D9A33F-CE2F-611D-0565-DDD871D7C7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999" y="6078150"/>
            <a:ext cx="5616000" cy="576650"/>
          </a:xfrm>
        </p:spPr>
        <p:txBody>
          <a:bodyPr bIns="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 spc="-40" baseline="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disclaimer [this field will not be displayed when it is not filled in]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4BF8BE42-C84D-CF50-18BD-DF77F2A1B8F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45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414800"/>
            <a:ext cx="11232000" cy="46799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FE4C5731-EBC5-5F94-2A14-4F3B770ED7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C4E808-7203-4917-098B-02B3326D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93D9DA-2B5A-DFC9-85FC-EDE989E493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06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A4799F-9603-C7F5-FC7C-3B147396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1DC5A23-6973-07D0-BF89-D1918D14F8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773000"/>
            <a:ext cx="11232000" cy="43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000C6F27-CA37-5CD7-43D5-6EF8C6AFBF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1F25AE-0F93-7DC7-2213-F7CDE74EAB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5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1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think-cell data - do not delete" hidden="1">
            <a:extLst>
              <a:ext uri="{FF2B5EF4-FFF2-40B4-BE49-F238E27FC236}">
                <a16:creationId xmlns:a16="http://schemas.microsoft.com/office/drawing/2014/main" id="{E344D579-EFFA-CB08-7550-795A1D5F1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198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44D579-EFFA-CB08-7550-795A1D5F1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hape">
            <a:extLst>
              <a:ext uri="{FF2B5EF4-FFF2-40B4-BE49-F238E27FC236}">
                <a16:creationId xmlns:a16="http://schemas.microsoft.com/office/drawing/2014/main" id="{2105BD05-E1D8-4F7C-5D84-6656B92AD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6050" y="0"/>
            <a:ext cx="9265951" cy="6858000"/>
          </a:xfrm>
          <a:custGeom>
            <a:avLst/>
            <a:gdLst>
              <a:gd name="connsiteX0" fmla="*/ 0 w 9265951"/>
              <a:gd name="connsiteY0" fmla="*/ 0 h 6858000"/>
              <a:gd name="connsiteX1" fmla="*/ 9265951 w 9265951"/>
              <a:gd name="connsiteY1" fmla="*/ 0 h 6858000"/>
              <a:gd name="connsiteX2" fmla="*/ 9265951 w 9265951"/>
              <a:gd name="connsiteY2" fmla="*/ 6858000 h 6858000"/>
              <a:gd name="connsiteX3" fmla="*/ 0 w 9265951"/>
              <a:gd name="connsiteY3" fmla="*/ 6858000 h 6858000"/>
              <a:gd name="connsiteX4" fmla="*/ 2008745 w 9265951"/>
              <a:gd name="connsiteY4" fmla="*/ 4849258 h 6858000"/>
              <a:gd name="connsiteX5" fmla="*/ 2008745 w 9265951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5951" h="6858000">
                <a:moveTo>
                  <a:pt x="0" y="0"/>
                </a:moveTo>
                <a:lnTo>
                  <a:pt x="9265951" y="0"/>
                </a:lnTo>
                <a:lnTo>
                  <a:pt x="9265951" y="6858000"/>
                </a:lnTo>
                <a:lnTo>
                  <a:pt x="0" y="6858000"/>
                </a:lnTo>
                <a:lnTo>
                  <a:pt x="2008745" y="4849258"/>
                </a:lnTo>
                <a:lnTo>
                  <a:pt x="2008745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Shape">
            <a:extLst>
              <a:ext uri="{FF2B5EF4-FFF2-40B4-BE49-F238E27FC236}">
                <a16:creationId xmlns:a16="http://schemas.microsoft.com/office/drawing/2014/main" id="{69730063-4D1C-29DA-1DA8-7B49303C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90BFB2-423F-59A3-D617-C8CE6299A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1989000"/>
            <a:ext cx="3960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547EBA7-0F9D-B1D0-FAC4-D0B08441E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36E5692-013B-1533-67BD-251533B391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0247BDE-6AE3-F86E-C533-0DF50E7E2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DB92ECD0-57CC-096B-AB77-7489FD4D3E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7FF78BA-26F9-DC27-1117-95F73AD1C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43FFEF-73AC-2E14-88FD-B7A5C3DCC9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E7B4412-1997-B2F4-2CE6-23D58C8785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ABE22D9F-E579-CFEA-ED2C-5C47A536AC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30B9C9D-9968-B0B7-62C2-A751106E65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176C385E-FED2-D58A-98EA-0E179CAA44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D3C9BA7-D056-C0C1-0109-2ED42FED2D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BA732A09-FA5A-E632-A5FA-33D4655741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7CE19CF-53A1-ADDB-5196-555034F9E7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CBB4B3D0-586F-A2CE-8546-F559D89AA1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39E49226-C251-4B90-3395-51FA39BAF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9F5C05DF-687D-754D-4686-DF753BF554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647973D-D207-77A9-E746-0C8D3380C6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F2244D1-8F86-50FC-75D8-2A75F7C3E4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CF0E8-FBB6-0B99-6DF2-88D48B54730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4493CAB-69B0-895D-778C-EF1424AA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26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2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>
            <a:extLst>
              <a:ext uri="{FF2B5EF4-FFF2-40B4-BE49-F238E27FC236}">
                <a16:creationId xmlns:a16="http://schemas.microsoft.com/office/drawing/2014/main" id="{E2B6C0D4-694D-67F4-FE12-ABCC9974F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AA3EB579-731D-0E8D-FF53-824F97358E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4247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3EB579-731D-0E8D-FF53-824F97358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hape">
            <a:extLst>
              <a:ext uri="{FF2B5EF4-FFF2-40B4-BE49-F238E27FC236}">
                <a16:creationId xmlns:a16="http://schemas.microsoft.com/office/drawing/2014/main" id="{3722AD90-5929-7E7B-0CC7-AC1EC5399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92D28ED-2411-A6E4-F557-B138442359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89000"/>
            <a:ext cx="3960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FE467D07-74E8-B9A8-0477-E1750E727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D99EB841-632F-40BD-250E-7B9A671D4C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056205AA-6953-B29E-6950-CA25195B0D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AF6097EE-E432-E4AB-9829-B341D6DB7D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D3C25B2-659D-AB1F-58BE-B325185B8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A0DBB53F-6A37-9C7C-313F-67D8CD9F22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4BEC7A50-95DD-F7DD-BC77-82B03E6161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D3E5C7D-9C76-54D7-A448-0C0FEB10CD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0A6223F-25F4-BDA2-14B5-2956A8B8D6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322E9951-078D-BE93-E86E-265A6CCFC2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A314A35E-C7DD-F257-321D-CD1A8A3699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F39A3C41-70F1-C212-AC04-6182DB0FB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76BACCB-F384-EB58-454B-82CC0FDABE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F7FC3984-AE98-2006-C5CF-F58544D33D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772C55DD-418B-98EF-BFCB-89FEC0E50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1EE8EE22-190C-65DB-599C-B57B87879D6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8B4A61A5-F13B-2DBD-E236-79D7F071E5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7B47E442-4E71-C12D-E01C-8C57087C05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FAE014-332E-C939-C32D-7C95AA6B3B5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50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3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990E3632-6A23-F2B2-40A1-77E0AC15CB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1120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0E3632-6A23-F2B2-40A1-77E0AC15CB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hape">
            <a:extLst>
              <a:ext uri="{FF2B5EF4-FFF2-40B4-BE49-F238E27FC236}">
                <a16:creationId xmlns:a16="http://schemas.microsoft.com/office/drawing/2014/main" id="{EFC98BF4-B2D7-702F-B149-DC7C0381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8CD2B39-5218-7990-DBEF-2281CF56D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89000"/>
            <a:ext cx="3960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7D005A4A-0BC0-5A25-2C05-B787F2A47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1C0955CB-82F6-4404-7276-9115D0C7C9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3C1736D-95B7-371B-C340-B6BAB7E1D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DAEF7250-D833-1590-FAED-FADCEF4B60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F9217C4-2984-38E2-FA80-AAF50CEA3B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F4410E3C-9C63-5E5E-B146-D171B74509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B06B394-D153-E648-86F1-74EC23C3F0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72C6DAE0-DD77-0ECE-03E7-117D2C4E50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A9A5D66-51D6-466C-CE2D-B64B842B8B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05145816-D5A5-C8C8-F0F8-BC055154CC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2934F8E-8E6D-4221-CF40-0F3C239E99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2BDF83B0-48EB-45EA-24DA-B6639E1EE3C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75A90D-887E-D017-F0FE-1A726E5D73A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13D25D6-C968-29E4-B78A-D5D9E2722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414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4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1218586-CFF9-D1B9-A7B1-D06ABC4D38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7956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218586-CFF9-D1B9-A7B1-D06ABC4D38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hape">
            <a:extLst>
              <a:ext uri="{FF2B5EF4-FFF2-40B4-BE49-F238E27FC236}">
                <a16:creationId xmlns:a16="http://schemas.microsoft.com/office/drawing/2014/main" id="{30D817C6-F486-A385-9A34-67A627CEE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B6FC3B0-D36F-1EAC-E756-1040EB21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960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1B11C8A-95E4-FA97-3593-EBA151E16C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9146D62C-B037-86B2-F031-9D7CB1AE96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FA0464-8B17-496A-FA4C-57E96C00D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F1CCA5E-6795-1E3C-5218-0B3080BC0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DF651931-7D32-AF36-EB33-181A9C5ED4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E3EBF013-1DF3-6C0C-5595-34FA4DDD2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3988DFE-A57F-87ED-75E3-003856244E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BCAAFFA4-9925-CF4B-EDD6-C21D117C97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4E3D30E5-8A57-CDD7-DA25-100B803CA7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98896E69-B5C1-DD0C-DEBD-1D63423353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64B036E8-0AB2-175D-6923-18F103BC90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656E6B1-C23F-11A3-AAEA-E43A083EE0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18F3E3-264A-4C83-A974-080846FB496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85580ED-5FC2-2E18-2BA3-F71F88F27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22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3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7AEE46D-B4F2-4107-8A7F-B14B6409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85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4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0D2B15E-6D4C-4809-66C2-430DBD332E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11372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D2B15E-6D4C-4809-66C2-430DBD332E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410D8853-18BA-D989-188F-A49B3D604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79F0E98-9B0C-EA2A-F3ED-F272FE5B53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651590A3-C7A3-74C1-B3FD-950E6CA36F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8513A37A-8453-D00A-15A6-DBA4A1C8C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824F957-6B5C-9690-8DBB-C58D996C6F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B366B9BB-D562-A477-C43B-177914D0DE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85F5E58-1A5B-1AEE-E293-417AAA7C8F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27C1F407-D543-D126-18EF-2027DC07FD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E4116AAB-8440-E072-B686-6DD310760A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D9952F24-3326-2EA9-C9C4-26B26A2EED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9F97E5EE-1A24-3AA3-981C-8820699CBD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1A3C679-9EC8-21CC-9B66-0779A462BF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F657BF5-19D2-86E7-9EAE-E00A19E14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FAE78B7F-4E12-C13C-49D5-4C3E404B90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0FFD85-F4AC-F6CD-822C-70699098E07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02603E47-1182-8408-3574-B0763C5AD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411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5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D1D3A82-DD59-235A-767E-8C50DD7DF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8603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D3A82-DD59-235A-767E-8C50DD7DF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41F93BD7-6629-2BDA-2DDE-0C905A4F1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CB66C06-7B2F-7BE2-A367-7DDD72632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799"/>
            <a:ext cx="3420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6ED309D-FD15-68C4-E2F1-BE4E904F6B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8000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047C52C7-8864-3BB3-2836-73796CCAB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8002" y="8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9344FF3-624C-456D-BB87-B0DEEFF54F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8000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5968EF6-F968-3F1D-D6EA-258E58B582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8002" y="17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1A67B7A3-26B4-B088-B38B-A4EC107951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48000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C66B580D-0D66-09A6-C58B-ECE8F569C3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8002" y="26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ADB76CFE-1E27-4B7E-FC94-06990F8D06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48000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8B8D081D-9B4F-F6EC-B455-CE69A72CE1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002" y="35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31E03DD0-C0DC-23EA-808B-5F7A1982B0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8000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3793D01F-0860-98F2-29FB-1C4AE36F7D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002" y="44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5A820D2B-DC0E-CB92-F4E4-41D8DBFE47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8000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A4933F59-9C6B-BD06-18AC-8BE0C9B8CE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002" y="53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BCD96-BAED-99F7-F511-59C8FCB4F7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D9AFD3CE-B9C6-DD2D-4D3D-1C988CF93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94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6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5F7E659-09C6-F64B-03E2-84676E702F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128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F7E659-09C6-F64B-03E2-84676E702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F48D65F2-5B45-F86A-C4F2-07779F0ED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0DF7FA5-A05F-4246-C79F-001C46800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4D64BFD-9C90-593A-5B75-12D2434CFC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8000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A0DD48D7-E4D3-B7F6-6407-529AA5D70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8002" y="8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E1270E38-B76C-FB66-AF86-F5A5D9BA5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8000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43C5AA4-095B-1A36-0743-40E26176FE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8002" y="17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2D66FE62-C743-B687-35BE-926213FE7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48000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06B808A-B24A-4A34-8FEB-77AC08F6F1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8002" y="26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CABB420A-92EF-3AE6-E3BE-02E077D5BD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48000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EF97800C-FDC3-D439-322C-DB550C6A02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002" y="35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90AE51B-59A3-37F5-AFFA-92D888F327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8000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B4A6DB1E-9602-E368-6205-5DAD677F45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002" y="44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BA825D2C-AAA8-6CA1-78D5-DD9AACF965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8000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93B5A6D9-3E97-A018-F608-E1789B189E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002" y="53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159C1-971B-AE53-D1B1-8B4987AC406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E9135F0-0001-B72A-AC68-5175C8296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26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1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56DC24F-C58B-A46E-946F-B9309A93ED7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5821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6DC24F-C58B-A46E-946F-B9309A93ED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hape">
            <a:extLst>
              <a:ext uri="{FF2B5EF4-FFF2-40B4-BE49-F238E27FC236}">
                <a16:creationId xmlns:a16="http://schemas.microsoft.com/office/drawing/2014/main" id="{1C7DFE98-A72A-B24C-47DF-924620894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Title">
            <a:extLst>
              <a:ext uri="{FF2B5EF4-FFF2-40B4-BE49-F238E27FC236}">
                <a16:creationId xmlns:a16="http://schemas.microsoft.com/office/drawing/2014/main" id="{F4442CFC-D399-50C4-C673-13B47B056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" name="Text Placeholder 19">
            <a:extLst>
              <a:ext uri="{FF2B5EF4-FFF2-40B4-BE49-F238E27FC236}">
                <a16:creationId xmlns:a16="http://schemas.microsoft.com/office/drawing/2014/main" id="{D32178DD-8527-BDD4-3B53-E257A9F39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998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3" name="Text Placeholder 21">
            <a:extLst>
              <a:ext uri="{FF2B5EF4-FFF2-40B4-BE49-F238E27FC236}">
                <a16:creationId xmlns:a16="http://schemas.microsoft.com/office/drawing/2014/main" id="{646A0726-B96A-8DA4-3FCC-DF297A887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998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64" name="Text Placeholder 19">
            <a:extLst>
              <a:ext uri="{FF2B5EF4-FFF2-40B4-BE49-F238E27FC236}">
                <a16:creationId xmlns:a16="http://schemas.microsoft.com/office/drawing/2014/main" id="{7F694670-8215-AF5D-2F2F-6F529D079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9998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5" name="Text Placeholder 21">
            <a:extLst>
              <a:ext uri="{FF2B5EF4-FFF2-40B4-BE49-F238E27FC236}">
                <a16:creationId xmlns:a16="http://schemas.microsoft.com/office/drawing/2014/main" id="{97A38BD3-583B-E404-B524-A7B9FF6E5A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998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66" name="Text Placeholder 19">
            <a:extLst>
              <a:ext uri="{FF2B5EF4-FFF2-40B4-BE49-F238E27FC236}">
                <a16:creationId xmlns:a16="http://schemas.microsoft.com/office/drawing/2014/main" id="{2853EA1E-FDD8-CE47-3166-A764F945B5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9998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7" name="Text Placeholder 21">
            <a:extLst>
              <a:ext uri="{FF2B5EF4-FFF2-40B4-BE49-F238E27FC236}">
                <a16:creationId xmlns:a16="http://schemas.microsoft.com/office/drawing/2014/main" id="{6F4E89E5-D63F-8F9D-8FE6-E37E80405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9998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68" name="Text Placeholder 19">
            <a:extLst>
              <a:ext uri="{FF2B5EF4-FFF2-40B4-BE49-F238E27FC236}">
                <a16:creationId xmlns:a16="http://schemas.microsoft.com/office/drawing/2014/main" id="{AFEE4559-625F-5E6C-F99E-25D2A0C7C9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5043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69" name="Text Placeholder 21">
            <a:extLst>
              <a:ext uri="{FF2B5EF4-FFF2-40B4-BE49-F238E27FC236}">
                <a16:creationId xmlns:a16="http://schemas.microsoft.com/office/drawing/2014/main" id="{6E1E0F5F-071B-1464-A0D9-58B10A955D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5043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0" name="Text Placeholder 19">
            <a:extLst>
              <a:ext uri="{FF2B5EF4-FFF2-40B4-BE49-F238E27FC236}">
                <a16:creationId xmlns:a16="http://schemas.microsoft.com/office/drawing/2014/main" id="{9E0F224C-12FE-E76F-1A9E-9E216FC532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95043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1" name="Text Placeholder 21">
            <a:extLst>
              <a:ext uri="{FF2B5EF4-FFF2-40B4-BE49-F238E27FC236}">
                <a16:creationId xmlns:a16="http://schemas.microsoft.com/office/drawing/2014/main" id="{A86D9899-4D7C-FC51-7009-6B67588D66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95043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2" name="Text Placeholder 19">
            <a:extLst>
              <a:ext uri="{FF2B5EF4-FFF2-40B4-BE49-F238E27FC236}">
                <a16:creationId xmlns:a16="http://schemas.microsoft.com/office/drawing/2014/main" id="{574E6916-32A8-9EAF-084D-F6F5CD7092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5043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3" name="Text Placeholder 21">
            <a:extLst>
              <a:ext uri="{FF2B5EF4-FFF2-40B4-BE49-F238E27FC236}">
                <a16:creationId xmlns:a16="http://schemas.microsoft.com/office/drawing/2014/main" id="{5CBBAE38-AD5E-2471-A409-4D2BD0A244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5043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4" name="Text Placeholder 19">
            <a:extLst>
              <a:ext uri="{FF2B5EF4-FFF2-40B4-BE49-F238E27FC236}">
                <a16:creationId xmlns:a16="http://schemas.microsoft.com/office/drawing/2014/main" id="{29F46D8A-65C5-6FA7-E416-B9CD2F4335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087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5" name="Text Placeholder 21">
            <a:extLst>
              <a:ext uri="{FF2B5EF4-FFF2-40B4-BE49-F238E27FC236}">
                <a16:creationId xmlns:a16="http://schemas.microsoft.com/office/drawing/2014/main" id="{324CA7D8-CE46-9460-F434-96CE0C1723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0087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6" name="Text Placeholder 19">
            <a:extLst>
              <a:ext uri="{FF2B5EF4-FFF2-40B4-BE49-F238E27FC236}">
                <a16:creationId xmlns:a16="http://schemas.microsoft.com/office/drawing/2014/main" id="{47FE7DDD-4DE2-5E0D-C1A2-6C5B022BD2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70087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7" name="Text Placeholder 21">
            <a:extLst>
              <a:ext uri="{FF2B5EF4-FFF2-40B4-BE49-F238E27FC236}">
                <a16:creationId xmlns:a16="http://schemas.microsoft.com/office/drawing/2014/main" id="{E203E916-8E51-91EB-1E2E-210C4B5D26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087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78" name="Text Placeholder 19">
            <a:extLst>
              <a:ext uri="{FF2B5EF4-FFF2-40B4-BE49-F238E27FC236}">
                <a16:creationId xmlns:a16="http://schemas.microsoft.com/office/drawing/2014/main" id="{A4164FB2-877B-7BEE-7048-E13866F248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70087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79" name="Text Placeholder 21">
            <a:extLst>
              <a:ext uri="{FF2B5EF4-FFF2-40B4-BE49-F238E27FC236}">
                <a16:creationId xmlns:a16="http://schemas.microsoft.com/office/drawing/2014/main" id="{A7FB8E93-BEB7-4497-9540-87E30AC992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0087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5505E-3074-C6B6-2E88-8B17F4A76C4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A93E65D-EA66-126D-2D49-2ACB491D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181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2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B2A751B-BEE2-5E48-BF58-00CB3B368B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951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2A751B-BEE2-5E48-BF58-00CB3B368B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89537572-0E57-45CD-C97B-E0BB52E7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18CBDB4D-0EB6-3B1E-347B-C9E02AF01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09A1FD2A-FDCF-7768-ED02-C7BA59A9AE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9998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D438E143-92E3-7B4C-74A4-8E50D4578C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998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8D06E11-7C80-BCA0-2269-C4CE309DA6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9998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1EE8578A-61C1-5377-D10E-706A208A8E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998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1B3F1BD-2CE1-CEBF-FC31-FDCFB8754D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9998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3A58B886-0749-9CD1-9AF0-4870B14C3F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9998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3D5A0A71-4606-1779-D5F9-80F8CE9641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95043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83248F4A-0750-ED62-7DF8-F129C6C4A0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95043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8E66CCF1-7C7E-CFFF-7AE8-857BDBC6227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95043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8A534D67-265E-8D8F-FE7F-13B2AA324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95043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42823B-DA68-1A2F-613F-A2137BDC56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5043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0A26121A-1815-CF18-0C57-1D796DC3B4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95043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2F2FFF2E-ED3D-D3FB-CE75-B1CB069C1A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087" y="684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E09510A2-3CC3-D401-0E6D-E814CDE097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0087" y="1296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50C852AC-AF92-CD04-6AF9-2C54DFD5BAA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70087" y="2592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A698065C-789E-A9F6-8B60-F204636562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087" y="3204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3A0F6750-C8ED-D6F9-24E1-767618C378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70087" y="4500000"/>
            <a:ext cx="2376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EE29634A-BA58-50C1-A804-E2E0881F0FE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0087" y="5112000"/>
            <a:ext cx="2376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C68614-3C1F-EA6D-8F7C-326535AF678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AFE7CC84-95AE-3982-B621-8CE5BBFDD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06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5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D6C3DB4-4590-F50C-13CE-861B8AB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22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6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F608F33-4704-9C45-8E7C-37AB3AE4D9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2388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608F33-4704-9C45-8E7C-37AB3AE4D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4EE74937-DA56-F252-D48E-3B61C2ACA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F37F157-B9DA-BFA6-51B4-68D71DA87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799"/>
            <a:ext cx="208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42E5CB7B-9CBF-0D4D-E281-3EAD83118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62227333-78E2-4FDE-859B-D4372270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DE431332-1001-73A9-F6F6-330BC8427A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4795A6B-A5FB-47CB-605B-66B1126D2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9F49C361-AEF3-865C-E4DA-5BE6566F26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E0DAE8D7-7ADA-D422-5316-5A536DFDCE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D7FE1143-A384-6CA4-BA02-9FD1D22729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7E7586CA-D10B-E605-89DE-E92C69BA53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6A16E65-F462-BEF6-E765-2EB951B2E1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D4877544-577F-AD1B-04D3-FC86831385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3E9FA4BC-91EE-5E6B-6063-77AD22CC15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2805126F-3113-7CD1-34D9-9BB023BB8A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CD76D-0D81-9263-383E-E707CF52A17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08A8278-066B-C367-973D-6C1A5C44B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5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4932000" cy="2880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rgbClr val="4CD300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DDCD-84F7-098A-093D-6421BE7781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8800" y="3312000"/>
            <a:ext cx="4932000" cy="2780824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summary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B0A33B1-3FF4-4137-0B16-2BD702BBA6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28000" y="189000"/>
            <a:ext cx="6373200" cy="6480000"/>
          </a:xfrm>
          <a:custGeom>
            <a:avLst/>
            <a:gdLst>
              <a:gd name="connsiteX0" fmla="*/ 1892106 w 6459796"/>
              <a:gd name="connsiteY0" fmla="*/ 0 h 6459796"/>
              <a:gd name="connsiteX1" fmla="*/ 4567690 w 6459796"/>
              <a:gd name="connsiteY1" fmla="*/ 0 h 6459796"/>
              <a:gd name="connsiteX2" fmla="*/ 6459796 w 6459796"/>
              <a:gd name="connsiteY2" fmla="*/ 1892106 h 6459796"/>
              <a:gd name="connsiteX3" fmla="*/ 6459796 w 6459796"/>
              <a:gd name="connsiteY3" fmla="*/ 4567690 h 6459796"/>
              <a:gd name="connsiteX4" fmla="*/ 4567690 w 6459796"/>
              <a:gd name="connsiteY4" fmla="*/ 6459796 h 6459796"/>
              <a:gd name="connsiteX5" fmla="*/ 1892106 w 6459796"/>
              <a:gd name="connsiteY5" fmla="*/ 6459796 h 6459796"/>
              <a:gd name="connsiteX6" fmla="*/ 0 w 6459796"/>
              <a:gd name="connsiteY6" fmla="*/ 4567690 h 6459796"/>
              <a:gd name="connsiteX7" fmla="*/ 0 w 6459796"/>
              <a:gd name="connsiteY7" fmla="*/ 1892106 h 645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59796" h="6459796">
                <a:moveTo>
                  <a:pt x="1892106" y="0"/>
                </a:moveTo>
                <a:lnTo>
                  <a:pt x="4567690" y="0"/>
                </a:lnTo>
                <a:lnTo>
                  <a:pt x="6459796" y="1892106"/>
                </a:lnTo>
                <a:lnTo>
                  <a:pt x="6459796" y="4567690"/>
                </a:lnTo>
                <a:lnTo>
                  <a:pt x="4567690" y="6459796"/>
                </a:lnTo>
                <a:lnTo>
                  <a:pt x="1892106" y="6459796"/>
                </a:lnTo>
                <a:lnTo>
                  <a:pt x="0" y="4567690"/>
                </a:lnTo>
                <a:lnTo>
                  <a:pt x="0" y="18921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1427034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396000"/>
            <a:ext cx="4932000" cy="2880001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rgbClr val="E7FF00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DDCD-84F7-098A-093D-6421BE7781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999" y="3312000"/>
            <a:ext cx="4932000" cy="2780824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summary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2F8041B-C061-F3DA-BD64-F8BF7279C14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27999" y="0"/>
            <a:ext cx="6563999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 anchor="ctr" anchorCtr="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E3FADD6-5E3C-72EF-F3D2-A809E5E16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54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image connec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9" y="396000"/>
            <a:ext cx="4464000" cy="2880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D5845B4-0CCF-8E55-0D3C-26D69C2B93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8800" y="3312000"/>
            <a:ext cx="4464000" cy="2780824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summary</a:t>
            </a:r>
          </a:p>
        </p:txBody>
      </p:sp>
      <p:sp>
        <p:nvSpPr>
          <p:cNvPr id="9" name="Picture Placeholder A">
            <a:extLst>
              <a:ext uri="{FF2B5EF4-FFF2-40B4-BE49-F238E27FC236}">
                <a16:creationId xmlns:a16="http://schemas.microsoft.com/office/drawing/2014/main" id="{C3C489BF-58C7-1C89-1055-5CF03DA480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5628" y="396000"/>
            <a:ext cx="3564000" cy="2808000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B">
            <a:extLst>
              <a:ext uri="{FF2B5EF4-FFF2-40B4-BE49-F238E27FC236}">
                <a16:creationId xmlns:a16="http://schemas.microsoft.com/office/drawing/2014/main" id="{28B8AAC1-0E69-E07E-DA85-B5BAF6B371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22800" y="2094868"/>
            <a:ext cx="2988000" cy="3997956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4282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image connec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1A7BA3C9-FC2A-5919-2A3D-1B220763C1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69440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7BA3C9-FC2A-5919-2A3D-1B220763C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9" y="396000"/>
            <a:ext cx="8496000" cy="1728000"/>
          </a:xfrm>
        </p:spPr>
        <p:txBody>
          <a:bodyPr vert="horz"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Picture Placeholder A">
            <a:extLst>
              <a:ext uri="{FF2B5EF4-FFF2-40B4-BE49-F238E27FC236}">
                <a16:creationId xmlns:a16="http://schemas.microsoft.com/office/drawing/2014/main" id="{6D697B34-4542-D8A5-1A93-740278D856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8801" y="2130197"/>
            <a:ext cx="5614871" cy="3024000"/>
          </a:xfrm>
          <a:solidFill>
            <a:schemeClr val="bg1">
              <a:lumMod val="95000"/>
            </a:schemeClr>
          </a:solidFill>
        </p:spPr>
        <p:txBody>
          <a:bodyPr lIns="180000" tIns="108000"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B">
            <a:extLst>
              <a:ext uri="{FF2B5EF4-FFF2-40B4-BE49-F238E27FC236}">
                <a16:creationId xmlns:a16="http://schemas.microsoft.com/office/drawing/2014/main" id="{54549A8F-CD9F-11E9-3856-5721AD92B0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3672" y="3354592"/>
            <a:ext cx="5617129" cy="3024608"/>
          </a:xfrm>
          <a:solidFill>
            <a:schemeClr val="bg1">
              <a:lumMod val="95000"/>
            </a:schemeClr>
          </a:solidFill>
        </p:spPr>
        <p:txBody>
          <a:bodyPr lIns="180000" tIns="10800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5669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496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000000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7E8E03-AEC3-561D-DDC1-1C97AB5F008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" y="2324099"/>
            <a:ext cx="12193197" cy="4533900"/>
          </a:xfrm>
          <a:custGeom>
            <a:avLst/>
            <a:gdLst>
              <a:gd name="connsiteX0" fmla="*/ 434412 w 12193197"/>
              <a:gd name="connsiteY0" fmla="*/ 4230895 h 4533900"/>
              <a:gd name="connsiteX1" fmla="*/ 452515 w 12193197"/>
              <a:gd name="connsiteY1" fmla="*/ 4230895 h 4533900"/>
              <a:gd name="connsiteX2" fmla="*/ 452515 w 12193197"/>
              <a:gd name="connsiteY2" fmla="*/ 4303613 h 4533900"/>
              <a:gd name="connsiteX3" fmla="*/ 434412 w 12193197"/>
              <a:gd name="connsiteY3" fmla="*/ 4303613 h 4533900"/>
              <a:gd name="connsiteX4" fmla="*/ 316283 w 12193197"/>
              <a:gd name="connsiteY4" fmla="*/ 4194689 h 4533900"/>
              <a:gd name="connsiteX5" fmla="*/ 343591 w 12193197"/>
              <a:gd name="connsiteY5" fmla="*/ 4194689 h 4533900"/>
              <a:gd name="connsiteX6" fmla="*/ 343591 w 12193197"/>
              <a:gd name="connsiteY6" fmla="*/ 4303613 h 4533900"/>
              <a:gd name="connsiteX7" fmla="*/ 316283 w 12193197"/>
              <a:gd name="connsiteY7" fmla="*/ 4303613 h 4533900"/>
              <a:gd name="connsiteX8" fmla="*/ 911528 w 12193197"/>
              <a:gd name="connsiteY8" fmla="*/ 4191621 h 4533900"/>
              <a:gd name="connsiteX9" fmla="*/ 943745 w 12193197"/>
              <a:gd name="connsiteY9" fmla="*/ 4238565 h 4533900"/>
              <a:gd name="connsiteX10" fmla="*/ 911528 w 12193197"/>
              <a:gd name="connsiteY10" fmla="*/ 4282441 h 4533900"/>
              <a:gd name="connsiteX11" fmla="*/ 878083 w 12193197"/>
              <a:gd name="connsiteY11" fmla="*/ 4236417 h 4533900"/>
              <a:gd name="connsiteX12" fmla="*/ 911528 w 12193197"/>
              <a:gd name="connsiteY12" fmla="*/ 4191621 h 4533900"/>
              <a:gd name="connsiteX13" fmla="*/ 638453 w 12193197"/>
              <a:gd name="connsiteY13" fmla="*/ 4191315 h 4533900"/>
              <a:gd name="connsiteX14" fmla="*/ 670669 w 12193197"/>
              <a:gd name="connsiteY14" fmla="*/ 4239180 h 4533900"/>
              <a:gd name="connsiteX15" fmla="*/ 637532 w 12193197"/>
              <a:gd name="connsiteY15" fmla="*/ 4285203 h 4533900"/>
              <a:gd name="connsiteX16" fmla="*/ 605008 w 12193197"/>
              <a:gd name="connsiteY16" fmla="*/ 4236418 h 4533900"/>
              <a:gd name="connsiteX17" fmla="*/ 638453 w 12193197"/>
              <a:gd name="connsiteY17" fmla="*/ 4191315 h 4533900"/>
              <a:gd name="connsiteX18" fmla="*/ 1049294 w 12193197"/>
              <a:gd name="connsiteY18" fmla="*/ 4190701 h 4533900"/>
              <a:gd name="connsiteX19" fmla="*/ 1082739 w 12193197"/>
              <a:gd name="connsiteY19" fmla="*/ 4238566 h 4533900"/>
              <a:gd name="connsiteX20" fmla="*/ 1049601 w 12193197"/>
              <a:gd name="connsiteY20" fmla="*/ 4285510 h 4533900"/>
              <a:gd name="connsiteX21" fmla="*/ 1015543 w 12193197"/>
              <a:gd name="connsiteY21" fmla="*/ 4238566 h 4533900"/>
              <a:gd name="connsiteX22" fmla="*/ 1049294 w 12193197"/>
              <a:gd name="connsiteY22" fmla="*/ 4190701 h 4533900"/>
              <a:gd name="connsiteX23" fmla="*/ 775604 w 12193197"/>
              <a:gd name="connsiteY23" fmla="*/ 4190701 h 4533900"/>
              <a:gd name="connsiteX24" fmla="*/ 806900 w 12193197"/>
              <a:gd name="connsiteY24" fmla="*/ 4223224 h 4533900"/>
              <a:gd name="connsiteX25" fmla="*/ 742773 w 12193197"/>
              <a:gd name="connsiteY25" fmla="*/ 4223224 h 4533900"/>
              <a:gd name="connsiteX26" fmla="*/ 775604 w 12193197"/>
              <a:gd name="connsiteY26" fmla="*/ 4190701 h 4533900"/>
              <a:gd name="connsiteX27" fmla="*/ 398206 w 12193197"/>
              <a:gd name="connsiteY27" fmla="*/ 4176587 h 4533900"/>
              <a:gd name="connsiteX28" fmla="*/ 425514 w 12193197"/>
              <a:gd name="connsiteY28" fmla="*/ 4176587 h 4533900"/>
              <a:gd name="connsiteX29" fmla="*/ 425514 w 12193197"/>
              <a:gd name="connsiteY29" fmla="*/ 4285510 h 4533900"/>
              <a:gd name="connsiteX30" fmla="*/ 398206 w 12193197"/>
              <a:gd name="connsiteY30" fmla="*/ 4285510 h 4533900"/>
              <a:gd name="connsiteX31" fmla="*/ 288976 w 12193197"/>
              <a:gd name="connsiteY31" fmla="*/ 4176280 h 4533900"/>
              <a:gd name="connsiteX32" fmla="*/ 307078 w 12193197"/>
              <a:gd name="connsiteY32" fmla="*/ 4176280 h 4533900"/>
              <a:gd name="connsiteX33" fmla="*/ 307078 w 12193197"/>
              <a:gd name="connsiteY33" fmla="*/ 4248998 h 4533900"/>
              <a:gd name="connsiteX34" fmla="*/ 288976 w 12193197"/>
              <a:gd name="connsiteY34" fmla="*/ 4248998 h 4533900"/>
              <a:gd name="connsiteX35" fmla="*/ 903550 w 12193197"/>
              <a:gd name="connsiteY35" fmla="*/ 4170143 h 4533900"/>
              <a:gd name="connsiteX36" fmla="*/ 846787 w 12193197"/>
              <a:gd name="connsiteY36" fmla="*/ 4237645 h 4533900"/>
              <a:gd name="connsiteX37" fmla="*/ 904777 w 12193197"/>
              <a:gd name="connsiteY37" fmla="*/ 4303612 h 4533900"/>
              <a:gd name="connsiteX38" fmla="*/ 944358 w 12193197"/>
              <a:gd name="connsiteY38" fmla="*/ 4282748 h 4533900"/>
              <a:gd name="connsiteX39" fmla="*/ 944358 w 12193197"/>
              <a:gd name="connsiteY39" fmla="*/ 4297783 h 4533900"/>
              <a:gd name="connsiteX40" fmla="*/ 912141 w 12193197"/>
              <a:gd name="connsiteY40" fmla="*/ 4333375 h 4533900"/>
              <a:gd name="connsiteX41" fmla="*/ 882686 w 12193197"/>
              <a:gd name="connsiteY41" fmla="*/ 4315885 h 4533900"/>
              <a:gd name="connsiteX42" fmla="*/ 880231 w 12193197"/>
              <a:gd name="connsiteY42" fmla="*/ 4313738 h 4533900"/>
              <a:gd name="connsiteX43" fmla="*/ 853537 w 12193197"/>
              <a:gd name="connsiteY43" fmla="*/ 4313738 h 4533900"/>
              <a:gd name="connsiteX44" fmla="*/ 851389 w 12193197"/>
              <a:gd name="connsiteY44" fmla="*/ 4315885 h 4533900"/>
              <a:gd name="connsiteX45" fmla="*/ 910914 w 12193197"/>
              <a:gd name="connsiteY45" fmla="*/ 4354852 h 4533900"/>
              <a:gd name="connsiteX46" fmla="*/ 972586 w 12193197"/>
              <a:gd name="connsiteY46" fmla="*/ 4298090 h 4533900"/>
              <a:gd name="connsiteX47" fmla="*/ 972280 w 12193197"/>
              <a:gd name="connsiteY47" fmla="*/ 4233349 h 4533900"/>
              <a:gd name="connsiteX48" fmla="*/ 973814 w 12193197"/>
              <a:gd name="connsiteY48" fmla="*/ 4174439 h 4533900"/>
              <a:gd name="connsiteX49" fmla="*/ 971666 w 12193197"/>
              <a:gd name="connsiteY49" fmla="*/ 4172291 h 4533900"/>
              <a:gd name="connsiteX50" fmla="*/ 944665 w 12193197"/>
              <a:gd name="connsiteY50" fmla="*/ 4172291 h 4533900"/>
              <a:gd name="connsiteX51" fmla="*/ 942517 w 12193197"/>
              <a:gd name="connsiteY51" fmla="*/ 4174439 h 4533900"/>
              <a:gd name="connsiteX52" fmla="*/ 943131 w 12193197"/>
              <a:gd name="connsiteY52" fmla="*/ 4189166 h 4533900"/>
              <a:gd name="connsiteX53" fmla="*/ 903550 w 12193197"/>
              <a:gd name="connsiteY53" fmla="*/ 4170143 h 4533900"/>
              <a:gd name="connsiteX54" fmla="*/ 629861 w 12193197"/>
              <a:gd name="connsiteY54" fmla="*/ 4169530 h 4533900"/>
              <a:gd name="connsiteX55" fmla="*/ 573405 w 12193197"/>
              <a:gd name="connsiteY55" fmla="*/ 4238566 h 4533900"/>
              <a:gd name="connsiteX56" fmla="*/ 629248 w 12193197"/>
              <a:gd name="connsiteY56" fmla="*/ 4306681 h 4533900"/>
              <a:gd name="connsiteX57" fmla="*/ 669749 w 12193197"/>
              <a:gd name="connsiteY57" fmla="*/ 4285817 h 4533900"/>
              <a:gd name="connsiteX58" fmla="*/ 669135 w 12193197"/>
              <a:gd name="connsiteY58" fmla="*/ 4302079 h 4533900"/>
              <a:gd name="connsiteX59" fmla="*/ 671283 w 12193197"/>
              <a:gd name="connsiteY59" fmla="*/ 4304227 h 4533900"/>
              <a:gd name="connsiteX60" fmla="*/ 698591 w 12193197"/>
              <a:gd name="connsiteY60" fmla="*/ 4304227 h 4533900"/>
              <a:gd name="connsiteX61" fmla="*/ 700739 w 12193197"/>
              <a:gd name="connsiteY61" fmla="*/ 4302079 h 4533900"/>
              <a:gd name="connsiteX62" fmla="*/ 700125 w 12193197"/>
              <a:gd name="connsiteY62" fmla="*/ 4237645 h 4533900"/>
              <a:gd name="connsiteX63" fmla="*/ 700739 w 12193197"/>
              <a:gd name="connsiteY63" fmla="*/ 4174132 h 4533900"/>
              <a:gd name="connsiteX64" fmla="*/ 698591 w 12193197"/>
              <a:gd name="connsiteY64" fmla="*/ 4171985 h 4533900"/>
              <a:gd name="connsiteX65" fmla="*/ 671283 w 12193197"/>
              <a:gd name="connsiteY65" fmla="*/ 4171985 h 4533900"/>
              <a:gd name="connsiteX66" fmla="*/ 669135 w 12193197"/>
              <a:gd name="connsiteY66" fmla="*/ 4174132 h 4533900"/>
              <a:gd name="connsiteX67" fmla="*/ 669749 w 12193197"/>
              <a:gd name="connsiteY67" fmla="*/ 4188860 h 4533900"/>
              <a:gd name="connsiteX68" fmla="*/ 629861 w 12193197"/>
              <a:gd name="connsiteY68" fmla="*/ 4169530 h 4533900"/>
              <a:gd name="connsiteX69" fmla="*/ 1049601 w 12193197"/>
              <a:gd name="connsiteY69" fmla="*/ 4169223 h 4533900"/>
              <a:gd name="connsiteX70" fmla="*/ 984247 w 12193197"/>
              <a:gd name="connsiteY70" fmla="*/ 4238873 h 4533900"/>
              <a:gd name="connsiteX71" fmla="*/ 1049601 w 12193197"/>
              <a:gd name="connsiteY71" fmla="*/ 4307602 h 4533900"/>
              <a:gd name="connsiteX72" fmla="*/ 1114342 w 12193197"/>
              <a:gd name="connsiteY72" fmla="*/ 4237952 h 4533900"/>
              <a:gd name="connsiteX73" fmla="*/ 1049601 w 12193197"/>
              <a:gd name="connsiteY73" fmla="*/ 4169223 h 4533900"/>
              <a:gd name="connsiteX74" fmla="*/ 774990 w 12193197"/>
              <a:gd name="connsiteY74" fmla="*/ 4168916 h 4533900"/>
              <a:gd name="connsiteX75" fmla="*/ 710556 w 12193197"/>
              <a:gd name="connsiteY75" fmla="*/ 4238566 h 4533900"/>
              <a:gd name="connsiteX76" fmla="*/ 775910 w 12193197"/>
              <a:gd name="connsiteY76" fmla="*/ 4307295 h 4533900"/>
              <a:gd name="connsiteX77" fmla="*/ 836049 w 12193197"/>
              <a:gd name="connsiteY77" fmla="*/ 4264339 h 4533900"/>
              <a:gd name="connsiteX78" fmla="*/ 834208 w 12193197"/>
              <a:gd name="connsiteY78" fmla="*/ 4262191 h 4533900"/>
              <a:gd name="connsiteX79" fmla="*/ 808434 w 12193197"/>
              <a:gd name="connsiteY79" fmla="*/ 4262191 h 4533900"/>
              <a:gd name="connsiteX80" fmla="*/ 805980 w 12193197"/>
              <a:gd name="connsiteY80" fmla="*/ 4264339 h 4533900"/>
              <a:gd name="connsiteX81" fmla="*/ 776524 w 12193197"/>
              <a:gd name="connsiteY81" fmla="*/ 4285510 h 4533900"/>
              <a:gd name="connsiteX82" fmla="*/ 741546 w 12193197"/>
              <a:gd name="connsiteY82" fmla="*/ 4244088 h 4533900"/>
              <a:gd name="connsiteX83" fmla="*/ 837890 w 12193197"/>
              <a:gd name="connsiteY83" fmla="*/ 4244088 h 4533900"/>
              <a:gd name="connsiteX84" fmla="*/ 840037 w 12193197"/>
              <a:gd name="connsiteY84" fmla="*/ 4241941 h 4533900"/>
              <a:gd name="connsiteX85" fmla="*/ 774990 w 12193197"/>
              <a:gd name="connsiteY85" fmla="*/ 4168916 h 4533900"/>
              <a:gd name="connsiteX86" fmla="*/ 1199334 w 12193197"/>
              <a:gd name="connsiteY86" fmla="*/ 4168609 h 4533900"/>
              <a:gd name="connsiteX87" fmla="*/ 1156071 w 12193197"/>
              <a:gd name="connsiteY87" fmla="*/ 4191007 h 4533900"/>
              <a:gd name="connsiteX88" fmla="*/ 1156685 w 12193197"/>
              <a:gd name="connsiteY88" fmla="*/ 4173825 h 4533900"/>
              <a:gd name="connsiteX89" fmla="*/ 1154537 w 12193197"/>
              <a:gd name="connsiteY89" fmla="*/ 4171677 h 4533900"/>
              <a:gd name="connsiteX90" fmla="*/ 1128764 w 12193197"/>
              <a:gd name="connsiteY90" fmla="*/ 4171677 h 4533900"/>
              <a:gd name="connsiteX91" fmla="*/ 1126616 w 12193197"/>
              <a:gd name="connsiteY91" fmla="*/ 4173825 h 4533900"/>
              <a:gd name="connsiteX92" fmla="*/ 1126923 w 12193197"/>
              <a:gd name="connsiteY92" fmla="*/ 4241940 h 4533900"/>
              <a:gd name="connsiteX93" fmla="*/ 1126309 w 12193197"/>
              <a:gd name="connsiteY93" fmla="*/ 4302078 h 4533900"/>
              <a:gd name="connsiteX94" fmla="*/ 1128457 w 12193197"/>
              <a:gd name="connsiteY94" fmla="*/ 4304226 h 4533900"/>
              <a:gd name="connsiteX95" fmla="*/ 1155765 w 12193197"/>
              <a:gd name="connsiteY95" fmla="*/ 4303919 h 4533900"/>
              <a:gd name="connsiteX96" fmla="*/ 1157912 w 12193197"/>
              <a:gd name="connsiteY96" fmla="*/ 4301772 h 4533900"/>
              <a:gd name="connsiteX97" fmla="*/ 1157298 w 12193197"/>
              <a:gd name="connsiteY97" fmla="*/ 4247770 h 4533900"/>
              <a:gd name="connsiteX98" fmla="*/ 1157298 w 12193197"/>
              <a:gd name="connsiteY98" fmla="*/ 4233349 h 4533900"/>
              <a:gd name="connsiteX99" fmla="*/ 1189821 w 12193197"/>
              <a:gd name="connsiteY99" fmla="*/ 4192848 h 4533900"/>
              <a:gd name="connsiteX100" fmla="*/ 1214061 w 12193197"/>
              <a:gd name="connsiteY100" fmla="*/ 4221383 h 4533900"/>
              <a:gd name="connsiteX101" fmla="*/ 1214061 w 12193197"/>
              <a:gd name="connsiteY101" fmla="*/ 4247770 h 4533900"/>
              <a:gd name="connsiteX102" fmla="*/ 1213448 w 12193197"/>
              <a:gd name="connsiteY102" fmla="*/ 4301772 h 4533900"/>
              <a:gd name="connsiteX103" fmla="*/ 1215596 w 12193197"/>
              <a:gd name="connsiteY103" fmla="*/ 4303919 h 4533900"/>
              <a:gd name="connsiteX104" fmla="*/ 1242904 w 12193197"/>
              <a:gd name="connsiteY104" fmla="*/ 4303919 h 4533900"/>
              <a:gd name="connsiteX105" fmla="*/ 1245051 w 12193197"/>
              <a:gd name="connsiteY105" fmla="*/ 4301772 h 4533900"/>
              <a:gd name="connsiteX106" fmla="*/ 1244438 w 12193197"/>
              <a:gd name="connsiteY106" fmla="*/ 4247770 h 4533900"/>
              <a:gd name="connsiteX107" fmla="*/ 1244438 w 12193197"/>
              <a:gd name="connsiteY107" fmla="*/ 4220463 h 4533900"/>
              <a:gd name="connsiteX108" fmla="*/ 1199334 w 12193197"/>
              <a:gd name="connsiteY108" fmla="*/ 4168609 h 4533900"/>
              <a:gd name="connsiteX109" fmla="*/ 352796 w 12193197"/>
              <a:gd name="connsiteY109" fmla="*/ 4153575 h 4533900"/>
              <a:gd name="connsiteX110" fmla="*/ 389308 w 12193197"/>
              <a:gd name="connsiteY110" fmla="*/ 4153575 h 4533900"/>
              <a:gd name="connsiteX111" fmla="*/ 389308 w 12193197"/>
              <a:gd name="connsiteY111" fmla="*/ 4326318 h 4533900"/>
              <a:gd name="connsiteX112" fmla="*/ 352796 w 12193197"/>
              <a:gd name="connsiteY112" fmla="*/ 4326318 h 4533900"/>
              <a:gd name="connsiteX113" fmla="*/ 434412 w 12193197"/>
              <a:gd name="connsiteY113" fmla="*/ 4103562 h 4533900"/>
              <a:gd name="connsiteX114" fmla="*/ 234667 w 12193197"/>
              <a:gd name="connsiteY114" fmla="*/ 4176280 h 4533900"/>
              <a:gd name="connsiteX115" fmla="*/ 307385 w 12193197"/>
              <a:gd name="connsiteY115" fmla="*/ 4376024 h 4533900"/>
              <a:gd name="connsiteX116" fmla="*/ 507130 w 12193197"/>
              <a:gd name="connsiteY116" fmla="*/ 4303306 h 4533900"/>
              <a:gd name="connsiteX117" fmla="*/ 6096604 w 12193197"/>
              <a:gd name="connsiteY117" fmla="*/ 0 h 4533900"/>
              <a:gd name="connsiteX118" fmla="*/ 12193197 w 12193197"/>
              <a:gd name="connsiteY118" fmla="*/ 2202541 h 4533900"/>
              <a:gd name="connsiteX119" fmla="*/ 12193197 w 12193197"/>
              <a:gd name="connsiteY119" fmla="*/ 4533900 h 4533900"/>
              <a:gd name="connsiteX120" fmla="*/ 0 w 12193197"/>
              <a:gd name="connsiteY120" fmla="*/ 4533900 h 4533900"/>
              <a:gd name="connsiteX121" fmla="*/ 0 w 12193197"/>
              <a:gd name="connsiteY121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93197" h="4533900">
                <a:moveTo>
                  <a:pt x="434412" y="4230895"/>
                </a:moveTo>
                <a:lnTo>
                  <a:pt x="452515" y="4230895"/>
                </a:lnTo>
                <a:lnTo>
                  <a:pt x="452515" y="4303613"/>
                </a:lnTo>
                <a:lnTo>
                  <a:pt x="434412" y="4303613"/>
                </a:lnTo>
                <a:close/>
                <a:moveTo>
                  <a:pt x="316283" y="4194689"/>
                </a:moveTo>
                <a:lnTo>
                  <a:pt x="343591" y="4194689"/>
                </a:lnTo>
                <a:lnTo>
                  <a:pt x="343591" y="4303613"/>
                </a:lnTo>
                <a:lnTo>
                  <a:pt x="316283" y="4303613"/>
                </a:lnTo>
                <a:close/>
                <a:moveTo>
                  <a:pt x="911528" y="4191621"/>
                </a:moveTo>
                <a:cubicBezTo>
                  <a:pt x="932699" y="4191928"/>
                  <a:pt x="944052" y="4208496"/>
                  <a:pt x="943745" y="4238565"/>
                </a:cubicBezTo>
                <a:cubicBezTo>
                  <a:pt x="943745" y="4268021"/>
                  <a:pt x="931778" y="4282441"/>
                  <a:pt x="911528" y="4282441"/>
                </a:cubicBezTo>
                <a:cubicBezTo>
                  <a:pt x="889743" y="4282748"/>
                  <a:pt x="878083" y="4266486"/>
                  <a:pt x="878083" y="4236417"/>
                </a:cubicBezTo>
                <a:cubicBezTo>
                  <a:pt x="878083" y="4208189"/>
                  <a:pt x="889436" y="4191314"/>
                  <a:pt x="911528" y="4191621"/>
                </a:cubicBezTo>
                <a:close/>
                <a:moveTo>
                  <a:pt x="638453" y="4191315"/>
                </a:moveTo>
                <a:cubicBezTo>
                  <a:pt x="659010" y="4191621"/>
                  <a:pt x="670976" y="4208497"/>
                  <a:pt x="670669" y="4239180"/>
                </a:cubicBezTo>
                <a:cubicBezTo>
                  <a:pt x="670363" y="4269862"/>
                  <a:pt x="658396" y="4285203"/>
                  <a:pt x="637532" y="4285203"/>
                </a:cubicBezTo>
                <a:cubicBezTo>
                  <a:pt x="616054" y="4285203"/>
                  <a:pt x="604701" y="4267408"/>
                  <a:pt x="605008" y="4236418"/>
                </a:cubicBezTo>
                <a:cubicBezTo>
                  <a:pt x="605008" y="4208190"/>
                  <a:pt x="615747" y="4191008"/>
                  <a:pt x="638453" y="4191315"/>
                </a:cubicBezTo>
                <a:close/>
                <a:moveTo>
                  <a:pt x="1049294" y="4190701"/>
                </a:moveTo>
                <a:cubicBezTo>
                  <a:pt x="1071693" y="4190701"/>
                  <a:pt x="1082739" y="4206963"/>
                  <a:pt x="1082739" y="4238566"/>
                </a:cubicBezTo>
                <a:cubicBezTo>
                  <a:pt x="1082739" y="4270169"/>
                  <a:pt x="1072000" y="4285510"/>
                  <a:pt x="1049601" y="4285510"/>
                </a:cubicBezTo>
                <a:cubicBezTo>
                  <a:pt x="1026896" y="4285510"/>
                  <a:pt x="1015850" y="4270169"/>
                  <a:pt x="1015543" y="4238566"/>
                </a:cubicBezTo>
                <a:cubicBezTo>
                  <a:pt x="1015543" y="4207269"/>
                  <a:pt x="1026589" y="4191008"/>
                  <a:pt x="1049294" y="4190701"/>
                </a:cubicBezTo>
                <a:close/>
                <a:moveTo>
                  <a:pt x="775604" y="4190701"/>
                </a:moveTo>
                <a:cubicBezTo>
                  <a:pt x="795854" y="4190701"/>
                  <a:pt x="805673" y="4206042"/>
                  <a:pt x="806900" y="4223224"/>
                </a:cubicBezTo>
                <a:lnTo>
                  <a:pt x="742773" y="4223224"/>
                </a:lnTo>
                <a:cubicBezTo>
                  <a:pt x="746148" y="4202053"/>
                  <a:pt x="757194" y="4190701"/>
                  <a:pt x="775604" y="4190701"/>
                </a:cubicBezTo>
                <a:close/>
                <a:moveTo>
                  <a:pt x="398206" y="4176587"/>
                </a:moveTo>
                <a:lnTo>
                  <a:pt x="425514" y="4176587"/>
                </a:lnTo>
                <a:lnTo>
                  <a:pt x="425514" y="4285510"/>
                </a:lnTo>
                <a:lnTo>
                  <a:pt x="398206" y="4285510"/>
                </a:lnTo>
                <a:close/>
                <a:moveTo>
                  <a:pt x="288976" y="4176280"/>
                </a:moveTo>
                <a:lnTo>
                  <a:pt x="307078" y="4176280"/>
                </a:lnTo>
                <a:lnTo>
                  <a:pt x="307078" y="4248998"/>
                </a:lnTo>
                <a:lnTo>
                  <a:pt x="288976" y="4248998"/>
                </a:lnTo>
                <a:close/>
                <a:moveTo>
                  <a:pt x="903550" y="4170143"/>
                </a:moveTo>
                <a:cubicBezTo>
                  <a:pt x="867958" y="4170143"/>
                  <a:pt x="846787" y="4200519"/>
                  <a:pt x="846787" y="4237645"/>
                </a:cubicBezTo>
                <a:cubicBezTo>
                  <a:pt x="846787" y="4274771"/>
                  <a:pt x="866424" y="4303612"/>
                  <a:pt x="904777" y="4303612"/>
                </a:cubicBezTo>
                <a:cubicBezTo>
                  <a:pt x="922267" y="4303612"/>
                  <a:pt x="935460" y="4295942"/>
                  <a:pt x="944358" y="4282748"/>
                </a:cubicBezTo>
                <a:lnTo>
                  <a:pt x="944358" y="4297783"/>
                </a:lnTo>
                <a:cubicBezTo>
                  <a:pt x="944358" y="4322636"/>
                  <a:pt x="931165" y="4333375"/>
                  <a:pt x="912141" y="4333375"/>
                </a:cubicBezTo>
                <a:cubicBezTo>
                  <a:pt x="896493" y="4333375"/>
                  <a:pt x="885754" y="4327545"/>
                  <a:pt x="882686" y="4315885"/>
                </a:cubicBezTo>
                <a:cubicBezTo>
                  <a:pt x="882379" y="4314658"/>
                  <a:pt x="881459" y="4313738"/>
                  <a:pt x="880231" y="4313738"/>
                </a:cubicBezTo>
                <a:lnTo>
                  <a:pt x="853537" y="4313738"/>
                </a:lnTo>
                <a:cubicBezTo>
                  <a:pt x="852617" y="4313738"/>
                  <a:pt x="851389" y="4314658"/>
                  <a:pt x="851389" y="4315885"/>
                </a:cubicBezTo>
                <a:cubicBezTo>
                  <a:pt x="855071" y="4342579"/>
                  <a:pt x="879311" y="4355466"/>
                  <a:pt x="910914" y="4354852"/>
                </a:cubicBezTo>
                <a:cubicBezTo>
                  <a:pt x="951415" y="4354852"/>
                  <a:pt x="972893" y="4333681"/>
                  <a:pt x="972586" y="4298090"/>
                </a:cubicBezTo>
                <a:lnTo>
                  <a:pt x="972280" y="4233349"/>
                </a:lnTo>
                <a:lnTo>
                  <a:pt x="973814" y="4174439"/>
                </a:lnTo>
                <a:cubicBezTo>
                  <a:pt x="973814" y="4173518"/>
                  <a:pt x="972893" y="4172291"/>
                  <a:pt x="971666" y="4172291"/>
                </a:cubicBezTo>
                <a:lnTo>
                  <a:pt x="944665" y="4172291"/>
                </a:lnTo>
                <a:cubicBezTo>
                  <a:pt x="943745" y="4172291"/>
                  <a:pt x="942517" y="4173211"/>
                  <a:pt x="942517" y="4174439"/>
                </a:cubicBezTo>
                <a:lnTo>
                  <a:pt x="943131" y="4189166"/>
                </a:lnTo>
                <a:cubicBezTo>
                  <a:pt x="934540" y="4176893"/>
                  <a:pt x="921039" y="4170143"/>
                  <a:pt x="903550" y="4170143"/>
                </a:cubicBezTo>
                <a:close/>
                <a:moveTo>
                  <a:pt x="629861" y="4169530"/>
                </a:moveTo>
                <a:cubicBezTo>
                  <a:pt x="594576" y="4169530"/>
                  <a:pt x="573405" y="4200213"/>
                  <a:pt x="573405" y="4238566"/>
                </a:cubicBezTo>
                <a:cubicBezTo>
                  <a:pt x="573405" y="4276919"/>
                  <a:pt x="592735" y="4306681"/>
                  <a:pt x="629248" y="4306681"/>
                </a:cubicBezTo>
                <a:cubicBezTo>
                  <a:pt x="647044" y="4306681"/>
                  <a:pt x="660851" y="4299011"/>
                  <a:pt x="669749" y="4285817"/>
                </a:cubicBezTo>
                <a:lnTo>
                  <a:pt x="669135" y="4302079"/>
                </a:lnTo>
                <a:cubicBezTo>
                  <a:pt x="669135" y="4303306"/>
                  <a:pt x="670363" y="4304227"/>
                  <a:pt x="671283" y="4304227"/>
                </a:cubicBezTo>
                <a:lnTo>
                  <a:pt x="698591" y="4304227"/>
                </a:lnTo>
                <a:cubicBezTo>
                  <a:pt x="699818" y="4304227"/>
                  <a:pt x="700739" y="4302999"/>
                  <a:pt x="700739" y="4302079"/>
                </a:cubicBezTo>
                <a:lnTo>
                  <a:pt x="700125" y="4237645"/>
                </a:lnTo>
                <a:lnTo>
                  <a:pt x="700739" y="4174132"/>
                </a:lnTo>
                <a:cubicBezTo>
                  <a:pt x="700739" y="4172905"/>
                  <a:pt x="699511" y="4171985"/>
                  <a:pt x="698591" y="4171985"/>
                </a:cubicBezTo>
                <a:lnTo>
                  <a:pt x="671283" y="4171985"/>
                </a:lnTo>
                <a:cubicBezTo>
                  <a:pt x="670056" y="4171985"/>
                  <a:pt x="669135" y="4173212"/>
                  <a:pt x="669135" y="4174132"/>
                </a:cubicBezTo>
                <a:lnTo>
                  <a:pt x="669749" y="4188860"/>
                </a:lnTo>
                <a:cubicBezTo>
                  <a:pt x="660851" y="4176280"/>
                  <a:pt x="647351" y="4169530"/>
                  <a:pt x="629861" y="4169530"/>
                </a:cubicBezTo>
                <a:close/>
                <a:moveTo>
                  <a:pt x="1049601" y="4169223"/>
                </a:moveTo>
                <a:cubicBezTo>
                  <a:pt x="1007873" y="4169223"/>
                  <a:pt x="984247" y="4197144"/>
                  <a:pt x="984247" y="4238873"/>
                </a:cubicBezTo>
                <a:cubicBezTo>
                  <a:pt x="984247" y="4280601"/>
                  <a:pt x="1007873" y="4307602"/>
                  <a:pt x="1049601" y="4307602"/>
                </a:cubicBezTo>
                <a:cubicBezTo>
                  <a:pt x="1091023" y="4307602"/>
                  <a:pt x="1114342" y="4279680"/>
                  <a:pt x="1114342" y="4237952"/>
                </a:cubicBezTo>
                <a:cubicBezTo>
                  <a:pt x="1114342" y="4196224"/>
                  <a:pt x="1091330" y="4169223"/>
                  <a:pt x="1049601" y="4169223"/>
                </a:cubicBezTo>
                <a:close/>
                <a:moveTo>
                  <a:pt x="774990" y="4168916"/>
                </a:moveTo>
                <a:cubicBezTo>
                  <a:pt x="734795" y="4168916"/>
                  <a:pt x="710556" y="4198371"/>
                  <a:pt x="710556" y="4238566"/>
                </a:cubicBezTo>
                <a:cubicBezTo>
                  <a:pt x="710556" y="4278760"/>
                  <a:pt x="733261" y="4307295"/>
                  <a:pt x="775910" y="4307295"/>
                </a:cubicBezTo>
                <a:cubicBezTo>
                  <a:pt x="809661" y="4307295"/>
                  <a:pt x="831139" y="4288271"/>
                  <a:pt x="836049" y="4264339"/>
                </a:cubicBezTo>
                <a:cubicBezTo>
                  <a:pt x="836355" y="4263112"/>
                  <a:pt x="835128" y="4262191"/>
                  <a:pt x="834208" y="4262191"/>
                </a:cubicBezTo>
                <a:lnTo>
                  <a:pt x="808434" y="4262191"/>
                </a:lnTo>
                <a:cubicBezTo>
                  <a:pt x="807514" y="4262191"/>
                  <a:pt x="806286" y="4263112"/>
                  <a:pt x="805980" y="4264339"/>
                </a:cubicBezTo>
                <a:cubicBezTo>
                  <a:pt x="801684" y="4278453"/>
                  <a:pt x="791559" y="4285510"/>
                  <a:pt x="776524" y="4285510"/>
                </a:cubicBezTo>
                <a:cubicBezTo>
                  <a:pt x="754432" y="4285510"/>
                  <a:pt x="742773" y="4272316"/>
                  <a:pt x="741546" y="4244088"/>
                </a:cubicBezTo>
                <a:lnTo>
                  <a:pt x="837890" y="4244088"/>
                </a:lnTo>
                <a:cubicBezTo>
                  <a:pt x="839117" y="4244088"/>
                  <a:pt x="840037" y="4242861"/>
                  <a:pt x="840037" y="4241941"/>
                </a:cubicBezTo>
                <a:cubicBezTo>
                  <a:pt x="839424" y="4196837"/>
                  <a:pt x="815184" y="4169223"/>
                  <a:pt x="774990" y="4168916"/>
                </a:cubicBezTo>
                <a:close/>
                <a:moveTo>
                  <a:pt x="1199334" y="4168609"/>
                </a:moveTo>
                <a:cubicBezTo>
                  <a:pt x="1179696" y="4168609"/>
                  <a:pt x="1164662" y="4178734"/>
                  <a:pt x="1156071" y="4191007"/>
                </a:cubicBezTo>
                <a:lnTo>
                  <a:pt x="1156685" y="4173825"/>
                </a:lnTo>
                <a:cubicBezTo>
                  <a:pt x="1156685" y="4172598"/>
                  <a:pt x="1155458" y="4171677"/>
                  <a:pt x="1154537" y="4171677"/>
                </a:cubicBezTo>
                <a:lnTo>
                  <a:pt x="1128764" y="4171677"/>
                </a:lnTo>
                <a:cubicBezTo>
                  <a:pt x="1127536" y="4171677"/>
                  <a:pt x="1126616" y="4172905"/>
                  <a:pt x="1126616" y="4173825"/>
                </a:cubicBezTo>
                <a:lnTo>
                  <a:pt x="1126923" y="4241940"/>
                </a:lnTo>
                <a:lnTo>
                  <a:pt x="1126309" y="4302078"/>
                </a:lnTo>
                <a:cubicBezTo>
                  <a:pt x="1126309" y="4303306"/>
                  <a:pt x="1127536" y="4304226"/>
                  <a:pt x="1128457" y="4304226"/>
                </a:cubicBezTo>
                <a:lnTo>
                  <a:pt x="1155765" y="4303919"/>
                </a:lnTo>
                <a:cubicBezTo>
                  <a:pt x="1156992" y="4303919"/>
                  <a:pt x="1157912" y="4302692"/>
                  <a:pt x="1157912" y="4301772"/>
                </a:cubicBezTo>
                <a:lnTo>
                  <a:pt x="1157298" y="4247770"/>
                </a:lnTo>
                <a:lnTo>
                  <a:pt x="1157298" y="4233349"/>
                </a:lnTo>
                <a:cubicBezTo>
                  <a:pt x="1159753" y="4206042"/>
                  <a:pt x="1174481" y="4192848"/>
                  <a:pt x="1189821" y="4192848"/>
                </a:cubicBezTo>
                <a:cubicBezTo>
                  <a:pt x="1203936" y="4192848"/>
                  <a:pt x="1214061" y="4202667"/>
                  <a:pt x="1214061" y="4221383"/>
                </a:cubicBezTo>
                <a:lnTo>
                  <a:pt x="1214061" y="4247770"/>
                </a:lnTo>
                <a:lnTo>
                  <a:pt x="1213448" y="4301772"/>
                </a:lnTo>
                <a:cubicBezTo>
                  <a:pt x="1213448" y="4302999"/>
                  <a:pt x="1214675" y="4303919"/>
                  <a:pt x="1215596" y="4303919"/>
                </a:cubicBezTo>
                <a:lnTo>
                  <a:pt x="1242904" y="4303919"/>
                </a:lnTo>
                <a:cubicBezTo>
                  <a:pt x="1244131" y="4303919"/>
                  <a:pt x="1245051" y="4302692"/>
                  <a:pt x="1245051" y="4301772"/>
                </a:cubicBezTo>
                <a:lnTo>
                  <a:pt x="1244438" y="4247770"/>
                </a:lnTo>
                <a:lnTo>
                  <a:pt x="1244438" y="4220463"/>
                </a:lnTo>
                <a:cubicBezTo>
                  <a:pt x="1244438" y="4187019"/>
                  <a:pt x="1226642" y="4168609"/>
                  <a:pt x="1199334" y="4168609"/>
                </a:cubicBezTo>
                <a:close/>
                <a:moveTo>
                  <a:pt x="352796" y="4153575"/>
                </a:moveTo>
                <a:lnTo>
                  <a:pt x="389308" y="4153575"/>
                </a:lnTo>
                <a:lnTo>
                  <a:pt x="389308" y="4326318"/>
                </a:lnTo>
                <a:lnTo>
                  <a:pt x="352796" y="4326318"/>
                </a:lnTo>
                <a:close/>
                <a:moveTo>
                  <a:pt x="434412" y="4103562"/>
                </a:moveTo>
                <a:lnTo>
                  <a:pt x="234667" y="4176280"/>
                </a:lnTo>
                <a:lnTo>
                  <a:pt x="307385" y="4376024"/>
                </a:lnTo>
                <a:lnTo>
                  <a:pt x="507130" y="4303306"/>
                </a:lnTo>
                <a:close/>
                <a:moveTo>
                  <a:pt x="6096604" y="0"/>
                </a:moveTo>
                <a:lnTo>
                  <a:pt x="12193197" y="2202541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2202541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472574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58EE0F5C-8F56-2BE2-FC4D-EDA63EC98C79}"/>
              </a:ext>
            </a:extLst>
          </p:cNvPr>
          <p:cNvSpPr txBox="1">
            <a:spLocks/>
          </p:cNvSpPr>
          <p:nvPr userDrawn="1"/>
        </p:nvSpPr>
        <p:spPr>
          <a:xfrm>
            <a:off x="0" y="2536825"/>
            <a:ext cx="12192600" cy="4321175"/>
          </a:xfrm>
          <a:custGeom>
            <a:avLst/>
            <a:gdLst>
              <a:gd name="connsiteX0" fmla="*/ 3571435 w 12192600"/>
              <a:gd name="connsiteY0" fmla="*/ 0 h 4330700"/>
              <a:gd name="connsiteX1" fmla="*/ 8621774 w 12192600"/>
              <a:gd name="connsiteY1" fmla="*/ 0 h 4330700"/>
              <a:gd name="connsiteX2" fmla="*/ 12192600 w 12192600"/>
              <a:gd name="connsiteY2" fmla="*/ 2582522 h 4330700"/>
              <a:gd name="connsiteX3" fmla="*/ 12192600 w 12192600"/>
              <a:gd name="connsiteY3" fmla="*/ 4330700 h 4330700"/>
              <a:gd name="connsiteX4" fmla="*/ 0 w 12192600"/>
              <a:gd name="connsiteY4" fmla="*/ 4330700 h 4330700"/>
              <a:gd name="connsiteX5" fmla="*/ 0 w 12192600"/>
              <a:gd name="connsiteY5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600" h="4330700">
                <a:moveTo>
                  <a:pt x="3571435" y="0"/>
                </a:moveTo>
                <a:lnTo>
                  <a:pt x="8621774" y="0"/>
                </a:lnTo>
                <a:lnTo>
                  <a:pt x="12192600" y="2582522"/>
                </a:lnTo>
                <a:lnTo>
                  <a:pt x="12192600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  <a:solidFill>
            <a:srgbClr val="000000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E8A7A7-F2F6-A746-63E4-FB86C919EAD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" y="2527299"/>
            <a:ext cx="12193206" cy="4330700"/>
          </a:xfrm>
          <a:custGeom>
            <a:avLst/>
            <a:gdLst>
              <a:gd name="connsiteX0" fmla="*/ 434412 w 12193206"/>
              <a:gd name="connsiteY0" fmla="*/ 4027695 h 4330700"/>
              <a:gd name="connsiteX1" fmla="*/ 452515 w 12193206"/>
              <a:gd name="connsiteY1" fmla="*/ 4027695 h 4330700"/>
              <a:gd name="connsiteX2" fmla="*/ 452515 w 12193206"/>
              <a:gd name="connsiteY2" fmla="*/ 4100413 h 4330700"/>
              <a:gd name="connsiteX3" fmla="*/ 434412 w 12193206"/>
              <a:gd name="connsiteY3" fmla="*/ 4100413 h 4330700"/>
              <a:gd name="connsiteX4" fmla="*/ 316283 w 12193206"/>
              <a:gd name="connsiteY4" fmla="*/ 3991489 h 4330700"/>
              <a:gd name="connsiteX5" fmla="*/ 343591 w 12193206"/>
              <a:gd name="connsiteY5" fmla="*/ 3991489 h 4330700"/>
              <a:gd name="connsiteX6" fmla="*/ 343591 w 12193206"/>
              <a:gd name="connsiteY6" fmla="*/ 4100413 h 4330700"/>
              <a:gd name="connsiteX7" fmla="*/ 316283 w 12193206"/>
              <a:gd name="connsiteY7" fmla="*/ 4100413 h 4330700"/>
              <a:gd name="connsiteX8" fmla="*/ 911528 w 12193206"/>
              <a:gd name="connsiteY8" fmla="*/ 3988421 h 4330700"/>
              <a:gd name="connsiteX9" fmla="*/ 943745 w 12193206"/>
              <a:gd name="connsiteY9" fmla="*/ 4035365 h 4330700"/>
              <a:gd name="connsiteX10" fmla="*/ 911528 w 12193206"/>
              <a:gd name="connsiteY10" fmla="*/ 4079241 h 4330700"/>
              <a:gd name="connsiteX11" fmla="*/ 878083 w 12193206"/>
              <a:gd name="connsiteY11" fmla="*/ 4033217 h 4330700"/>
              <a:gd name="connsiteX12" fmla="*/ 911528 w 12193206"/>
              <a:gd name="connsiteY12" fmla="*/ 3988421 h 4330700"/>
              <a:gd name="connsiteX13" fmla="*/ 638453 w 12193206"/>
              <a:gd name="connsiteY13" fmla="*/ 3988115 h 4330700"/>
              <a:gd name="connsiteX14" fmla="*/ 670669 w 12193206"/>
              <a:gd name="connsiteY14" fmla="*/ 4035980 h 4330700"/>
              <a:gd name="connsiteX15" fmla="*/ 637532 w 12193206"/>
              <a:gd name="connsiteY15" fmla="*/ 4082003 h 4330700"/>
              <a:gd name="connsiteX16" fmla="*/ 605008 w 12193206"/>
              <a:gd name="connsiteY16" fmla="*/ 4033218 h 4330700"/>
              <a:gd name="connsiteX17" fmla="*/ 638453 w 12193206"/>
              <a:gd name="connsiteY17" fmla="*/ 3988115 h 4330700"/>
              <a:gd name="connsiteX18" fmla="*/ 1049294 w 12193206"/>
              <a:gd name="connsiteY18" fmla="*/ 3987501 h 4330700"/>
              <a:gd name="connsiteX19" fmla="*/ 1082739 w 12193206"/>
              <a:gd name="connsiteY19" fmla="*/ 4035366 h 4330700"/>
              <a:gd name="connsiteX20" fmla="*/ 1049601 w 12193206"/>
              <a:gd name="connsiteY20" fmla="*/ 4082310 h 4330700"/>
              <a:gd name="connsiteX21" fmla="*/ 1015543 w 12193206"/>
              <a:gd name="connsiteY21" fmla="*/ 4035366 h 4330700"/>
              <a:gd name="connsiteX22" fmla="*/ 1049294 w 12193206"/>
              <a:gd name="connsiteY22" fmla="*/ 3987501 h 4330700"/>
              <a:gd name="connsiteX23" fmla="*/ 775604 w 12193206"/>
              <a:gd name="connsiteY23" fmla="*/ 3987501 h 4330700"/>
              <a:gd name="connsiteX24" fmla="*/ 806900 w 12193206"/>
              <a:gd name="connsiteY24" fmla="*/ 4020024 h 4330700"/>
              <a:gd name="connsiteX25" fmla="*/ 742773 w 12193206"/>
              <a:gd name="connsiteY25" fmla="*/ 4020024 h 4330700"/>
              <a:gd name="connsiteX26" fmla="*/ 775604 w 12193206"/>
              <a:gd name="connsiteY26" fmla="*/ 3987501 h 4330700"/>
              <a:gd name="connsiteX27" fmla="*/ 398206 w 12193206"/>
              <a:gd name="connsiteY27" fmla="*/ 3973387 h 4330700"/>
              <a:gd name="connsiteX28" fmla="*/ 425514 w 12193206"/>
              <a:gd name="connsiteY28" fmla="*/ 3973387 h 4330700"/>
              <a:gd name="connsiteX29" fmla="*/ 425514 w 12193206"/>
              <a:gd name="connsiteY29" fmla="*/ 4082310 h 4330700"/>
              <a:gd name="connsiteX30" fmla="*/ 398206 w 12193206"/>
              <a:gd name="connsiteY30" fmla="*/ 4082310 h 4330700"/>
              <a:gd name="connsiteX31" fmla="*/ 288976 w 12193206"/>
              <a:gd name="connsiteY31" fmla="*/ 3973080 h 4330700"/>
              <a:gd name="connsiteX32" fmla="*/ 307078 w 12193206"/>
              <a:gd name="connsiteY32" fmla="*/ 3973080 h 4330700"/>
              <a:gd name="connsiteX33" fmla="*/ 307078 w 12193206"/>
              <a:gd name="connsiteY33" fmla="*/ 4045798 h 4330700"/>
              <a:gd name="connsiteX34" fmla="*/ 288976 w 12193206"/>
              <a:gd name="connsiteY34" fmla="*/ 4045798 h 4330700"/>
              <a:gd name="connsiteX35" fmla="*/ 903550 w 12193206"/>
              <a:gd name="connsiteY35" fmla="*/ 3966943 h 4330700"/>
              <a:gd name="connsiteX36" fmla="*/ 846787 w 12193206"/>
              <a:gd name="connsiteY36" fmla="*/ 4034445 h 4330700"/>
              <a:gd name="connsiteX37" fmla="*/ 904777 w 12193206"/>
              <a:gd name="connsiteY37" fmla="*/ 4100412 h 4330700"/>
              <a:gd name="connsiteX38" fmla="*/ 944358 w 12193206"/>
              <a:gd name="connsiteY38" fmla="*/ 4079548 h 4330700"/>
              <a:gd name="connsiteX39" fmla="*/ 944358 w 12193206"/>
              <a:gd name="connsiteY39" fmla="*/ 4094583 h 4330700"/>
              <a:gd name="connsiteX40" fmla="*/ 912141 w 12193206"/>
              <a:gd name="connsiteY40" fmla="*/ 4130175 h 4330700"/>
              <a:gd name="connsiteX41" fmla="*/ 882686 w 12193206"/>
              <a:gd name="connsiteY41" fmla="*/ 4112685 h 4330700"/>
              <a:gd name="connsiteX42" fmla="*/ 880231 w 12193206"/>
              <a:gd name="connsiteY42" fmla="*/ 4110538 h 4330700"/>
              <a:gd name="connsiteX43" fmla="*/ 853537 w 12193206"/>
              <a:gd name="connsiteY43" fmla="*/ 4110538 h 4330700"/>
              <a:gd name="connsiteX44" fmla="*/ 851389 w 12193206"/>
              <a:gd name="connsiteY44" fmla="*/ 4112685 h 4330700"/>
              <a:gd name="connsiteX45" fmla="*/ 910914 w 12193206"/>
              <a:gd name="connsiteY45" fmla="*/ 4151652 h 4330700"/>
              <a:gd name="connsiteX46" fmla="*/ 972586 w 12193206"/>
              <a:gd name="connsiteY46" fmla="*/ 4094890 h 4330700"/>
              <a:gd name="connsiteX47" fmla="*/ 972280 w 12193206"/>
              <a:gd name="connsiteY47" fmla="*/ 4030149 h 4330700"/>
              <a:gd name="connsiteX48" fmla="*/ 973814 w 12193206"/>
              <a:gd name="connsiteY48" fmla="*/ 3971239 h 4330700"/>
              <a:gd name="connsiteX49" fmla="*/ 971666 w 12193206"/>
              <a:gd name="connsiteY49" fmla="*/ 3969091 h 4330700"/>
              <a:gd name="connsiteX50" fmla="*/ 944665 w 12193206"/>
              <a:gd name="connsiteY50" fmla="*/ 3969091 h 4330700"/>
              <a:gd name="connsiteX51" fmla="*/ 942517 w 12193206"/>
              <a:gd name="connsiteY51" fmla="*/ 3971239 h 4330700"/>
              <a:gd name="connsiteX52" fmla="*/ 943131 w 12193206"/>
              <a:gd name="connsiteY52" fmla="*/ 3985966 h 4330700"/>
              <a:gd name="connsiteX53" fmla="*/ 903550 w 12193206"/>
              <a:gd name="connsiteY53" fmla="*/ 3966943 h 4330700"/>
              <a:gd name="connsiteX54" fmla="*/ 629861 w 12193206"/>
              <a:gd name="connsiteY54" fmla="*/ 3966330 h 4330700"/>
              <a:gd name="connsiteX55" fmla="*/ 573405 w 12193206"/>
              <a:gd name="connsiteY55" fmla="*/ 4035366 h 4330700"/>
              <a:gd name="connsiteX56" fmla="*/ 629248 w 12193206"/>
              <a:gd name="connsiteY56" fmla="*/ 4103481 h 4330700"/>
              <a:gd name="connsiteX57" fmla="*/ 669749 w 12193206"/>
              <a:gd name="connsiteY57" fmla="*/ 4082617 h 4330700"/>
              <a:gd name="connsiteX58" fmla="*/ 669135 w 12193206"/>
              <a:gd name="connsiteY58" fmla="*/ 4098879 h 4330700"/>
              <a:gd name="connsiteX59" fmla="*/ 671283 w 12193206"/>
              <a:gd name="connsiteY59" fmla="*/ 4101027 h 4330700"/>
              <a:gd name="connsiteX60" fmla="*/ 698591 w 12193206"/>
              <a:gd name="connsiteY60" fmla="*/ 4101027 h 4330700"/>
              <a:gd name="connsiteX61" fmla="*/ 700739 w 12193206"/>
              <a:gd name="connsiteY61" fmla="*/ 4098879 h 4330700"/>
              <a:gd name="connsiteX62" fmla="*/ 700125 w 12193206"/>
              <a:gd name="connsiteY62" fmla="*/ 4034445 h 4330700"/>
              <a:gd name="connsiteX63" fmla="*/ 700739 w 12193206"/>
              <a:gd name="connsiteY63" fmla="*/ 3970932 h 4330700"/>
              <a:gd name="connsiteX64" fmla="*/ 698591 w 12193206"/>
              <a:gd name="connsiteY64" fmla="*/ 3968785 h 4330700"/>
              <a:gd name="connsiteX65" fmla="*/ 671283 w 12193206"/>
              <a:gd name="connsiteY65" fmla="*/ 3968785 h 4330700"/>
              <a:gd name="connsiteX66" fmla="*/ 669135 w 12193206"/>
              <a:gd name="connsiteY66" fmla="*/ 3970932 h 4330700"/>
              <a:gd name="connsiteX67" fmla="*/ 669749 w 12193206"/>
              <a:gd name="connsiteY67" fmla="*/ 3985660 h 4330700"/>
              <a:gd name="connsiteX68" fmla="*/ 629861 w 12193206"/>
              <a:gd name="connsiteY68" fmla="*/ 3966330 h 4330700"/>
              <a:gd name="connsiteX69" fmla="*/ 1049601 w 12193206"/>
              <a:gd name="connsiteY69" fmla="*/ 3966023 h 4330700"/>
              <a:gd name="connsiteX70" fmla="*/ 984247 w 12193206"/>
              <a:gd name="connsiteY70" fmla="*/ 4035673 h 4330700"/>
              <a:gd name="connsiteX71" fmla="*/ 1049601 w 12193206"/>
              <a:gd name="connsiteY71" fmla="*/ 4104402 h 4330700"/>
              <a:gd name="connsiteX72" fmla="*/ 1114342 w 12193206"/>
              <a:gd name="connsiteY72" fmla="*/ 4034752 h 4330700"/>
              <a:gd name="connsiteX73" fmla="*/ 1049601 w 12193206"/>
              <a:gd name="connsiteY73" fmla="*/ 3966023 h 4330700"/>
              <a:gd name="connsiteX74" fmla="*/ 774990 w 12193206"/>
              <a:gd name="connsiteY74" fmla="*/ 3965716 h 4330700"/>
              <a:gd name="connsiteX75" fmla="*/ 710556 w 12193206"/>
              <a:gd name="connsiteY75" fmla="*/ 4035366 h 4330700"/>
              <a:gd name="connsiteX76" fmla="*/ 775910 w 12193206"/>
              <a:gd name="connsiteY76" fmla="*/ 4104095 h 4330700"/>
              <a:gd name="connsiteX77" fmla="*/ 836049 w 12193206"/>
              <a:gd name="connsiteY77" fmla="*/ 4061139 h 4330700"/>
              <a:gd name="connsiteX78" fmla="*/ 834208 w 12193206"/>
              <a:gd name="connsiteY78" fmla="*/ 4058991 h 4330700"/>
              <a:gd name="connsiteX79" fmla="*/ 808434 w 12193206"/>
              <a:gd name="connsiteY79" fmla="*/ 4058991 h 4330700"/>
              <a:gd name="connsiteX80" fmla="*/ 805980 w 12193206"/>
              <a:gd name="connsiteY80" fmla="*/ 4061139 h 4330700"/>
              <a:gd name="connsiteX81" fmla="*/ 776524 w 12193206"/>
              <a:gd name="connsiteY81" fmla="*/ 4082310 h 4330700"/>
              <a:gd name="connsiteX82" fmla="*/ 741546 w 12193206"/>
              <a:gd name="connsiteY82" fmla="*/ 4040888 h 4330700"/>
              <a:gd name="connsiteX83" fmla="*/ 837890 w 12193206"/>
              <a:gd name="connsiteY83" fmla="*/ 4040888 h 4330700"/>
              <a:gd name="connsiteX84" fmla="*/ 840037 w 12193206"/>
              <a:gd name="connsiteY84" fmla="*/ 4038741 h 4330700"/>
              <a:gd name="connsiteX85" fmla="*/ 774990 w 12193206"/>
              <a:gd name="connsiteY85" fmla="*/ 3965716 h 4330700"/>
              <a:gd name="connsiteX86" fmla="*/ 1199334 w 12193206"/>
              <a:gd name="connsiteY86" fmla="*/ 3965409 h 4330700"/>
              <a:gd name="connsiteX87" fmla="*/ 1156071 w 12193206"/>
              <a:gd name="connsiteY87" fmla="*/ 3987807 h 4330700"/>
              <a:gd name="connsiteX88" fmla="*/ 1156684 w 12193206"/>
              <a:gd name="connsiteY88" fmla="*/ 3970625 h 4330700"/>
              <a:gd name="connsiteX89" fmla="*/ 1154537 w 12193206"/>
              <a:gd name="connsiteY89" fmla="*/ 3968477 h 4330700"/>
              <a:gd name="connsiteX90" fmla="*/ 1128764 w 12193206"/>
              <a:gd name="connsiteY90" fmla="*/ 3968477 h 4330700"/>
              <a:gd name="connsiteX91" fmla="*/ 1126616 w 12193206"/>
              <a:gd name="connsiteY91" fmla="*/ 3970625 h 4330700"/>
              <a:gd name="connsiteX92" fmla="*/ 1126923 w 12193206"/>
              <a:gd name="connsiteY92" fmla="*/ 4038740 h 4330700"/>
              <a:gd name="connsiteX93" fmla="*/ 1126309 w 12193206"/>
              <a:gd name="connsiteY93" fmla="*/ 4098878 h 4330700"/>
              <a:gd name="connsiteX94" fmla="*/ 1128456 w 12193206"/>
              <a:gd name="connsiteY94" fmla="*/ 4101026 h 4330700"/>
              <a:gd name="connsiteX95" fmla="*/ 1155765 w 12193206"/>
              <a:gd name="connsiteY95" fmla="*/ 4100719 h 4330700"/>
              <a:gd name="connsiteX96" fmla="*/ 1157912 w 12193206"/>
              <a:gd name="connsiteY96" fmla="*/ 4098572 h 4330700"/>
              <a:gd name="connsiteX97" fmla="*/ 1157299 w 12193206"/>
              <a:gd name="connsiteY97" fmla="*/ 4044570 h 4330700"/>
              <a:gd name="connsiteX98" fmla="*/ 1157299 w 12193206"/>
              <a:gd name="connsiteY98" fmla="*/ 4030149 h 4330700"/>
              <a:gd name="connsiteX99" fmla="*/ 1189822 w 12193206"/>
              <a:gd name="connsiteY99" fmla="*/ 3989648 h 4330700"/>
              <a:gd name="connsiteX100" fmla="*/ 1214061 w 12193206"/>
              <a:gd name="connsiteY100" fmla="*/ 4018183 h 4330700"/>
              <a:gd name="connsiteX101" fmla="*/ 1214061 w 12193206"/>
              <a:gd name="connsiteY101" fmla="*/ 4044570 h 4330700"/>
              <a:gd name="connsiteX102" fmla="*/ 1213448 w 12193206"/>
              <a:gd name="connsiteY102" fmla="*/ 4098572 h 4330700"/>
              <a:gd name="connsiteX103" fmla="*/ 1215596 w 12193206"/>
              <a:gd name="connsiteY103" fmla="*/ 4100719 h 4330700"/>
              <a:gd name="connsiteX104" fmla="*/ 1242904 w 12193206"/>
              <a:gd name="connsiteY104" fmla="*/ 4100719 h 4330700"/>
              <a:gd name="connsiteX105" fmla="*/ 1245050 w 12193206"/>
              <a:gd name="connsiteY105" fmla="*/ 4098572 h 4330700"/>
              <a:gd name="connsiteX106" fmla="*/ 1244438 w 12193206"/>
              <a:gd name="connsiteY106" fmla="*/ 4044570 h 4330700"/>
              <a:gd name="connsiteX107" fmla="*/ 1244438 w 12193206"/>
              <a:gd name="connsiteY107" fmla="*/ 4017263 h 4330700"/>
              <a:gd name="connsiteX108" fmla="*/ 1199334 w 12193206"/>
              <a:gd name="connsiteY108" fmla="*/ 3965409 h 4330700"/>
              <a:gd name="connsiteX109" fmla="*/ 352796 w 12193206"/>
              <a:gd name="connsiteY109" fmla="*/ 3950375 h 4330700"/>
              <a:gd name="connsiteX110" fmla="*/ 389308 w 12193206"/>
              <a:gd name="connsiteY110" fmla="*/ 3950375 h 4330700"/>
              <a:gd name="connsiteX111" fmla="*/ 389308 w 12193206"/>
              <a:gd name="connsiteY111" fmla="*/ 4123118 h 4330700"/>
              <a:gd name="connsiteX112" fmla="*/ 352796 w 12193206"/>
              <a:gd name="connsiteY112" fmla="*/ 4123118 h 4330700"/>
              <a:gd name="connsiteX113" fmla="*/ 434412 w 12193206"/>
              <a:gd name="connsiteY113" fmla="*/ 3900362 h 4330700"/>
              <a:gd name="connsiteX114" fmla="*/ 234667 w 12193206"/>
              <a:gd name="connsiteY114" fmla="*/ 3973080 h 4330700"/>
              <a:gd name="connsiteX115" fmla="*/ 307385 w 12193206"/>
              <a:gd name="connsiteY115" fmla="*/ 4172824 h 4330700"/>
              <a:gd name="connsiteX116" fmla="*/ 507130 w 12193206"/>
              <a:gd name="connsiteY116" fmla="*/ 4100106 h 4330700"/>
              <a:gd name="connsiteX117" fmla="*/ 3571437 w 12193206"/>
              <a:gd name="connsiteY117" fmla="*/ 0 h 4330700"/>
              <a:gd name="connsiteX118" fmla="*/ 8621771 w 12193206"/>
              <a:gd name="connsiteY118" fmla="*/ 0 h 4330700"/>
              <a:gd name="connsiteX119" fmla="*/ 12193206 w 12193206"/>
              <a:gd name="connsiteY119" fmla="*/ 2582962 h 4330700"/>
              <a:gd name="connsiteX120" fmla="*/ 12193206 w 12193206"/>
              <a:gd name="connsiteY120" fmla="*/ 4330700 h 4330700"/>
              <a:gd name="connsiteX121" fmla="*/ 0 w 12193206"/>
              <a:gd name="connsiteY121" fmla="*/ 4330700 h 4330700"/>
              <a:gd name="connsiteX122" fmla="*/ 0 w 12193206"/>
              <a:gd name="connsiteY122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2193206" h="4330700">
                <a:moveTo>
                  <a:pt x="434412" y="4027695"/>
                </a:moveTo>
                <a:lnTo>
                  <a:pt x="452515" y="4027695"/>
                </a:lnTo>
                <a:lnTo>
                  <a:pt x="452515" y="4100413"/>
                </a:lnTo>
                <a:lnTo>
                  <a:pt x="434412" y="4100413"/>
                </a:lnTo>
                <a:close/>
                <a:moveTo>
                  <a:pt x="316283" y="3991489"/>
                </a:moveTo>
                <a:lnTo>
                  <a:pt x="343591" y="3991489"/>
                </a:lnTo>
                <a:lnTo>
                  <a:pt x="343591" y="4100413"/>
                </a:lnTo>
                <a:lnTo>
                  <a:pt x="316283" y="4100413"/>
                </a:lnTo>
                <a:close/>
                <a:moveTo>
                  <a:pt x="911528" y="3988421"/>
                </a:moveTo>
                <a:cubicBezTo>
                  <a:pt x="932699" y="3988728"/>
                  <a:pt x="944052" y="4005296"/>
                  <a:pt x="943745" y="4035365"/>
                </a:cubicBezTo>
                <a:cubicBezTo>
                  <a:pt x="943745" y="4064821"/>
                  <a:pt x="931778" y="4079241"/>
                  <a:pt x="911528" y="4079241"/>
                </a:cubicBezTo>
                <a:cubicBezTo>
                  <a:pt x="889743" y="4079548"/>
                  <a:pt x="878083" y="4063286"/>
                  <a:pt x="878083" y="4033217"/>
                </a:cubicBezTo>
                <a:cubicBezTo>
                  <a:pt x="878083" y="4004989"/>
                  <a:pt x="889436" y="3988114"/>
                  <a:pt x="911528" y="3988421"/>
                </a:cubicBezTo>
                <a:close/>
                <a:moveTo>
                  <a:pt x="638453" y="3988115"/>
                </a:moveTo>
                <a:cubicBezTo>
                  <a:pt x="659010" y="3988421"/>
                  <a:pt x="670976" y="4005297"/>
                  <a:pt x="670669" y="4035980"/>
                </a:cubicBezTo>
                <a:cubicBezTo>
                  <a:pt x="670363" y="4066662"/>
                  <a:pt x="658396" y="4082003"/>
                  <a:pt x="637532" y="4082003"/>
                </a:cubicBezTo>
                <a:cubicBezTo>
                  <a:pt x="616054" y="4082003"/>
                  <a:pt x="604701" y="4064208"/>
                  <a:pt x="605008" y="4033218"/>
                </a:cubicBezTo>
                <a:cubicBezTo>
                  <a:pt x="605008" y="4004990"/>
                  <a:pt x="615747" y="3987808"/>
                  <a:pt x="638453" y="3988115"/>
                </a:cubicBezTo>
                <a:close/>
                <a:moveTo>
                  <a:pt x="1049294" y="3987501"/>
                </a:moveTo>
                <a:cubicBezTo>
                  <a:pt x="1071693" y="3987501"/>
                  <a:pt x="1082739" y="4003763"/>
                  <a:pt x="1082739" y="4035366"/>
                </a:cubicBezTo>
                <a:cubicBezTo>
                  <a:pt x="1082739" y="4066969"/>
                  <a:pt x="1072000" y="4082310"/>
                  <a:pt x="1049601" y="4082310"/>
                </a:cubicBezTo>
                <a:cubicBezTo>
                  <a:pt x="1026896" y="4082310"/>
                  <a:pt x="1015850" y="4066969"/>
                  <a:pt x="1015543" y="4035366"/>
                </a:cubicBezTo>
                <a:cubicBezTo>
                  <a:pt x="1015543" y="4004069"/>
                  <a:pt x="1026589" y="3987808"/>
                  <a:pt x="1049294" y="3987501"/>
                </a:cubicBezTo>
                <a:close/>
                <a:moveTo>
                  <a:pt x="775604" y="3987501"/>
                </a:moveTo>
                <a:cubicBezTo>
                  <a:pt x="795854" y="3987501"/>
                  <a:pt x="805673" y="4002842"/>
                  <a:pt x="806900" y="4020024"/>
                </a:cubicBezTo>
                <a:lnTo>
                  <a:pt x="742773" y="4020024"/>
                </a:lnTo>
                <a:cubicBezTo>
                  <a:pt x="746148" y="3998853"/>
                  <a:pt x="757194" y="3987501"/>
                  <a:pt x="775604" y="3987501"/>
                </a:cubicBezTo>
                <a:close/>
                <a:moveTo>
                  <a:pt x="398206" y="3973387"/>
                </a:moveTo>
                <a:lnTo>
                  <a:pt x="425514" y="3973387"/>
                </a:lnTo>
                <a:lnTo>
                  <a:pt x="425514" y="4082310"/>
                </a:lnTo>
                <a:lnTo>
                  <a:pt x="398206" y="4082310"/>
                </a:lnTo>
                <a:close/>
                <a:moveTo>
                  <a:pt x="288976" y="3973080"/>
                </a:moveTo>
                <a:lnTo>
                  <a:pt x="307078" y="3973080"/>
                </a:lnTo>
                <a:lnTo>
                  <a:pt x="307078" y="4045798"/>
                </a:lnTo>
                <a:lnTo>
                  <a:pt x="288976" y="4045798"/>
                </a:lnTo>
                <a:close/>
                <a:moveTo>
                  <a:pt x="903550" y="3966943"/>
                </a:moveTo>
                <a:cubicBezTo>
                  <a:pt x="867958" y="3966943"/>
                  <a:pt x="846787" y="3997319"/>
                  <a:pt x="846787" y="4034445"/>
                </a:cubicBezTo>
                <a:cubicBezTo>
                  <a:pt x="846787" y="4071571"/>
                  <a:pt x="866424" y="4100412"/>
                  <a:pt x="904777" y="4100412"/>
                </a:cubicBezTo>
                <a:cubicBezTo>
                  <a:pt x="922267" y="4100412"/>
                  <a:pt x="935460" y="4092742"/>
                  <a:pt x="944358" y="4079548"/>
                </a:cubicBezTo>
                <a:lnTo>
                  <a:pt x="944358" y="4094583"/>
                </a:lnTo>
                <a:cubicBezTo>
                  <a:pt x="944358" y="4119436"/>
                  <a:pt x="931165" y="4130175"/>
                  <a:pt x="912141" y="4130175"/>
                </a:cubicBezTo>
                <a:cubicBezTo>
                  <a:pt x="896493" y="4130175"/>
                  <a:pt x="885754" y="4124345"/>
                  <a:pt x="882686" y="4112685"/>
                </a:cubicBezTo>
                <a:cubicBezTo>
                  <a:pt x="882379" y="4111458"/>
                  <a:pt x="881459" y="4110538"/>
                  <a:pt x="880231" y="4110538"/>
                </a:cubicBezTo>
                <a:lnTo>
                  <a:pt x="853537" y="4110538"/>
                </a:lnTo>
                <a:cubicBezTo>
                  <a:pt x="852617" y="4110538"/>
                  <a:pt x="851389" y="4111458"/>
                  <a:pt x="851389" y="4112685"/>
                </a:cubicBezTo>
                <a:cubicBezTo>
                  <a:pt x="855071" y="4139379"/>
                  <a:pt x="879311" y="4152266"/>
                  <a:pt x="910914" y="4151652"/>
                </a:cubicBezTo>
                <a:cubicBezTo>
                  <a:pt x="951415" y="4151652"/>
                  <a:pt x="972893" y="4130481"/>
                  <a:pt x="972586" y="4094890"/>
                </a:cubicBezTo>
                <a:lnTo>
                  <a:pt x="972280" y="4030149"/>
                </a:lnTo>
                <a:lnTo>
                  <a:pt x="973814" y="3971239"/>
                </a:lnTo>
                <a:cubicBezTo>
                  <a:pt x="973814" y="3970318"/>
                  <a:pt x="972893" y="3969091"/>
                  <a:pt x="971666" y="3969091"/>
                </a:cubicBezTo>
                <a:lnTo>
                  <a:pt x="944665" y="3969091"/>
                </a:lnTo>
                <a:cubicBezTo>
                  <a:pt x="943745" y="3969091"/>
                  <a:pt x="942517" y="3970011"/>
                  <a:pt x="942517" y="3971239"/>
                </a:cubicBezTo>
                <a:lnTo>
                  <a:pt x="943131" y="3985966"/>
                </a:lnTo>
                <a:cubicBezTo>
                  <a:pt x="934540" y="3973693"/>
                  <a:pt x="921039" y="3966943"/>
                  <a:pt x="903550" y="3966943"/>
                </a:cubicBezTo>
                <a:close/>
                <a:moveTo>
                  <a:pt x="629861" y="3966330"/>
                </a:moveTo>
                <a:cubicBezTo>
                  <a:pt x="594576" y="3966330"/>
                  <a:pt x="573405" y="3997013"/>
                  <a:pt x="573405" y="4035366"/>
                </a:cubicBezTo>
                <a:cubicBezTo>
                  <a:pt x="573405" y="4073719"/>
                  <a:pt x="592735" y="4103481"/>
                  <a:pt x="629248" y="4103481"/>
                </a:cubicBezTo>
                <a:cubicBezTo>
                  <a:pt x="647044" y="4103481"/>
                  <a:pt x="660851" y="4095811"/>
                  <a:pt x="669749" y="4082617"/>
                </a:cubicBezTo>
                <a:lnTo>
                  <a:pt x="669135" y="4098879"/>
                </a:lnTo>
                <a:cubicBezTo>
                  <a:pt x="669135" y="4100106"/>
                  <a:pt x="670363" y="4101027"/>
                  <a:pt x="671283" y="4101027"/>
                </a:cubicBezTo>
                <a:lnTo>
                  <a:pt x="698591" y="4101027"/>
                </a:lnTo>
                <a:cubicBezTo>
                  <a:pt x="699818" y="4101027"/>
                  <a:pt x="700739" y="4099799"/>
                  <a:pt x="700739" y="4098879"/>
                </a:cubicBezTo>
                <a:lnTo>
                  <a:pt x="700125" y="4034445"/>
                </a:lnTo>
                <a:lnTo>
                  <a:pt x="700739" y="3970932"/>
                </a:lnTo>
                <a:cubicBezTo>
                  <a:pt x="700739" y="3969705"/>
                  <a:pt x="699511" y="3968785"/>
                  <a:pt x="698591" y="3968785"/>
                </a:cubicBezTo>
                <a:lnTo>
                  <a:pt x="671283" y="3968785"/>
                </a:lnTo>
                <a:cubicBezTo>
                  <a:pt x="670056" y="3968785"/>
                  <a:pt x="669135" y="3970012"/>
                  <a:pt x="669135" y="3970932"/>
                </a:cubicBezTo>
                <a:lnTo>
                  <a:pt x="669749" y="3985660"/>
                </a:lnTo>
                <a:cubicBezTo>
                  <a:pt x="660851" y="3973080"/>
                  <a:pt x="647351" y="3966330"/>
                  <a:pt x="629861" y="3966330"/>
                </a:cubicBezTo>
                <a:close/>
                <a:moveTo>
                  <a:pt x="1049601" y="3966023"/>
                </a:moveTo>
                <a:cubicBezTo>
                  <a:pt x="1007873" y="3966023"/>
                  <a:pt x="984247" y="3993944"/>
                  <a:pt x="984247" y="4035673"/>
                </a:cubicBezTo>
                <a:cubicBezTo>
                  <a:pt x="984247" y="4077401"/>
                  <a:pt x="1007873" y="4104402"/>
                  <a:pt x="1049601" y="4104402"/>
                </a:cubicBezTo>
                <a:cubicBezTo>
                  <a:pt x="1091023" y="4104402"/>
                  <a:pt x="1114342" y="4076480"/>
                  <a:pt x="1114342" y="4034752"/>
                </a:cubicBezTo>
                <a:cubicBezTo>
                  <a:pt x="1114342" y="3993024"/>
                  <a:pt x="1091330" y="3966023"/>
                  <a:pt x="1049601" y="3966023"/>
                </a:cubicBezTo>
                <a:close/>
                <a:moveTo>
                  <a:pt x="774990" y="3965716"/>
                </a:moveTo>
                <a:cubicBezTo>
                  <a:pt x="734795" y="3965716"/>
                  <a:pt x="710556" y="3995171"/>
                  <a:pt x="710556" y="4035366"/>
                </a:cubicBezTo>
                <a:cubicBezTo>
                  <a:pt x="710556" y="4075560"/>
                  <a:pt x="733261" y="4104095"/>
                  <a:pt x="775910" y="4104095"/>
                </a:cubicBezTo>
                <a:cubicBezTo>
                  <a:pt x="809661" y="4104095"/>
                  <a:pt x="831139" y="4085071"/>
                  <a:pt x="836049" y="4061139"/>
                </a:cubicBezTo>
                <a:cubicBezTo>
                  <a:pt x="836355" y="4059912"/>
                  <a:pt x="835128" y="4058991"/>
                  <a:pt x="834208" y="4058991"/>
                </a:cubicBezTo>
                <a:lnTo>
                  <a:pt x="808434" y="4058991"/>
                </a:lnTo>
                <a:cubicBezTo>
                  <a:pt x="807514" y="4058991"/>
                  <a:pt x="806286" y="4059912"/>
                  <a:pt x="805980" y="4061139"/>
                </a:cubicBezTo>
                <a:cubicBezTo>
                  <a:pt x="801684" y="4075253"/>
                  <a:pt x="791559" y="4082310"/>
                  <a:pt x="776524" y="4082310"/>
                </a:cubicBezTo>
                <a:cubicBezTo>
                  <a:pt x="754432" y="4082310"/>
                  <a:pt x="742773" y="4069116"/>
                  <a:pt x="741546" y="4040888"/>
                </a:cubicBezTo>
                <a:lnTo>
                  <a:pt x="837890" y="4040888"/>
                </a:lnTo>
                <a:cubicBezTo>
                  <a:pt x="839117" y="4040888"/>
                  <a:pt x="840037" y="4039661"/>
                  <a:pt x="840037" y="4038741"/>
                </a:cubicBezTo>
                <a:cubicBezTo>
                  <a:pt x="839424" y="3993637"/>
                  <a:pt x="815184" y="3966023"/>
                  <a:pt x="774990" y="3965716"/>
                </a:cubicBezTo>
                <a:close/>
                <a:moveTo>
                  <a:pt x="1199334" y="3965409"/>
                </a:moveTo>
                <a:cubicBezTo>
                  <a:pt x="1179697" y="3965409"/>
                  <a:pt x="1164662" y="3975534"/>
                  <a:pt x="1156071" y="3987807"/>
                </a:cubicBezTo>
                <a:lnTo>
                  <a:pt x="1156684" y="3970625"/>
                </a:lnTo>
                <a:cubicBezTo>
                  <a:pt x="1156684" y="3969398"/>
                  <a:pt x="1155458" y="3968477"/>
                  <a:pt x="1154537" y="3968477"/>
                </a:cubicBezTo>
                <a:lnTo>
                  <a:pt x="1128764" y="3968477"/>
                </a:lnTo>
                <a:cubicBezTo>
                  <a:pt x="1127535" y="3968477"/>
                  <a:pt x="1126616" y="3969705"/>
                  <a:pt x="1126616" y="3970625"/>
                </a:cubicBezTo>
                <a:lnTo>
                  <a:pt x="1126923" y="4038740"/>
                </a:lnTo>
                <a:lnTo>
                  <a:pt x="1126309" y="4098878"/>
                </a:lnTo>
                <a:cubicBezTo>
                  <a:pt x="1126309" y="4100106"/>
                  <a:pt x="1127535" y="4101026"/>
                  <a:pt x="1128456" y="4101026"/>
                </a:cubicBezTo>
                <a:lnTo>
                  <a:pt x="1155765" y="4100719"/>
                </a:lnTo>
                <a:cubicBezTo>
                  <a:pt x="1156992" y="4100719"/>
                  <a:pt x="1157912" y="4099492"/>
                  <a:pt x="1157912" y="4098572"/>
                </a:cubicBezTo>
                <a:lnTo>
                  <a:pt x="1157299" y="4044570"/>
                </a:lnTo>
                <a:lnTo>
                  <a:pt x="1157299" y="4030149"/>
                </a:lnTo>
                <a:cubicBezTo>
                  <a:pt x="1159753" y="4002842"/>
                  <a:pt x="1174481" y="3989648"/>
                  <a:pt x="1189822" y="3989648"/>
                </a:cubicBezTo>
                <a:cubicBezTo>
                  <a:pt x="1203936" y="3989648"/>
                  <a:pt x="1214061" y="3999467"/>
                  <a:pt x="1214061" y="4018183"/>
                </a:cubicBezTo>
                <a:lnTo>
                  <a:pt x="1214061" y="4044570"/>
                </a:lnTo>
                <a:lnTo>
                  <a:pt x="1213448" y="4098572"/>
                </a:lnTo>
                <a:cubicBezTo>
                  <a:pt x="1213448" y="4099799"/>
                  <a:pt x="1214675" y="4100719"/>
                  <a:pt x="1215596" y="4100719"/>
                </a:cubicBezTo>
                <a:lnTo>
                  <a:pt x="1242904" y="4100719"/>
                </a:lnTo>
                <a:cubicBezTo>
                  <a:pt x="1244131" y="4100719"/>
                  <a:pt x="1245050" y="4099492"/>
                  <a:pt x="1245050" y="4098572"/>
                </a:cubicBezTo>
                <a:lnTo>
                  <a:pt x="1244438" y="4044570"/>
                </a:lnTo>
                <a:lnTo>
                  <a:pt x="1244438" y="4017263"/>
                </a:lnTo>
                <a:cubicBezTo>
                  <a:pt x="1244438" y="3983819"/>
                  <a:pt x="1226642" y="3965409"/>
                  <a:pt x="1199334" y="3965409"/>
                </a:cubicBezTo>
                <a:close/>
                <a:moveTo>
                  <a:pt x="352796" y="3950375"/>
                </a:moveTo>
                <a:lnTo>
                  <a:pt x="389308" y="3950375"/>
                </a:lnTo>
                <a:lnTo>
                  <a:pt x="389308" y="4123118"/>
                </a:lnTo>
                <a:lnTo>
                  <a:pt x="352796" y="4123118"/>
                </a:lnTo>
                <a:close/>
                <a:moveTo>
                  <a:pt x="434412" y="3900362"/>
                </a:moveTo>
                <a:lnTo>
                  <a:pt x="234667" y="3973080"/>
                </a:lnTo>
                <a:lnTo>
                  <a:pt x="307385" y="4172824"/>
                </a:lnTo>
                <a:lnTo>
                  <a:pt x="507130" y="4100106"/>
                </a:lnTo>
                <a:close/>
                <a:moveTo>
                  <a:pt x="3571437" y="0"/>
                </a:moveTo>
                <a:lnTo>
                  <a:pt x="8621771" y="0"/>
                </a:lnTo>
                <a:lnTo>
                  <a:pt x="12193206" y="2582962"/>
                </a:lnTo>
                <a:lnTo>
                  <a:pt x="12193206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2375134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000000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1DF105E-CE19-DB97-3C28-9FB54ABB360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" y="2324100"/>
            <a:ext cx="12193197" cy="4533900"/>
          </a:xfrm>
          <a:custGeom>
            <a:avLst/>
            <a:gdLst>
              <a:gd name="connsiteX0" fmla="*/ 434412 w 12193197"/>
              <a:gd name="connsiteY0" fmla="*/ 4230894 h 4533900"/>
              <a:gd name="connsiteX1" fmla="*/ 452515 w 12193197"/>
              <a:gd name="connsiteY1" fmla="*/ 4230894 h 4533900"/>
              <a:gd name="connsiteX2" fmla="*/ 452515 w 12193197"/>
              <a:gd name="connsiteY2" fmla="*/ 4303612 h 4533900"/>
              <a:gd name="connsiteX3" fmla="*/ 434412 w 12193197"/>
              <a:gd name="connsiteY3" fmla="*/ 4303612 h 4533900"/>
              <a:gd name="connsiteX4" fmla="*/ 316283 w 12193197"/>
              <a:gd name="connsiteY4" fmla="*/ 4194688 h 4533900"/>
              <a:gd name="connsiteX5" fmla="*/ 343591 w 12193197"/>
              <a:gd name="connsiteY5" fmla="*/ 4194688 h 4533900"/>
              <a:gd name="connsiteX6" fmla="*/ 343591 w 12193197"/>
              <a:gd name="connsiteY6" fmla="*/ 4303612 h 4533900"/>
              <a:gd name="connsiteX7" fmla="*/ 316283 w 12193197"/>
              <a:gd name="connsiteY7" fmla="*/ 4303612 h 4533900"/>
              <a:gd name="connsiteX8" fmla="*/ 911528 w 12193197"/>
              <a:gd name="connsiteY8" fmla="*/ 4191620 h 4533900"/>
              <a:gd name="connsiteX9" fmla="*/ 943745 w 12193197"/>
              <a:gd name="connsiteY9" fmla="*/ 4238564 h 4533900"/>
              <a:gd name="connsiteX10" fmla="*/ 911528 w 12193197"/>
              <a:gd name="connsiteY10" fmla="*/ 4282440 h 4533900"/>
              <a:gd name="connsiteX11" fmla="*/ 878083 w 12193197"/>
              <a:gd name="connsiteY11" fmla="*/ 4236416 h 4533900"/>
              <a:gd name="connsiteX12" fmla="*/ 911528 w 12193197"/>
              <a:gd name="connsiteY12" fmla="*/ 4191620 h 4533900"/>
              <a:gd name="connsiteX13" fmla="*/ 638453 w 12193197"/>
              <a:gd name="connsiteY13" fmla="*/ 4191314 h 4533900"/>
              <a:gd name="connsiteX14" fmla="*/ 670669 w 12193197"/>
              <a:gd name="connsiteY14" fmla="*/ 4239179 h 4533900"/>
              <a:gd name="connsiteX15" fmla="*/ 637532 w 12193197"/>
              <a:gd name="connsiteY15" fmla="*/ 4285202 h 4533900"/>
              <a:gd name="connsiteX16" fmla="*/ 605008 w 12193197"/>
              <a:gd name="connsiteY16" fmla="*/ 4236417 h 4533900"/>
              <a:gd name="connsiteX17" fmla="*/ 638453 w 12193197"/>
              <a:gd name="connsiteY17" fmla="*/ 4191314 h 4533900"/>
              <a:gd name="connsiteX18" fmla="*/ 1049294 w 12193197"/>
              <a:gd name="connsiteY18" fmla="*/ 4190700 h 4533900"/>
              <a:gd name="connsiteX19" fmla="*/ 1082739 w 12193197"/>
              <a:gd name="connsiteY19" fmla="*/ 4238565 h 4533900"/>
              <a:gd name="connsiteX20" fmla="*/ 1049601 w 12193197"/>
              <a:gd name="connsiteY20" fmla="*/ 4285509 h 4533900"/>
              <a:gd name="connsiteX21" fmla="*/ 1015543 w 12193197"/>
              <a:gd name="connsiteY21" fmla="*/ 4238565 h 4533900"/>
              <a:gd name="connsiteX22" fmla="*/ 1049294 w 12193197"/>
              <a:gd name="connsiteY22" fmla="*/ 4190700 h 4533900"/>
              <a:gd name="connsiteX23" fmla="*/ 775604 w 12193197"/>
              <a:gd name="connsiteY23" fmla="*/ 4190700 h 4533900"/>
              <a:gd name="connsiteX24" fmla="*/ 806900 w 12193197"/>
              <a:gd name="connsiteY24" fmla="*/ 4223223 h 4533900"/>
              <a:gd name="connsiteX25" fmla="*/ 742773 w 12193197"/>
              <a:gd name="connsiteY25" fmla="*/ 4223223 h 4533900"/>
              <a:gd name="connsiteX26" fmla="*/ 775604 w 12193197"/>
              <a:gd name="connsiteY26" fmla="*/ 4190700 h 4533900"/>
              <a:gd name="connsiteX27" fmla="*/ 398206 w 12193197"/>
              <a:gd name="connsiteY27" fmla="*/ 4176586 h 4533900"/>
              <a:gd name="connsiteX28" fmla="*/ 425514 w 12193197"/>
              <a:gd name="connsiteY28" fmla="*/ 4176586 h 4533900"/>
              <a:gd name="connsiteX29" fmla="*/ 425514 w 12193197"/>
              <a:gd name="connsiteY29" fmla="*/ 4285509 h 4533900"/>
              <a:gd name="connsiteX30" fmla="*/ 398206 w 12193197"/>
              <a:gd name="connsiteY30" fmla="*/ 4285509 h 4533900"/>
              <a:gd name="connsiteX31" fmla="*/ 288976 w 12193197"/>
              <a:gd name="connsiteY31" fmla="*/ 4176279 h 4533900"/>
              <a:gd name="connsiteX32" fmla="*/ 307078 w 12193197"/>
              <a:gd name="connsiteY32" fmla="*/ 4176279 h 4533900"/>
              <a:gd name="connsiteX33" fmla="*/ 307078 w 12193197"/>
              <a:gd name="connsiteY33" fmla="*/ 4248997 h 4533900"/>
              <a:gd name="connsiteX34" fmla="*/ 288976 w 12193197"/>
              <a:gd name="connsiteY34" fmla="*/ 4248997 h 4533900"/>
              <a:gd name="connsiteX35" fmla="*/ 903550 w 12193197"/>
              <a:gd name="connsiteY35" fmla="*/ 4170142 h 4533900"/>
              <a:gd name="connsiteX36" fmla="*/ 846787 w 12193197"/>
              <a:gd name="connsiteY36" fmla="*/ 4237644 h 4533900"/>
              <a:gd name="connsiteX37" fmla="*/ 904777 w 12193197"/>
              <a:gd name="connsiteY37" fmla="*/ 4303611 h 4533900"/>
              <a:gd name="connsiteX38" fmla="*/ 944358 w 12193197"/>
              <a:gd name="connsiteY38" fmla="*/ 4282747 h 4533900"/>
              <a:gd name="connsiteX39" fmla="*/ 944358 w 12193197"/>
              <a:gd name="connsiteY39" fmla="*/ 4297782 h 4533900"/>
              <a:gd name="connsiteX40" fmla="*/ 912141 w 12193197"/>
              <a:gd name="connsiteY40" fmla="*/ 4333374 h 4533900"/>
              <a:gd name="connsiteX41" fmla="*/ 882686 w 12193197"/>
              <a:gd name="connsiteY41" fmla="*/ 4315884 h 4533900"/>
              <a:gd name="connsiteX42" fmla="*/ 880231 w 12193197"/>
              <a:gd name="connsiteY42" fmla="*/ 4313737 h 4533900"/>
              <a:gd name="connsiteX43" fmla="*/ 853537 w 12193197"/>
              <a:gd name="connsiteY43" fmla="*/ 4313737 h 4533900"/>
              <a:gd name="connsiteX44" fmla="*/ 851389 w 12193197"/>
              <a:gd name="connsiteY44" fmla="*/ 4315884 h 4533900"/>
              <a:gd name="connsiteX45" fmla="*/ 910914 w 12193197"/>
              <a:gd name="connsiteY45" fmla="*/ 4354851 h 4533900"/>
              <a:gd name="connsiteX46" fmla="*/ 972586 w 12193197"/>
              <a:gd name="connsiteY46" fmla="*/ 4298089 h 4533900"/>
              <a:gd name="connsiteX47" fmla="*/ 972280 w 12193197"/>
              <a:gd name="connsiteY47" fmla="*/ 4233348 h 4533900"/>
              <a:gd name="connsiteX48" fmla="*/ 973814 w 12193197"/>
              <a:gd name="connsiteY48" fmla="*/ 4174438 h 4533900"/>
              <a:gd name="connsiteX49" fmla="*/ 971666 w 12193197"/>
              <a:gd name="connsiteY49" fmla="*/ 4172290 h 4533900"/>
              <a:gd name="connsiteX50" fmla="*/ 944665 w 12193197"/>
              <a:gd name="connsiteY50" fmla="*/ 4172290 h 4533900"/>
              <a:gd name="connsiteX51" fmla="*/ 942517 w 12193197"/>
              <a:gd name="connsiteY51" fmla="*/ 4174438 h 4533900"/>
              <a:gd name="connsiteX52" fmla="*/ 943131 w 12193197"/>
              <a:gd name="connsiteY52" fmla="*/ 4189165 h 4533900"/>
              <a:gd name="connsiteX53" fmla="*/ 903550 w 12193197"/>
              <a:gd name="connsiteY53" fmla="*/ 4170142 h 4533900"/>
              <a:gd name="connsiteX54" fmla="*/ 629861 w 12193197"/>
              <a:gd name="connsiteY54" fmla="*/ 4169529 h 4533900"/>
              <a:gd name="connsiteX55" fmla="*/ 573405 w 12193197"/>
              <a:gd name="connsiteY55" fmla="*/ 4238565 h 4533900"/>
              <a:gd name="connsiteX56" fmla="*/ 629248 w 12193197"/>
              <a:gd name="connsiteY56" fmla="*/ 4306680 h 4533900"/>
              <a:gd name="connsiteX57" fmla="*/ 669749 w 12193197"/>
              <a:gd name="connsiteY57" fmla="*/ 4285816 h 4533900"/>
              <a:gd name="connsiteX58" fmla="*/ 669135 w 12193197"/>
              <a:gd name="connsiteY58" fmla="*/ 4302078 h 4533900"/>
              <a:gd name="connsiteX59" fmla="*/ 671283 w 12193197"/>
              <a:gd name="connsiteY59" fmla="*/ 4304226 h 4533900"/>
              <a:gd name="connsiteX60" fmla="*/ 698591 w 12193197"/>
              <a:gd name="connsiteY60" fmla="*/ 4304226 h 4533900"/>
              <a:gd name="connsiteX61" fmla="*/ 700739 w 12193197"/>
              <a:gd name="connsiteY61" fmla="*/ 4302078 h 4533900"/>
              <a:gd name="connsiteX62" fmla="*/ 700125 w 12193197"/>
              <a:gd name="connsiteY62" fmla="*/ 4237644 h 4533900"/>
              <a:gd name="connsiteX63" fmla="*/ 700739 w 12193197"/>
              <a:gd name="connsiteY63" fmla="*/ 4174131 h 4533900"/>
              <a:gd name="connsiteX64" fmla="*/ 698591 w 12193197"/>
              <a:gd name="connsiteY64" fmla="*/ 4171984 h 4533900"/>
              <a:gd name="connsiteX65" fmla="*/ 671283 w 12193197"/>
              <a:gd name="connsiteY65" fmla="*/ 4171984 h 4533900"/>
              <a:gd name="connsiteX66" fmla="*/ 669135 w 12193197"/>
              <a:gd name="connsiteY66" fmla="*/ 4174131 h 4533900"/>
              <a:gd name="connsiteX67" fmla="*/ 669749 w 12193197"/>
              <a:gd name="connsiteY67" fmla="*/ 4188859 h 4533900"/>
              <a:gd name="connsiteX68" fmla="*/ 629861 w 12193197"/>
              <a:gd name="connsiteY68" fmla="*/ 4169529 h 4533900"/>
              <a:gd name="connsiteX69" fmla="*/ 1049601 w 12193197"/>
              <a:gd name="connsiteY69" fmla="*/ 4169222 h 4533900"/>
              <a:gd name="connsiteX70" fmla="*/ 984247 w 12193197"/>
              <a:gd name="connsiteY70" fmla="*/ 4238872 h 4533900"/>
              <a:gd name="connsiteX71" fmla="*/ 1049601 w 12193197"/>
              <a:gd name="connsiteY71" fmla="*/ 4307601 h 4533900"/>
              <a:gd name="connsiteX72" fmla="*/ 1114342 w 12193197"/>
              <a:gd name="connsiteY72" fmla="*/ 4237951 h 4533900"/>
              <a:gd name="connsiteX73" fmla="*/ 1049601 w 12193197"/>
              <a:gd name="connsiteY73" fmla="*/ 4169222 h 4533900"/>
              <a:gd name="connsiteX74" fmla="*/ 774990 w 12193197"/>
              <a:gd name="connsiteY74" fmla="*/ 4168915 h 4533900"/>
              <a:gd name="connsiteX75" fmla="*/ 710556 w 12193197"/>
              <a:gd name="connsiteY75" fmla="*/ 4238565 h 4533900"/>
              <a:gd name="connsiteX76" fmla="*/ 775910 w 12193197"/>
              <a:gd name="connsiteY76" fmla="*/ 4307294 h 4533900"/>
              <a:gd name="connsiteX77" fmla="*/ 836049 w 12193197"/>
              <a:gd name="connsiteY77" fmla="*/ 4264338 h 4533900"/>
              <a:gd name="connsiteX78" fmla="*/ 834208 w 12193197"/>
              <a:gd name="connsiteY78" fmla="*/ 4262190 h 4533900"/>
              <a:gd name="connsiteX79" fmla="*/ 808434 w 12193197"/>
              <a:gd name="connsiteY79" fmla="*/ 4262190 h 4533900"/>
              <a:gd name="connsiteX80" fmla="*/ 805980 w 12193197"/>
              <a:gd name="connsiteY80" fmla="*/ 4264338 h 4533900"/>
              <a:gd name="connsiteX81" fmla="*/ 776524 w 12193197"/>
              <a:gd name="connsiteY81" fmla="*/ 4285509 h 4533900"/>
              <a:gd name="connsiteX82" fmla="*/ 741546 w 12193197"/>
              <a:gd name="connsiteY82" fmla="*/ 4244087 h 4533900"/>
              <a:gd name="connsiteX83" fmla="*/ 837890 w 12193197"/>
              <a:gd name="connsiteY83" fmla="*/ 4244087 h 4533900"/>
              <a:gd name="connsiteX84" fmla="*/ 840037 w 12193197"/>
              <a:gd name="connsiteY84" fmla="*/ 4241940 h 4533900"/>
              <a:gd name="connsiteX85" fmla="*/ 774990 w 12193197"/>
              <a:gd name="connsiteY85" fmla="*/ 4168915 h 4533900"/>
              <a:gd name="connsiteX86" fmla="*/ 1199334 w 12193197"/>
              <a:gd name="connsiteY86" fmla="*/ 4168608 h 4533900"/>
              <a:gd name="connsiteX87" fmla="*/ 1156071 w 12193197"/>
              <a:gd name="connsiteY87" fmla="*/ 4191006 h 4533900"/>
              <a:gd name="connsiteX88" fmla="*/ 1156685 w 12193197"/>
              <a:gd name="connsiteY88" fmla="*/ 4173824 h 4533900"/>
              <a:gd name="connsiteX89" fmla="*/ 1154537 w 12193197"/>
              <a:gd name="connsiteY89" fmla="*/ 4171676 h 4533900"/>
              <a:gd name="connsiteX90" fmla="*/ 1128764 w 12193197"/>
              <a:gd name="connsiteY90" fmla="*/ 4171676 h 4533900"/>
              <a:gd name="connsiteX91" fmla="*/ 1126616 w 12193197"/>
              <a:gd name="connsiteY91" fmla="*/ 4173824 h 4533900"/>
              <a:gd name="connsiteX92" fmla="*/ 1126923 w 12193197"/>
              <a:gd name="connsiteY92" fmla="*/ 4241939 h 4533900"/>
              <a:gd name="connsiteX93" fmla="*/ 1126309 w 12193197"/>
              <a:gd name="connsiteY93" fmla="*/ 4302077 h 4533900"/>
              <a:gd name="connsiteX94" fmla="*/ 1128457 w 12193197"/>
              <a:gd name="connsiteY94" fmla="*/ 4304225 h 4533900"/>
              <a:gd name="connsiteX95" fmla="*/ 1155765 w 12193197"/>
              <a:gd name="connsiteY95" fmla="*/ 4303918 h 4533900"/>
              <a:gd name="connsiteX96" fmla="*/ 1157912 w 12193197"/>
              <a:gd name="connsiteY96" fmla="*/ 4301771 h 4533900"/>
              <a:gd name="connsiteX97" fmla="*/ 1157298 w 12193197"/>
              <a:gd name="connsiteY97" fmla="*/ 4247769 h 4533900"/>
              <a:gd name="connsiteX98" fmla="*/ 1157298 w 12193197"/>
              <a:gd name="connsiteY98" fmla="*/ 4233348 h 4533900"/>
              <a:gd name="connsiteX99" fmla="*/ 1189821 w 12193197"/>
              <a:gd name="connsiteY99" fmla="*/ 4192847 h 4533900"/>
              <a:gd name="connsiteX100" fmla="*/ 1214061 w 12193197"/>
              <a:gd name="connsiteY100" fmla="*/ 4221382 h 4533900"/>
              <a:gd name="connsiteX101" fmla="*/ 1214061 w 12193197"/>
              <a:gd name="connsiteY101" fmla="*/ 4247769 h 4533900"/>
              <a:gd name="connsiteX102" fmla="*/ 1213448 w 12193197"/>
              <a:gd name="connsiteY102" fmla="*/ 4301771 h 4533900"/>
              <a:gd name="connsiteX103" fmla="*/ 1215596 w 12193197"/>
              <a:gd name="connsiteY103" fmla="*/ 4303918 h 4533900"/>
              <a:gd name="connsiteX104" fmla="*/ 1242904 w 12193197"/>
              <a:gd name="connsiteY104" fmla="*/ 4303918 h 4533900"/>
              <a:gd name="connsiteX105" fmla="*/ 1245051 w 12193197"/>
              <a:gd name="connsiteY105" fmla="*/ 4301771 h 4533900"/>
              <a:gd name="connsiteX106" fmla="*/ 1244438 w 12193197"/>
              <a:gd name="connsiteY106" fmla="*/ 4247769 h 4533900"/>
              <a:gd name="connsiteX107" fmla="*/ 1244438 w 12193197"/>
              <a:gd name="connsiteY107" fmla="*/ 4220462 h 4533900"/>
              <a:gd name="connsiteX108" fmla="*/ 1199334 w 12193197"/>
              <a:gd name="connsiteY108" fmla="*/ 4168608 h 4533900"/>
              <a:gd name="connsiteX109" fmla="*/ 352796 w 12193197"/>
              <a:gd name="connsiteY109" fmla="*/ 4153574 h 4533900"/>
              <a:gd name="connsiteX110" fmla="*/ 389308 w 12193197"/>
              <a:gd name="connsiteY110" fmla="*/ 4153574 h 4533900"/>
              <a:gd name="connsiteX111" fmla="*/ 389308 w 12193197"/>
              <a:gd name="connsiteY111" fmla="*/ 4326317 h 4533900"/>
              <a:gd name="connsiteX112" fmla="*/ 352796 w 12193197"/>
              <a:gd name="connsiteY112" fmla="*/ 4326317 h 4533900"/>
              <a:gd name="connsiteX113" fmla="*/ 434412 w 12193197"/>
              <a:gd name="connsiteY113" fmla="*/ 4103561 h 4533900"/>
              <a:gd name="connsiteX114" fmla="*/ 234667 w 12193197"/>
              <a:gd name="connsiteY114" fmla="*/ 4176279 h 4533900"/>
              <a:gd name="connsiteX115" fmla="*/ 307385 w 12193197"/>
              <a:gd name="connsiteY115" fmla="*/ 4376023 h 4533900"/>
              <a:gd name="connsiteX116" fmla="*/ 507130 w 12193197"/>
              <a:gd name="connsiteY116" fmla="*/ 4303305 h 4533900"/>
              <a:gd name="connsiteX117" fmla="*/ 6096601 w 12193197"/>
              <a:gd name="connsiteY117" fmla="*/ 0 h 4533900"/>
              <a:gd name="connsiteX118" fmla="*/ 9864295 w 12193197"/>
              <a:gd name="connsiteY118" fmla="*/ 881563 h 4533900"/>
              <a:gd name="connsiteX119" fmla="*/ 12193197 w 12193197"/>
              <a:gd name="connsiteY119" fmla="*/ 3189318 h 4533900"/>
              <a:gd name="connsiteX120" fmla="*/ 12193197 w 12193197"/>
              <a:gd name="connsiteY120" fmla="*/ 4533900 h 4533900"/>
              <a:gd name="connsiteX121" fmla="*/ 0 w 12193197"/>
              <a:gd name="connsiteY121" fmla="*/ 4533900 h 4533900"/>
              <a:gd name="connsiteX122" fmla="*/ 0 w 12193197"/>
              <a:gd name="connsiteY122" fmla="*/ 3189318 h 4533900"/>
              <a:gd name="connsiteX123" fmla="*/ 2328904 w 12193197"/>
              <a:gd name="connsiteY123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3197" h="4533900">
                <a:moveTo>
                  <a:pt x="434412" y="4230894"/>
                </a:moveTo>
                <a:lnTo>
                  <a:pt x="452515" y="4230894"/>
                </a:lnTo>
                <a:lnTo>
                  <a:pt x="452515" y="4303612"/>
                </a:lnTo>
                <a:lnTo>
                  <a:pt x="434412" y="4303612"/>
                </a:lnTo>
                <a:close/>
                <a:moveTo>
                  <a:pt x="316283" y="4194688"/>
                </a:moveTo>
                <a:lnTo>
                  <a:pt x="343591" y="4194688"/>
                </a:lnTo>
                <a:lnTo>
                  <a:pt x="343591" y="4303612"/>
                </a:lnTo>
                <a:lnTo>
                  <a:pt x="316283" y="4303612"/>
                </a:lnTo>
                <a:close/>
                <a:moveTo>
                  <a:pt x="911528" y="4191620"/>
                </a:moveTo>
                <a:cubicBezTo>
                  <a:pt x="932699" y="4191927"/>
                  <a:pt x="944052" y="4208495"/>
                  <a:pt x="943745" y="4238564"/>
                </a:cubicBezTo>
                <a:cubicBezTo>
                  <a:pt x="943745" y="4268020"/>
                  <a:pt x="931778" y="4282440"/>
                  <a:pt x="911528" y="4282440"/>
                </a:cubicBezTo>
                <a:cubicBezTo>
                  <a:pt x="889743" y="4282747"/>
                  <a:pt x="878083" y="4266485"/>
                  <a:pt x="878083" y="4236416"/>
                </a:cubicBezTo>
                <a:cubicBezTo>
                  <a:pt x="878083" y="4208188"/>
                  <a:pt x="889436" y="4191313"/>
                  <a:pt x="911528" y="4191620"/>
                </a:cubicBezTo>
                <a:close/>
                <a:moveTo>
                  <a:pt x="638453" y="4191314"/>
                </a:moveTo>
                <a:cubicBezTo>
                  <a:pt x="659010" y="4191620"/>
                  <a:pt x="670976" y="4208496"/>
                  <a:pt x="670669" y="4239179"/>
                </a:cubicBezTo>
                <a:cubicBezTo>
                  <a:pt x="670363" y="4269861"/>
                  <a:pt x="658396" y="4285202"/>
                  <a:pt x="637532" y="4285202"/>
                </a:cubicBezTo>
                <a:cubicBezTo>
                  <a:pt x="616054" y="4285202"/>
                  <a:pt x="604701" y="4267407"/>
                  <a:pt x="605008" y="4236417"/>
                </a:cubicBezTo>
                <a:cubicBezTo>
                  <a:pt x="605008" y="4208189"/>
                  <a:pt x="615747" y="4191007"/>
                  <a:pt x="638453" y="4191314"/>
                </a:cubicBezTo>
                <a:close/>
                <a:moveTo>
                  <a:pt x="1049294" y="4190700"/>
                </a:moveTo>
                <a:cubicBezTo>
                  <a:pt x="1071693" y="4190700"/>
                  <a:pt x="1082739" y="4206962"/>
                  <a:pt x="1082739" y="4238565"/>
                </a:cubicBezTo>
                <a:cubicBezTo>
                  <a:pt x="1082739" y="4270168"/>
                  <a:pt x="1072000" y="4285509"/>
                  <a:pt x="1049601" y="4285509"/>
                </a:cubicBezTo>
                <a:cubicBezTo>
                  <a:pt x="1026896" y="4285509"/>
                  <a:pt x="1015850" y="4270168"/>
                  <a:pt x="1015543" y="4238565"/>
                </a:cubicBezTo>
                <a:cubicBezTo>
                  <a:pt x="1015543" y="4207268"/>
                  <a:pt x="1026589" y="4191007"/>
                  <a:pt x="1049294" y="4190700"/>
                </a:cubicBezTo>
                <a:close/>
                <a:moveTo>
                  <a:pt x="775604" y="4190700"/>
                </a:moveTo>
                <a:cubicBezTo>
                  <a:pt x="795854" y="4190700"/>
                  <a:pt x="805673" y="4206041"/>
                  <a:pt x="806900" y="4223223"/>
                </a:cubicBezTo>
                <a:lnTo>
                  <a:pt x="742773" y="4223223"/>
                </a:lnTo>
                <a:cubicBezTo>
                  <a:pt x="746148" y="4202052"/>
                  <a:pt x="757194" y="4190700"/>
                  <a:pt x="775604" y="4190700"/>
                </a:cubicBezTo>
                <a:close/>
                <a:moveTo>
                  <a:pt x="398206" y="4176586"/>
                </a:moveTo>
                <a:lnTo>
                  <a:pt x="425514" y="4176586"/>
                </a:lnTo>
                <a:lnTo>
                  <a:pt x="425514" y="4285509"/>
                </a:lnTo>
                <a:lnTo>
                  <a:pt x="398206" y="4285509"/>
                </a:lnTo>
                <a:close/>
                <a:moveTo>
                  <a:pt x="288976" y="4176279"/>
                </a:moveTo>
                <a:lnTo>
                  <a:pt x="307078" y="4176279"/>
                </a:lnTo>
                <a:lnTo>
                  <a:pt x="307078" y="4248997"/>
                </a:lnTo>
                <a:lnTo>
                  <a:pt x="288976" y="4248997"/>
                </a:lnTo>
                <a:close/>
                <a:moveTo>
                  <a:pt x="903550" y="4170142"/>
                </a:moveTo>
                <a:cubicBezTo>
                  <a:pt x="867958" y="4170142"/>
                  <a:pt x="846787" y="4200518"/>
                  <a:pt x="846787" y="4237644"/>
                </a:cubicBezTo>
                <a:cubicBezTo>
                  <a:pt x="846787" y="4274770"/>
                  <a:pt x="866424" y="4303611"/>
                  <a:pt x="904777" y="4303611"/>
                </a:cubicBezTo>
                <a:cubicBezTo>
                  <a:pt x="922267" y="4303611"/>
                  <a:pt x="935460" y="4295941"/>
                  <a:pt x="944358" y="4282747"/>
                </a:cubicBezTo>
                <a:lnTo>
                  <a:pt x="944358" y="4297782"/>
                </a:lnTo>
                <a:cubicBezTo>
                  <a:pt x="944358" y="4322635"/>
                  <a:pt x="931165" y="4333374"/>
                  <a:pt x="912141" y="4333374"/>
                </a:cubicBezTo>
                <a:cubicBezTo>
                  <a:pt x="896493" y="4333374"/>
                  <a:pt x="885754" y="4327544"/>
                  <a:pt x="882686" y="4315884"/>
                </a:cubicBezTo>
                <a:cubicBezTo>
                  <a:pt x="882379" y="4314657"/>
                  <a:pt x="881459" y="4313737"/>
                  <a:pt x="880231" y="4313737"/>
                </a:cubicBezTo>
                <a:lnTo>
                  <a:pt x="853537" y="4313737"/>
                </a:lnTo>
                <a:cubicBezTo>
                  <a:pt x="852617" y="4313737"/>
                  <a:pt x="851389" y="4314657"/>
                  <a:pt x="851389" y="4315884"/>
                </a:cubicBezTo>
                <a:cubicBezTo>
                  <a:pt x="855071" y="4342578"/>
                  <a:pt x="879311" y="4355465"/>
                  <a:pt x="910914" y="4354851"/>
                </a:cubicBezTo>
                <a:cubicBezTo>
                  <a:pt x="951415" y="4354851"/>
                  <a:pt x="972893" y="4333680"/>
                  <a:pt x="972586" y="4298089"/>
                </a:cubicBezTo>
                <a:lnTo>
                  <a:pt x="972280" y="4233348"/>
                </a:lnTo>
                <a:lnTo>
                  <a:pt x="973814" y="4174438"/>
                </a:lnTo>
                <a:cubicBezTo>
                  <a:pt x="973814" y="4173517"/>
                  <a:pt x="972893" y="4172290"/>
                  <a:pt x="971666" y="4172290"/>
                </a:cubicBezTo>
                <a:lnTo>
                  <a:pt x="944665" y="4172290"/>
                </a:lnTo>
                <a:cubicBezTo>
                  <a:pt x="943745" y="4172290"/>
                  <a:pt x="942517" y="4173210"/>
                  <a:pt x="942517" y="4174438"/>
                </a:cubicBezTo>
                <a:lnTo>
                  <a:pt x="943131" y="4189165"/>
                </a:lnTo>
                <a:cubicBezTo>
                  <a:pt x="934540" y="4176892"/>
                  <a:pt x="921039" y="4170142"/>
                  <a:pt x="903550" y="4170142"/>
                </a:cubicBezTo>
                <a:close/>
                <a:moveTo>
                  <a:pt x="629861" y="4169529"/>
                </a:moveTo>
                <a:cubicBezTo>
                  <a:pt x="594576" y="4169529"/>
                  <a:pt x="573405" y="4200212"/>
                  <a:pt x="573405" y="4238565"/>
                </a:cubicBezTo>
                <a:cubicBezTo>
                  <a:pt x="573405" y="4276918"/>
                  <a:pt x="592735" y="4306680"/>
                  <a:pt x="629248" y="4306680"/>
                </a:cubicBezTo>
                <a:cubicBezTo>
                  <a:pt x="647044" y="4306680"/>
                  <a:pt x="660851" y="4299010"/>
                  <a:pt x="669749" y="4285816"/>
                </a:cubicBezTo>
                <a:lnTo>
                  <a:pt x="669135" y="4302078"/>
                </a:lnTo>
                <a:cubicBezTo>
                  <a:pt x="669135" y="4303305"/>
                  <a:pt x="670363" y="4304226"/>
                  <a:pt x="671283" y="4304226"/>
                </a:cubicBezTo>
                <a:lnTo>
                  <a:pt x="698591" y="4304226"/>
                </a:lnTo>
                <a:cubicBezTo>
                  <a:pt x="699818" y="4304226"/>
                  <a:pt x="700739" y="4302998"/>
                  <a:pt x="700739" y="4302078"/>
                </a:cubicBezTo>
                <a:lnTo>
                  <a:pt x="700125" y="4237644"/>
                </a:lnTo>
                <a:lnTo>
                  <a:pt x="700739" y="4174131"/>
                </a:lnTo>
                <a:cubicBezTo>
                  <a:pt x="700739" y="4172904"/>
                  <a:pt x="699511" y="4171984"/>
                  <a:pt x="698591" y="4171984"/>
                </a:cubicBezTo>
                <a:lnTo>
                  <a:pt x="671283" y="4171984"/>
                </a:lnTo>
                <a:cubicBezTo>
                  <a:pt x="670056" y="4171984"/>
                  <a:pt x="669135" y="4173211"/>
                  <a:pt x="669135" y="4174131"/>
                </a:cubicBezTo>
                <a:lnTo>
                  <a:pt x="669749" y="4188859"/>
                </a:lnTo>
                <a:cubicBezTo>
                  <a:pt x="660851" y="4176279"/>
                  <a:pt x="647351" y="4169529"/>
                  <a:pt x="629861" y="4169529"/>
                </a:cubicBezTo>
                <a:close/>
                <a:moveTo>
                  <a:pt x="1049601" y="4169222"/>
                </a:moveTo>
                <a:cubicBezTo>
                  <a:pt x="1007873" y="4169222"/>
                  <a:pt x="984247" y="4197143"/>
                  <a:pt x="984247" y="4238872"/>
                </a:cubicBezTo>
                <a:cubicBezTo>
                  <a:pt x="984247" y="4280600"/>
                  <a:pt x="1007873" y="4307601"/>
                  <a:pt x="1049601" y="4307601"/>
                </a:cubicBezTo>
                <a:cubicBezTo>
                  <a:pt x="1091023" y="4307601"/>
                  <a:pt x="1114342" y="4279679"/>
                  <a:pt x="1114342" y="4237951"/>
                </a:cubicBezTo>
                <a:cubicBezTo>
                  <a:pt x="1114342" y="4196223"/>
                  <a:pt x="1091330" y="4169222"/>
                  <a:pt x="1049601" y="4169222"/>
                </a:cubicBezTo>
                <a:close/>
                <a:moveTo>
                  <a:pt x="774990" y="4168915"/>
                </a:moveTo>
                <a:cubicBezTo>
                  <a:pt x="734795" y="4168915"/>
                  <a:pt x="710556" y="4198370"/>
                  <a:pt x="710556" y="4238565"/>
                </a:cubicBezTo>
                <a:cubicBezTo>
                  <a:pt x="710556" y="4278759"/>
                  <a:pt x="733261" y="4307294"/>
                  <a:pt x="775910" y="4307294"/>
                </a:cubicBezTo>
                <a:cubicBezTo>
                  <a:pt x="809661" y="4307294"/>
                  <a:pt x="831139" y="4288270"/>
                  <a:pt x="836049" y="4264338"/>
                </a:cubicBezTo>
                <a:cubicBezTo>
                  <a:pt x="836355" y="4263111"/>
                  <a:pt x="835128" y="4262190"/>
                  <a:pt x="834208" y="4262190"/>
                </a:cubicBezTo>
                <a:lnTo>
                  <a:pt x="808434" y="4262190"/>
                </a:lnTo>
                <a:cubicBezTo>
                  <a:pt x="807514" y="4262190"/>
                  <a:pt x="806286" y="4263111"/>
                  <a:pt x="805980" y="4264338"/>
                </a:cubicBezTo>
                <a:cubicBezTo>
                  <a:pt x="801684" y="4278452"/>
                  <a:pt x="791559" y="4285509"/>
                  <a:pt x="776524" y="4285509"/>
                </a:cubicBezTo>
                <a:cubicBezTo>
                  <a:pt x="754432" y="4285509"/>
                  <a:pt x="742773" y="4272315"/>
                  <a:pt x="741546" y="4244087"/>
                </a:cubicBezTo>
                <a:lnTo>
                  <a:pt x="837890" y="4244087"/>
                </a:lnTo>
                <a:cubicBezTo>
                  <a:pt x="839117" y="4244087"/>
                  <a:pt x="840037" y="4242860"/>
                  <a:pt x="840037" y="4241940"/>
                </a:cubicBezTo>
                <a:cubicBezTo>
                  <a:pt x="839424" y="4196836"/>
                  <a:pt x="815184" y="4169222"/>
                  <a:pt x="774990" y="4168915"/>
                </a:cubicBezTo>
                <a:close/>
                <a:moveTo>
                  <a:pt x="1199334" y="4168608"/>
                </a:moveTo>
                <a:cubicBezTo>
                  <a:pt x="1179696" y="4168608"/>
                  <a:pt x="1164662" y="4178733"/>
                  <a:pt x="1156071" y="4191006"/>
                </a:cubicBezTo>
                <a:lnTo>
                  <a:pt x="1156685" y="4173824"/>
                </a:lnTo>
                <a:cubicBezTo>
                  <a:pt x="1156685" y="4172597"/>
                  <a:pt x="1155458" y="4171676"/>
                  <a:pt x="1154537" y="4171676"/>
                </a:cubicBezTo>
                <a:lnTo>
                  <a:pt x="1128764" y="4171676"/>
                </a:lnTo>
                <a:cubicBezTo>
                  <a:pt x="1127536" y="4171676"/>
                  <a:pt x="1126616" y="4172904"/>
                  <a:pt x="1126616" y="4173824"/>
                </a:cubicBezTo>
                <a:lnTo>
                  <a:pt x="1126923" y="4241939"/>
                </a:lnTo>
                <a:lnTo>
                  <a:pt x="1126309" y="4302077"/>
                </a:lnTo>
                <a:cubicBezTo>
                  <a:pt x="1126309" y="4303305"/>
                  <a:pt x="1127536" y="4304225"/>
                  <a:pt x="1128457" y="4304225"/>
                </a:cubicBezTo>
                <a:lnTo>
                  <a:pt x="1155765" y="4303918"/>
                </a:lnTo>
                <a:cubicBezTo>
                  <a:pt x="1156992" y="4303918"/>
                  <a:pt x="1157912" y="4302691"/>
                  <a:pt x="1157912" y="4301771"/>
                </a:cubicBezTo>
                <a:lnTo>
                  <a:pt x="1157298" y="4247769"/>
                </a:lnTo>
                <a:lnTo>
                  <a:pt x="1157298" y="4233348"/>
                </a:lnTo>
                <a:cubicBezTo>
                  <a:pt x="1159753" y="4206041"/>
                  <a:pt x="1174481" y="4192847"/>
                  <a:pt x="1189821" y="4192847"/>
                </a:cubicBezTo>
                <a:cubicBezTo>
                  <a:pt x="1203936" y="4192847"/>
                  <a:pt x="1214061" y="4202666"/>
                  <a:pt x="1214061" y="4221382"/>
                </a:cubicBezTo>
                <a:lnTo>
                  <a:pt x="1214061" y="4247769"/>
                </a:lnTo>
                <a:lnTo>
                  <a:pt x="1213448" y="4301771"/>
                </a:lnTo>
                <a:cubicBezTo>
                  <a:pt x="1213448" y="4302998"/>
                  <a:pt x="1214675" y="4303918"/>
                  <a:pt x="1215596" y="4303918"/>
                </a:cubicBezTo>
                <a:lnTo>
                  <a:pt x="1242904" y="4303918"/>
                </a:lnTo>
                <a:cubicBezTo>
                  <a:pt x="1244131" y="4303918"/>
                  <a:pt x="1245051" y="4302691"/>
                  <a:pt x="1245051" y="4301771"/>
                </a:cubicBezTo>
                <a:lnTo>
                  <a:pt x="1244438" y="4247769"/>
                </a:lnTo>
                <a:lnTo>
                  <a:pt x="1244438" y="4220462"/>
                </a:lnTo>
                <a:cubicBezTo>
                  <a:pt x="1244438" y="4187018"/>
                  <a:pt x="1226642" y="4168608"/>
                  <a:pt x="1199334" y="4168608"/>
                </a:cubicBezTo>
                <a:close/>
                <a:moveTo>
                  <a:pt x="352796" y="4153574"/>
                </a:moveTo>
                <a:lnTo>
                  <a:pt x="389308" y="4153574"/>
                </a:lnTo>
                <a:lnTo>
                  <a:pt x="389308" y="4326317"/>
                </a:lnTo>
                <a:lnTo>
                  <a:pt x="352796" y="4326317"/>
                </a:lnTo>
                <a:close/>
                <a:moveTo>
                  <a:pt x="434412" y="4103561"/>
                </a:moveTo>
                <a:lnTo>
                  <a:pt x="234667" y="4176279"/>
                </a:lnTo>
                <a:lnTo>
                  <a:pt x="307385" y="4376023"/>
                </a:lnTo>
                <a:lnTo>
                  <a:pt x="507130" y="4303305"/>
                </a:lnTo>
                <a:close/>
                <a:moveTo>
                  <a:pt x="6096601" y="0"/>
                </a:moveTo>
                <a:lnTo>
                  <a:pt x="9864295" y="881563"/>
                </a:lnTo>
                <a:lnTo>
                  <a:pt x="12193197" y="3189318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3189318"/>
                </a:lnTo>
                <a:lnTo>
                  <a:pt x="2328904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5405771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2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F6659FD-B1DC-DC6B-9892-998C506AEE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" y="2324099"/>
            <a:ext cx="12193197" cy="4533900"/>
          </a:xfrm>
          <a:custGeom>
            <a:avLst/>
            <a:gdLst>
              <a:gd name="connsiteX0" fmla="*/ 434412 w 12193197"/>
              <a:gd name="connsiteY0" fmla="*/ 4230895 h 4533900"/>
              <a:gd name="connsiteX1" fmla="*/ 452515 w 12193197"/>
              <a:gd name="connsiteY1" fmla="*/ 4230895 h 4533900"/>
              <a:gd name="connsiteX2" fmla="*/ 452515 w 12193197"/>
              <a:gd name="connsiteY2" fmla="*/ 4303613 h 4533900"/>
              <a:gd name="connsiteX3" fmla="*/ 434412 w 12193197"/>
              <a:gd name="connsiteY3" fmla="*/ 4303613 h 4533900"/>
              <a:gd name="connsiteX4" fmla="*/ 316283 w 12193197"/>
              <a:gd name="connsiteY4" fmla="*/ 4194689 h 4533900"/>
              <a:gd name="connsiteX5" fmla="*/ 343591 w 12193197"/>
              <a:gd name="connsiteY5" fmla="*/ 4194689 h 4533900"/>
              <a:gd name="connsiteX6" fmla="*/ 343591 w 12193197"/>
              <a:gd name="connsiteY6" fmla="*/ 4303613 h 4533900"/>
              <a:gd name="connsiteX7" fmla="*/ 316283 w 12193197"/>
              <a:gd name="connsiteY7" fmla="*/ 4303613 h 4533900"/>
              <a:gd name="connsiteX8" fmla="*/ 911528 w 12193197"/>
              <a:gd name="connsiteY8" fmla="*/ 4191621 h 4533900"/>
              <a:gd name="connsiteX9" fmla="*/ 943745 w 12193197"/>
              <a:gd name="connsiteY9" fmla="*/ 4238565 h 4533900"/>
              <a:gd name="connsiteX10" fmla="*/ 911528 w 12193197"/>
              <a:gd name="connsiteY10" fmla="*/ 4282441 h 4533900"/>
              <a:gd name="connsiteX11" fmla="*/ 878083 w 12193197"/>
              <a:gd name="connsiteY11" fmla="*/ 4236417 h 4533900"/>
              <a:gd name="connsiteX12" fmla="*/ 911528 w 12193197"/>
              <a:gd name="connsiteY12" fmla="*/ 4191621 h 4533900"/>
              <a:gd name="connsiteX13" fmla="*/ 638453 w 12193197"/>
              <a:gd name="connsiteY13" fmla="*/ 4191315 h 4533900"/>
              <a:gd name="connsiteX14" fmla="*/ 670669 w 12193197"/>
              <a:gd name="connsiteY14" fmla="*/ 4239180 h 4533900"/>
              <a:gd name="connsiteX15" fmla="*/ 637532 w 12193197"/>
              <a:gd name="connsiteY15" fmla="*/ 4285203 h 4533900"/>
              <a:gd name="connsiteX16" fmla="*/ 605008 w 12193197"/>
              <a:gd name="connsiteY16" fmla="*/ 4236418 h 4533900"/>
              <a:gd name="connsiteX17" fmla="*/ 638453 w 12193197"/>
              <a:gd name="connsiteY17" fmla="*/ 4191315 h 4533900"/>
              <a:gd name="connsiteX18" fmla="*/ 1049294 w 12193197"/>
              <a:gd name="connsiteY18" fmla="*/ 4190701 h 4533900"/>
              <a:gd name="connsiteX19" fmla="*/ 1082739 w 12193197"/>
              <a:gd name="connsiteY19" fmla="*/ 4238566 h 4533900"/>
              <a:gd name="connsiteX20" fmla="*/ 1049601 w 12193197"/>
              <a:gd name="connsiteY20" fmla="*/ 4285510 h 4533900"/>
              <a:gd name="connsiteX21" fmla="*/ 1015543 w 12193197"/>
              <a:gd name="connsiteY21" fmla="*/ 4238566 h 4533900"/>
              <a:gd name="connsiteX22" fmla="*/ 1049294 w 12193197"/>
              <a:gd name="connsiteY22" fmla="*/ 4190701 h 4533900"/>
              <a:gd name="connsiteX23" fmla="*/ 775604 w 12193197"/>
              <a:gd name="connsiteY23" fmla="*/ 4190701 h 4533900"/>
              <a:gd name="connsiteX24" fmla="*/ 806900 w 12193197"/>
              <a:gd name="connsiteY24" fmla="*/ 4223224 h 4533900"/>
              <a:gd name="connsiteX25" fmla="*/ 742773 w 12193197"/>
              <a:gd name="connsiteY25" fmla="*/ 4223224 h 4533900"/>
              <a:gd name="connsiteX26" fmla="*/ 775604 w 12193197"/>
              <a:gd name="connsiteY26" fmla="*/ 4190701 h 4533900"/>
              <a:gd name="connsiteX27" fmla="*/ 398206 w 12193197"/>
              <a:gd name="connsiteY27" fmla="*/ 4176587 h 4533900"/>
              <a:gd name="connsiteX28" fmla="*/ 425514 w 12193197"/>
              <a:gd name="connsiteY28" fmla="*/ 4176587 h 4533900"/>
              <a:gd name="connsiteX29" fmla="*/ 425514 w 12193197"/>
              <a:gd name="connsiteY29" fmla="*/ 4285510 h 4533900"/>
              <a:gd name="connsiteX30" fmla="*/ 398206 w 12193197"/>
              <a:gd name="connsiteY30" fmla="*/ 4285510 h 4533900"/>
              <a:gd name="connsiteX31" fmla="*/ 288976 w 12193197"/>
              <a:gd name="connsiteY31" fmla="*/ 4176280 h 4533900"/>
              <a:gd name="connsiteX32" fmla="*/ 307078 w 12193197"/>
              <a:gd name="connsiteY32" fmla="*/ 4176280 h 4533900"/>
              <a:gd name="connsiteX33" fmla="*/ 307078 w 12193197"/>
              <a:gd name="connsiteY33" fmla="*/ 4248998 h 4533900"/>
              <a:gd name="connsiteX34" fmla="*/ 288976 w 12193197"/>
              <a:gd name="connsiteY34" fmla="*/ 4248998 h 4533900"/>
              <a:gd name="connsiteX35" fmla="*/ 903550 w 12193197"/>
              <a:gd name="connsiteY35" fmla="*/ 4170143 h 4533900"/>
              <a:gd name="connsiteX36" fmla="*/ 846787 w 12193197"/>
              <a:gd name="connsiteY36" fmla="*/ 4237645 h 4533900"/>
              <a:gd name="connsiteX37" fmla="*/ 904777 w 12193197"/>
              <a:gd name="connsiteY37" fmla="*/ 4303612 h 4533900"/>
              <a:gd name="connsiteX38" fmla="*/ 944358 w 12193197"/>
              <a:gd name="connsiteY38" fmla="*/ 4282748 h 4533900"/>
              <a:gd name="connsiteX39" fmla="*/ 944358 w 12193197"/>
              <a:gd name="connsiteY39" fmla="*/ 4297783 h 4533900"/>
              <a:gd name="connsiteX40" fmla="*/ 912141 w 12193197"/>
              <a:gd name="connsiteY40" fmla="*/ 4333375 h 4533900"/>
              <a:gd name="connsiteX41" fmla="*/ 882686 w 12193197"/>
              <a:gd name="connsiteY41" fmla="*/ 4315885 h 4533900"/>
              <a:gd name="connsiteX42" fmla="*/ 880231 w 12193197"/>
              <a:gd name="connsiteY42" fmla="*/ 4313738 h 4533900"/>
              <a:gd name="connsiteX43" fmla="*/ 853537 w 12193197"/>
              <a:gd name="connsiteY43" fmla="*/ 4313738 h 4533900"/>
              <a:gd name="connsiteX44" fmla="*/ 851389 w 12193197"/>
              <a:gd name="connsiteY44" fmla="*/ 4315885 h 4533900"/>
              <a:gd name="connsiteX45" fmla="*/ 910914 w 12193197"/>
              <a:gd name="connsiteY45" fmla="*/ 4354852 h 4533900"/>
              <a:gd name="connsiteX46" fmla="*/ 972586 w 12193197"/>
              <a:gd name="connsiteY46" fmla="*/ 4298090 h 4533900"/>
              <a:gd name="connsiteX47" fmla="*/ 972280 w 12193197"/>
              <a:gd name="connsiteY47" fmla="*/ 4233349 h 4533900"/>
              <a:gd name="connsiteX48" fmla="*/ 973814 w 12193197"/>
              <a:gd name="connsiteY48" fmla="*/ 4174439 h 4533900"/>
              <a:gd name="connsiteX49" fmla="*/ 971666 w 12193197"/>
              <a:gd name="connsiteY49" fmla="*/ 4172291 h 4533900"/>
              <a:gd name="connsiteX50" fmla="*/ 944665 w 12193197"/>
              <a:gd name="connsiteY50" fmla="*/ 4172291 h 4533900"/>
              <a:gd name="connsiteX51" fmla="*/ 942517 w 12193197"/>
              <a:gd name="connsiteY51" fmla="*/ 4174439 h 4533900"/>
              <a:gd name="connsiteX52" fmla="*/ 943131 w 12193197"/>
              <a:gd name="connsiteY52" fmla="*/ 4189166 h 4533900"/>
              <a:gd name="connsiteX53" fmla="*/ 903550 w 12193197"/>
              <a:gd name="connsiteY53" fmla="*/ 4170143 h 4533900"/>
              <a:gd name="connsiteX54" fmla="*/ 629861 w 12193197"/>
              <a:gd name="connsiteY54" fmla="*/ 4169530 h 4533900"/>
              <a:gd name="connsiteX55" fmla="*/ 573405 w 12193197"/>
              <a:gd name="connsiteY55" fmla="*/ 4238566 h 4533900"/>
              <a:gd name="connsiteX56" fmla="*/ 629248 w 12193197"/>
              <a:gd name="connsiteY56" fmla="*/ 4306681 h 4533900"/>
              <a:gd name="connsiteX57" fmla="*/ 669749 w 12193197"/>
              <a:gd name="connsiteY57" fmla="*/ 4285817 h 4533900"/>
              <a:gd name="connsiteX58" fmla="*/ 669135 w 12193197"/>
              <a:gd name="connsiteY58" fmla="*/ 4302079 h 4533900"/>
              <a:gd name="connsiteX59" fmla="*/ 671283 w 12193197"/>
              <a:gd name="connsiteY59" fmla="*/ 4304227 h 4533900"/>
              <a:gd name="connsiteX60" fmla="*/ 698591 w 12193197"/>
              <a:gd name="connsiteY60" fmla="*/ 4304227 h 4533900"/>
              <a:gd name="connsiteX61" fmla="*/ 700739 w 12193197"/>
              <a:gd name="connsiteY61" fmla="*/ 4302079 h 4533900"/>
              <a:gd name="connsiteX62" fmla="*/ 700125 w 12193197"/>
              <a:gd name="connsiteY62" fmla="*/ 4237645 h 4533900"/>
              <a:gd name="connsiteX63" fmla="*/ 700739 w 12193197"/>
              <a:gd name="connsiteY63" fmla="*/ 4174132 h 4533900"/>
              <a:gd name="connsiteX64" fmla="*/ 698591 w 12193197"/>
              <a:gd name="connsiteY64" fmla="*/ 4171985 h 4533900"/>
              <a:gd name="connsiteX65" fmla="*/ 671283 w 12193197"/>
              <a:gd name="connsiteY65" fmla="*/ 4171985 h 4533900"/>
              <a:gd name="connsiteX66" fmla="*/ 669135 w 12193197"/>
              <a:gd name="connsiteY66" fmla="*/ 4174132 h 4533900"/>
              <a:gd name="connsiteX67" fmla="*/ 669749 w 12193197"/>
              <a:gd name="connsiteY67" fmla="*/ 4188860 h 4533900"/>
              <a:gd name="connsiteX68" fmla="*/ 629861 w 12193197"/>
              <a:gd name="connsiteY68" fmla="*/ 4169530 h 4533900"/>
              <a:gd name="connsiteX69" fmla="*/ 1049601 w 12193197"/>
              <a:gd name="connsiteY69" fmla="*/ 4169223 h 4533900"/>
              <a:gd name="connsiteX70" fmla="*/ 984247 w 12193197"/>
              <a:gd name="connsiteY70" fmla="*/ 4238873 h 4533900"/>
              <a:gd name="connsiteX71" fmla="*/ 1049601 w 12193197"/>
              <a:gd name="connsiteY71" fmla="*/ 4307602 h 4533900"/>
              <a:gd name="connsiteX72" fmla="*/ 1114342 w 12193197"/>
              <a:gd name="connsiteY72" fmla="*/ 4237952 h 4533900"/>
              <a:gd name="connsiteX73" fmla="*/ 1049601 w 12193197"/>
              <a:gd name="connsiteY73" fmla="*/ 4169223 h 4533900"/>
              <a:gd name="connsiteX74" fmla="*/ 774990 w 12193197"/>
              <a:gd name="connsiteY74" fmla="*/ 4168916 h 4533900"/>
              <a:gd name="connsiteX75" fmla="*/ 710556 w 12193197"/>
              <a:gd name="connsiteY75" fmla="*/ 4238566 h 4533900"/>
              <a:gd name="connsiteX76" fmla="*/ 775910 w 12193197"/>
              <a:gd name="connsiteY76" fmla="*/ 4307295 h 4533900"/>
              <a:gd name="connsiteX77" fmla="*/ 836049 w 12193197"/>
              <a:gd name="connsiteY77" fmla="*/ 4264339 h 4533900"/>
              <a:gd name="connsiteX78" fmla="*/ 834208 w 12193197"/>
              <a:gd name="connsiteY78" fmla="*/ 4262191 h 4533900"/>
              <a:gd name="connsiteX79" fmla="*/ 808434 w 12193197"/>
              <a:gd name="connsiteY79" fmla="*/ 4262191 h 4533900"/>
              <a:gd name="connsiteX80" fmla="*/ 805980 w 12193197"/>
              <a:gd name="connsiteY80" fmla="*/ 4264339 h 4533900"/>
              <a:gd name="connsiteX81" fmla="*/ 776524 w 12193197"/>
              <a:gd name="connsiteY81" fmla="*/ 4285510 h 4533900"/>
              <a:gd name="connsiteX82" fmla="*/ 741546 w 12193197"/>
              <a:gd name="connsiteY82" fmla="*/ 4244088 h 4533900"/>
              <a:gd name="connsiteX83" fmla="*/ 837890 w 12193197"/>
              <a:gd name="connsiteY83" fmla="*/ 4244088 h 4533900"/>
              <a:gd name="connsiteX84" fmla="*/ 840037 w 12193197"/>
              <a:gd name="connsiteY84" fmla="*/ 4241941 h 4533900"/>
              <a:gd name="connsiteX85" fmla="*/ 774990 w 12193197"/>
              <a:gd name="connsiteY85" fmla="*/ 4168916 h 4533900"/>
              <a:gd name="connsiteX86" fmla="*/ 1199334 w 12193197"/>
              <a:gd name="connsiteY86" fmla="*/ 4168609 h 4533900"/>
              <a:gd name="connsiteX87" fmla="*/ 1156071 w 12193197"/>
              <a:gd name="connsiteY87" fmla="*/ 4191007 h 4533900"/>
              <a:gd name="connsiteX88" fmla="*/ 1156685 w 12193197"/>
              <a:gd name="connsiteY88" fmla="*/ 4173825 h 4533900"/>
              <a:gd name="connsiteX89" fmla="*/ 1154537 w 12193197"/>
              <a:gd name="connsiteY89" fmla="*/ 4171677 h 4533900"/>
              <a:gd name="connsiteX90" fmla="*/ 1128764 w 12193197"/>
              <a:gd name="connsiteY90" fmla="*/ 4171677 h 4533900"/>
              <a:gd name="connsiteX91" fmla="*/ 1126616 w 12193197"/>
              <a:gd name="connsiteY91" fmla="*/ 4173825 h 4533900"/>
              <a:gd name="connsiteX92" fmla="*/ 1126923 w 12193197"/>
              <a:gd name="connsiteY92" fmla="*/ 4241940 h 4533900"/>
              <a:gd name="connsiteX93" fmla="*/ 1126309 w 12193197"/>
              <a:gd name="connsiteY93" fmla="*/ 4302078 h 4533900"/>
              <a:gd name="connsiteX94" fmla="*/ 1128457 w 12193197"/>
              <a:gd name="connsiteY94" fmla="*/ 4304226 h 4533900"/>
              <a:gd name="connsiteX95" fmla="*/ 1155765 w 12193197"/>
              <a:gd name="connsiteY95" fmla="*/ 4303919 h 4533900"/>
              <a:gd name="connsiteX96" fmla="*/ 1157912 w 12193197"/>
              <a:gd name="connsiteY96" fmla="*/ 4301772 h 4533900"/>
              <a:gd name="connsiteX97" fmla="*/ 1157298 w 12193197"/>
              <a:gd name="connsiteY97" fmla="*/ 4247770 h 4533900"/>
              <a:gd name="connsiteX98" fmla="*/ 1157298 w 12193197"/>
              <a:gd name="connsiteY98" fmla="*/ 4233349 h 4533900"/>
              <a:gd name="connsiteX99" fmla="*/ 1189821 w 12193197"/>
              <a:gd name="connsiteY99" fmla="*/ 4192848 h 4533900"/>
              <a:gd name="connsiteX100" fmla="*/ 1214061 w 12193197"/>
              <a:gd name="connsiteY100" fmla="*/ 4221383 h 4533900"/>
              <a:gd name="connsiteX101" fmla="*/ 1214061 w 12193197"/>
              <a:gd name="connsiteY101" fmla="*/ 4247770 h 4533900"/>
              <a:gd name="connsiteX102" fmla="*/ 1213448 w 12193197"/>
              <a:gd name="connsiteY102" fmla="*/ 4301772 h 4533900"/>
              <a:gd name="connsiteX103" fmla="*/ 1215596 w 12193197"/>
              <a:gd name="connsiteY103" fmla="*/ 4303919 h 4533900"/>
              <a:gd name="connsiteX104" fmla="*/ 1242904 w 12193197"/>
              <a:gd name="connsiteY104" fmla="*/ 4303919 h 4533900"/>
              <a:gd name="connsiteX105" fmla="*/ 1245051 w 12193197"/>
              <a:gd name="connsiteY105" fmla="*/ 4301772 h 4533900"/>
              <a:gd name="connsiteX106" fmla="*/ 1244438 w 12193197"/>
              <a:gd name="connsiteY106" fmla="*/ 4247770 h 4533900"/>
              <a:gd name="connsiteX107" fmla="*/ 1244438 w 12193197"/>
              <a:gd name="connsiteY107" fmla="*/ 4220463 h 4533900"/>
              <a:gd name="connsiteX108" fmla="*/ 1199334 w 12193197"/>
              <a:gd name="connsiteY108" fmla="*/ 4168609 h 4533900"/>
              <a:gd name="connsiteX109" fmla="*/ 352796 w 12193197"/>
              <a:gd name="connsiteY109" fmla="*/ 4153575 h 4533900"/>
              <a:gd name="connsiteX110" fmla="*/ 389308 w 12193197"/>
              <a:gd name="connsiteY110" fmla="*/ 4153575 h 4533900"/>
              <a:gd name="connsiteX111" fmla="*/ 389308 w 12193197"/>
              <a:gd name="connsiteY111" fmla="*/ 4326318 h 4533900"/>
              <a:gd name="connsiteX112" fmla="*/ 352796 w 12193197"/>
              <a:gd name="connsiteY112" fmla="*/ 4326318 h 4533900"/>
              <a:gd name="connsiteX113" fmla="*/ 434412 w 12193197"/>
              <a:gd name="connsiteY113" fmla="*/ 4103562 h 4533900"/>
              <a:gd name="connsiteX114" fmla="*/ 234667 w 12193197"/>
              <a:gd name="connsiteY114" fmla="*/ 4176280 h 4533900"/>
              <a:gd name="connsiteX115" fmla="*/ 307385 w 12193197"/>
              <a:gd name="connsiteY115" fmla="*/ 4376024 h 4533900"/>
              <a:gd name="connsiteX116" fmla="*/ 507130 w 12193197"/>
              <a:gd name="connsiteY116" fmla="*/ 4303306 h 4533900"/>
              <a:gd name="connsiteX117" fmla="*/ 6096604 w 12193197"/>
              <a:gd name="connsiteY117" fmla="*/ 0 h 4533900"/>
              <a:gd name="connsiteX118" fmla="*/ 12193197 w 12193197"/>
              <a:gd name="connsiteY118" fmla="*/ 2202541 h 4533900"/>
              <a:gd name="connsiteX119" fmla="*/ 12193197 w 12193197"/>
              <a:gd name="connsiteY119" fmla="*/ 4533900 h 4533900"/>
              <a:gd name="connsiteX120" fmla="*/ 0 w 12193197"/>
              <a:gd name="connsiteY120" fmla="*/ 4533900 h 4533900"/>
              <a:gd name="connsiteX121" fmla="*/ 0 w 12193197"/>
              <a:gd name="connsiteY121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93197" h="4533900">
                <a:moveTo>
                  <a:pt x="434412" y="4230895"/>
                </a:moveTo>
                <a:lnTo>
                  <a:pt x="452515" y="4230895"/>
                </a:lnTo>
                <a:lnTo>
                  <a:pt x="452515" y="4303613"/>
                </a:lnTo>
                <a:lnTo>
                  <a:pt x="434412" y="4303613"/>
                </a:lnTo>
                <a:close/>
                <a:moveTo>
                  <a:pt x="316283" y="4194689"/>
                </a:moveTo>
                <a:lnTo>
                  <a:pt x="343591" y="4194689"/>
                </a:lnTo>
                <a:lnTo>
                  <a:pt x="343591" y="4303613"/>
                </a:lnTo>
                <a:lnTo>
                  <a:pt x="316283" y="4303613"/>
                </a:lnTo>
                <a:close/>
                <a:moveTo>
                  <a:pt x="911528" y="4191621"/>
                </a:moveTo>
                <a:cubicBezTo>
                  <a:pt x="932699" y="4191928"/>
                  <a:pt x="944052" y="4208496"/>
                  <a:pt x="943745" y="4238565"/>
                </a:cubicBezTo>
                <a:cubicBezTo>
                  <a:pt x="943745" y="4268021"/>
                  <a:pt x="931778" y="4282441"/>
                  <a:pt x="911528" y="4282441"/>
                </a:cubicBezTo>
                <a:cubicBezTo>
                  <a:pt x="889743" y="4282748"/>
                  <a:pt x="878083" y="4266486"/>
                  <a:pt x="878083" y="4236417"/>
                </a:cubicBezTo>
                <a:cubicBezTo>
                  <a:pt x="878083" y="4208189"/>
                  <a:pt x="889436" y="4191314"/>
                  <a:pt x="911528" y="4191621"/>
                </a:cubicBezTo>
                <a:close/>
                <a:moveTo>
                  <a:pt x="638453" y="4191315"/>
                </a:moveTo>
                <a:cubicBezTo>
                  <a:pt x="659010" y="4191621"/>
                  <a:pt x="670976" y="4208497"/>
                  <a:pt x="670669" y="4239180"/>
                </a:cubicBezTo>
                <a:cubicBezTo>
                  <a:pt x="670363" y="4269862"/>
                  <a:pt x="658396" y="4285203"/>
                  <a:pt x="637532" y="4285203"/>
                </a:cubicBezTo>
                <a:cubicBezTo>
                  <a:pt x="616054" y="4285203"/>
                  <a:pt x="604701" y="4267408"/>
                  <a:pt x="605008" y="4236418"/>
                </a:cubicBezTo>
                <a:cubicBezTo>
                  <a:pt x="605008" y="4208190"/>
                  <a:pt x="615747" y="4191008"/>
                  <a:pt x="638453" y="4191315"/>
                </a:cubicBezTo>
                <a:close/>
                <a:moveTo>
                  <a:pt x="1049294" y="4190701"/>
                </a:moveTo>
                <a:cubicBezTo>
                  <a:pt x="1071693" y="4190701"/>
                  <a:pt x="1082739" y="4206963"/>
                  <a:pt x="1082739" y="4238566"/>
                </a:cubicBezTo>
                <a:cubicBezTo>
                  <a:pt x="1082739" y="4270169"/>
                  <a:pt x="1072000" y="4285510"/>
                  <a:pt x="1049601" y="4285510"/>
                </a:cubicBezTo>
                <a:cubicBezTo>
                  <a:pt x="1026896" y="4285510"/>
                  <a:pt x="1015850" y="4270169"/>
                  <a:pt x="1015543" y="4238566"/>
                </a:cubicBezTo>
                <a:cubicBezTo>
                  <a:pt x="1015543" y="4207269"/>
                  <a:pt x="1026589" y="4191008"/>
                  <a:pt x="1049294" y="4190701"/>
                </a:cubicBezTo>
                <a:close/>
                <a:moveTo>
                  <a:pt x="775604" y="4190701"/>
                </a:moveTo>
                <a:cubicBezTo>
                  <a:pt x="795854" y="4190701"/>
                  <a:pt x="805673" y="4206042"/>
                  <a:pt x="806900" y="4223224"/>
                </a:cubicBezTo>
                <a:lnTo>
                  <a:pt x="742773" y="4223224"/>
                </a:lnTo>
                <a:cubicBezTo>
                  <a:pt x="746148" y="4202053"/>
                  <a:pt x="757194" y="4190701"/>
                  <a:pt x="775604" y="4190701"/>
                </a:cubicBezTo>
                <a:close/>
                <a:moveTo>
                  <a:pt x="398206" y="4176587"/>
                </a:moveTo>
                <a:lnTo>
                  <a:pt x="425514" y="4176587"/>
                </a:lnTo>
                <a:lnTo>
                  <a:pt x="425514" y="4285510"/>
                </a:lnTo>
                <a:lnTo>
                  <a:pt x="398206" y="4285510"/>
                </a:lnTo>
                <a:close/>
                <a:moveTo>
                  <a:pt x="288976" y="4176280"/>
                </a:moveTo>
                <a:lnTo>
                  <a:pt x="307078" y="4176280"/>
                </a:lnTo>
                <a:lnTo>
                  <a:pt x="307078" y="4248998"/>
                </a:lnTo>
                <a:lnTo>
                  <a:pt x="288976" y="4248998"/>
                </a:lnTo>
                <a:close/>
                <a:moveTo>
                  <a:pt x="903550" y="4170143"/>
                </a:moveTo>
                <a:cubicBezTo>
                  <a:pt x="867958" y="4170143"/>
                  <a:pt x="846787" y="4200519"/>
                  <a:pt x="846787" y="4237645"/>
                </a:cubicBezTo>
                <a:cubicBezTo>
                  <a:pt x="846787" y="4274771"/>
                  <a:pt x="866424" y="4303612"/>
                  <a:pt x="904777" y="4303612"/>
                </a:cubicBezTo>
                <a:cubicBezTo>
                  <a:pt x="922267" y="4303612"/>
                  <a:pt x="935460" y="4295942"/>
                  <a:pt x="944358" y="4282748"/>
                </a:cubicBezTo>
                <a:lnTo>
                  <a:pt x="944358" y="4297783"/>
                </a:lnTo>
                <a:cubicBezTo>
                  <a:pt x="944358" y="4322636"/>
                  <a:pt x="931165" y="4333375"/>
                  <a:pt x="912141" y="4333375"/>
                </a:cubicBezTo>
                <a:cubicBezTo>
                  <a:pt x="896493" y="4333375"/>
                  <a:pt x="885754" y="4327545"/>
                  <a:pt x="882686" y="4315885"/>
                </a:cubicBezTo>
                <a:cubicBezTo>
                  <a:pt x="882379" y="4314658"/>
                  <a:pt x="881459" y="4313738"/>
                  <a:pt x="880231" y="4313738"/>
                </a:cubicBezTo>
                <a:lnTo>
                  <a:pt x="853537" y="4313738"/>
                </a:lnTo>
                <a:cubicBezTo>
                  <a:pt x="852617" y="4313738"/>
                  <a:pt x="851389" y="4314658"/>
                  <a:pt x="851389" y="4315885"/>
                </a:cubicBezTo>
                <a:cubicBezTo>
                  <a:pt x="855071" y="4342579"/>
                  <a:pt x="879311" y="4355466"/>
                  <a:pt x="910914" y="4354852"/>
                </a:cubicBezTo>
                <a:cubicBezTo>
                  <a:pt x="951415" y="4354852"/>
                  <a:pt x="972893" y="4333681"/>
                  <a:pt x="972586" y="4298090"/>
                </a:cubicBezTo>
                <a:lnTo>
                  <a:pt x="972280" y="4233349"/>
                </a:lnTo>
                <a:lnTo>
                  <a:pt x="973814" y="4174439"/>
                </a:lnTo>
                <a:cubicBezTo>
                  <a:pt x="973814" y="4173518"/>
                  <a:pt x="972893" y="4172291"/>
                  <a:pt x="971666" y="4172291"/>
                </a:cubicBezTo>
                <a:lnTo>
                  <a:pt x="944665" y="4172291"/>
                </a:lnTo>
                <a:cubicBezTo>
                  <a:pt x="943745" y="4172291"/>
                  <a:pt x="942517" y="4173211"/>
                  <a:pt x="942517" y="4174439"/>
                </a:cubicBezTo>
                <a:lnTo>
                  <a:pt x="943131" y="4189166"/>
                </a:lnTo>
                <a:cubicBezTo>
                  <a:pt x="934540" y="4176893"/>
                  <a:pt x="921039" y="4170143"/>
                  <a:pt x="903550" y="4170143"/>
                </a:cubicBezTo>
                <a:close/>
                <a:moveTo>
                  <a:pt x="629861" y="4169530"/>
                </a:moveTo>
                <a:cubicBezTo>
                  <a:pt x="594576" y="4169530"/>
                  <a:pt x="573405" y="4200213"/>
                  <a:pt x="573405" y="4238566"/>
                </a:cubicBezTo>
                <a:cubicBezTo>
                  <a:pt x="573405" y="4276919"/>
                  <a:pt x="592735" y="4306681"/>
                  <a:pt x="629248" y="4306681"/>
                </a:cubicBezTo>
                <a:cubicBezTo>
                  <a:pt x="647044" y="4306681"/>
                  <a:pt x="660851" y="4299011"/>
                  <a:pt x="669749" y="4285817"/>
                </a:cubicBezTo>
                <a:lnTo>
                  <a:pt x="669135" y="4302079"/>
                </a:lnTo>
                <a:cubicBezTo>
                  <a:pt x="669135" y="4303306"/>
                  <a:pt x="670363" y="4304227"/>
                  <a:pt x="671283" y="4304227"/>
                </a:cubicBezTo>
                <a:lnTo>
                  <a:pt x="698591" y="4304227"/>
                </a:lnTo>
                <a:cubicBezTo>
                  <a:pt x="699818" y="4304227"/>
                  <a:pt x="700739" y="4302999"/>
                  <a:pt x="700739" y="4302079"/>
                </a:cubicBezTo>
                <a:lnTo>
                  <a:pt x="700125" y="4237645"/>
                </a:lnTo>
                <a:lnTo>
                  <a:pt x="700739" y="4174132"/>
                </a:lnTo>
                <a:cubicBezTo>
                  <a:pt x="700739" y="4172905"/>
                  <a:pt x="699511" y="4171985"/>
                  <a:pt x="698591" y="4171985"/>
                </a:cubicBezTo>
                <a:lnTo>
                  <a:pt x="671283" y="4171985"/>
                </a:lnTo>
                <a:cubicBezTo>
                  <a:pt x="670056" y="4171985"/>
                  <a:pt x="669135" y="4173212"/>
                  <a:pt x="669135" y="4174132"/>
                </a:cubicBezTo>
                <a:lnTo>
                  <a:pt x="669749" y="4188860"/>
                </a:lnTo>
                <a:cubicBezTo>
                  <a:pt x="660851" y="4176280"/>
                  <a:pt x="647351" y="4169530"/>
                  <a:pt x="629861" y="4169530"/>
                </a:cubicBezTo>
                <a:close/>
                <a:moveTo>
                  <a:pt x="1049601" y="4169223"/>
                </a:moveTo>
                <a:cubicBezTo>
                  <a:pt x="1007873" y="4169223"/>
                  <a:pt x="984247" y="4197144"/>
                  <a:pt x="984247" y="4238873"/>
                </a:cubicBezTo>
                <a:cubicBezTo>
                  <a:pt x="984247" y="4280601"/>
                  <a:pt x="1007873" y="4307602"/>
                  <a:pt x="1049601" y="4307602"/>
                </a:cubicBezTo>
                <a:cubicBezTo>
                  <a:pt x="1091023" y="4307602"/>
                  <a:pt x="1114342" y="4279680"/>
                  <a:pt x="1114342" y="4237952"/>
                </a:cubicBezTo>
                <a:cubicBezTo>
                  <a:pt x="1114342" y="4196224"/>
                  <a:pt x="1091330" y="4169223"/>
                  <a:pt x="1049601" y="4169223"/>
                </a:cubicBezTo>
                <a:close/>
                <a:moveTo>
                  <a:pt x="774990" y="4168916"/>
                </a:moveTo>
                <a:cubicBezTo>
                  <a:pt x="734795" y="4168916"/>
                  <a:pt x="710556" y="4198371"/>
                  <a:pt x="710556" y="4238566"/>
                </a:cubicBezTo>
                <a:cubicBezTo>
                  <a:pt x="710556" y="4278760"/>
                  <a:pt x="733261" y="4307295"/>
                  <a:pt x="775910" y="4307295"/>
                </a:cubicBezTo>
                <a:cubicBezTo>
                  <a:pt x="809661" y="4307295"/>
                  <a:pt x="831139" y="4288271"/>
                  <a:pt x="836049" y="4264339"/>
                </a:cubicBezTo>
                <a:cubicBezTo>
                  <a:pt x="836355" y="4263112"/>
                  <a:pt x="835128" y="4262191"/>
                  <a:pt x="834208" y="4262191"/>
                </a:cubicBezTo>
                <a:lnTo>
                  <a:pt x="808434" y="4262191"/>
                </a:lnTo>
                <a:cubicBezTo>
                  <a:pt x="807514" y="4262191"/>
                  <a:pt x="806286" y="4263112"/>
                  <a:pt x="805980" y="4264339"/>
                </a:cubicBezTo>
                <a:cubicBezTo>
                  <a:pt x="801684" y="4278453"/>
                  <a:pt x="791559" y="4285510"/>
                  <a:pt x="776524" y="4285510"/>
                </a:cubicBezTo>
                <a:cubicBezTo>
                  <a:pt x="754432" y="4285510"/>
                  <a:pt x="742773" y="4272316"/>
                  <a:pt x="741546" y="4244088"/>
                </a:cubicBezTo>
                <a:lnTo>
                  <a:pt x="837890" y="4244088"/>
                </a:lnTo>
                <a:cubicBezTo>
                  <a:pt x="839117" y="4244088"/>
                  <a:pt x="840037" y="4242861"/>
                  <a:pt x="840037" y="4241941"/>
                </a:cubicBezTo>
                <a:cubicBezTo>
                  <a:pt x="839424" y="4196837"/>
                  <a:pt x="815184" y="4169223"/>
                  <a:pt x="774990" y="4168916"/>
                </a:cubicBezTo>
                <a:close/>
                <a:moveTo>
                  <a:pt x="1199334" y="4168609"/>
                </a:moveTo>
                <a:cubicBezTo>
                  <a:pt x="1179696" y="4168609"/>
                  <a:pt x="1164662" y="4178734"/>
                  <a:pt x="1156071" y="4191007"/>
                </a:cubicBezTo>
                <a:lnTo>
                  <a:pt x="1156685" y="4173825"/>
                </a:lnTo>
                <a:cubicBezTo>
                  <a:pt x="1156685" y="4172598"/>
                  <a:pt x="1155458" y="4171677"/>
                  <a:pt x="1154537" y="4171677"/>
                </a:cubicBezTo>
                <a:lnTo>
                  <a:pt x="1128764" y="4171677"/>
                </a:lnTo>
                <a:cubicBezTo>
                  <a:pt x="1127536" y="4171677"/>
                  <a:pt x="1126616" y="4172905"/>
                  <a:pt x="1126616" y="4173825"/>
                </a:cubicBezTo>
                <a:lnTo>
                  <a:pt x="1126923" y="4241940"/>
                </a:lnTo>
                <a:lnTo>
                  <a:pt x="1126309" y="4302078"/>
                </a:lnTo>
                <a:cubicBezTo>
                  <a:pt x="1126309" y="4303306"/>
                  <a:pt x="1127536" y="4304226"/>
                  <a:pt x="1128457" y="4304226"/>
                </a:cubicBezTo>
                <a:lnTo>
                  <a:pt x="1155765" y="4303919"/>
                </a:lnTo>
                <a:cubicBezTo>
                  <a:pt x="1156992" y="4303919"/>
                  <a:pt x="1157912" y="4302692"/>
                  <a:pt x="1157912" y="4301772"/>
                </a:cubicBezTo>
                <a:lnTo>
                  <a:pt x="1157298" y="4247770"/>
                </a:lnTo>
                <a:lnTo>
                  <a:pt x="1157298" y="4233349"/>
                </a:lnTo>
                <a:cubicBezTo>
                  <a:pt x="1159753" y="4206042"/>
                  <a:pt x="1174481" y="4192848"/>
                  <a:pt x="1189821" y="4192848"/>
                </a:cubicBezTo>
                <a:cubicBezTo>
                  <a:pt x="1203936" y="4192848"/>
                  <a:pt x="1214061" y="4202667"/>
                  <a:pt x="1214061" y="4221383"/>
                </a:cubicBezTo>
                <a:lnTo>
                  <a:pt x="1214061" y="4247770"/>
                </a:lnTo>
                <a:lnTo>
                  <a:pt x="1213448" y="4301772"/>
                </a:lnTo>
                <a:cubicBezTo>
                  <a:pt x="1213448" y="4302999"/>
                  <a:pt x="1214675" y="4303919"/>
                  <a:pt x="1215596" y="4303919"/>
                </a:cubicBezTo>
                <a:lnTo>
                  <a:pt x="1242904" y="4303919"/>
                </a:lnTo>
                <a:cubicBezTo>
                  <a:pt x="1244131" y="4303919"/>
                  <a:pt x="1245051" y="4302692"/>
                  <a:pt x="1245051" y="4301772"/>
                </a:cubicBezTo>
                <a:lnTo>
                  <a:pt x="1244438" y="4247770"/>
                </a:lnTo>
                <a:lnTo>
                  <a:pt x="1244438" y="4220463"/>
                </a:lnTo>
                <a:cubicBezTo>
                  <a:pt x="1244438" y="4187019"/>
                  <a:pt x="1226642" y="4168609"/>
                  <a:pt x="1199334" y="4168609"/>
                </a:cubicBezTo>
                <a:close/>
                <a:moveTo>
                  <a:pt x="352796" y="4153575"/>
                </a:moveTo>
                <a:lnTo>
                  <a:pt x="389308" y="4153575"/>
                </a:lnTo>
                <a:lnTo>
                  <a:pt x="389308" y="4326318"/>
                </a:lnTo>
                <a:lnTo>
                  <a:pt x="352796" y="4326318"/>
                </a:lnTo>
                <a:close/>
                <a:moveTo>
                  <a:pt x="434412" y="4103562"/>
                </a:moveTo>
                <a:lnTo>
                  <a:pt x="234667" y="4176280"/>
                </a:lnTo>
                <a:lnTo>
                  <a:pt x="307385" y="4376024"/>
                </a:lnTo>
                <a:lnTo>
                  <a:pt x="507130" y="4303306"/>
                </a:lnTo>
                <a:close/>
                <a:moveTo>
                  <a:pt x="6096604" y="0"/>
                </a:moveTo>
                <a:lnTo>
                  <a:pt x="12193197" y="2202541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2202541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008313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2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58EE0F5C-8F56-2BE2-FC4D-EDA63EC98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536825"/>
            <a:ext cx="12192600" cy="4321175"/>
          </a:xfrm>
          <a:custGeom>
            <a:avLst/>
            <a:gdLst>
              <a:gd name="connsiteX0" fmla="*/ 3571435 w 12192600"/>
              <a:gd name="connsiteY0" fmla="*/ 0 h 4330700"/>
              <a:gd name="connsiteX1" fmla="*/ 8621774 w 12192600"/>
              <a:gd name="connsiteY1" fmla="*/ 0 h 4330700"/>
              <a:gd name="connsiteX2" fmla="*/ 12192600 w 12192600"/>
              <a:gd name="connsiteY2" fmla="*/ 2582522 h 4330700"/>
              <a:gd name="connsiteX3" fmla="*/ 12192600 w 12192600"/>
              <a:gd name="connsiteY3" fmla="*/ 4330700 h 4330700"/>
              <a:gd name="connsiteX4" fmla="*/ 0 w 12192600"/>
              <a:gd name="connsiteY4" fmla="*/ 4330700 h 4330700"/>
              <a:gd name="connsiteX5" fmla="*/ 0 w 12192600"/>
              <a:gd name="connsiteY5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600" h="4330700">
                <a:moveTo>
                  <a:pt x="3571435" y="0"/>
                </a:moveTo>
                <a:lnTo>
                  <a:pt x="8621774" y="0"/>
                </a:lnTo>
                <a:lnTo>
                  <a:pt x="12192600" y="2582522"/>
                </a:lnTo>
                <a:lnTo>
                  <a:pt x="12192600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07B9577-03D8-E057-5F82-A9567E9006D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" y="2527299"/>
            <a:ext cx="12193206" cy="4330700"/>
          </a:xfrm>
          <a:custGeom>
            <a:avLst/>
            <a:gdLst>
              <a:gd name="connsiteX0" fmla="*/ 434412 w 12193206"/>
              <a:gd name="connsiteY0" fmla="*/ 4027695 h 4330700"/>
              <a:gd name="connsiteX1" fmla="*/ 452515 w 12193206"/>
              <a:gd name="connsiteY1" fmla="*/ 4027695 h 4330700"/>
              <a:gd name="connsiteX2" fmla="*/ 452515 w 12193206"/>
              <a:gd name="connsiteY2" fmla="*/ 4100413 h 4330700"/>
              <a:gd name="connsiteX3" fmla="*/ 434412 w 12193206"/>
              <a:gd name="connsiteY3" fmla="*/ 4100413 h 4330700"/>
              <a:gd name="connsiteX4" fmla="*/ 316283 w 12193206"/>
              <a:gd name="connsiteY4" fmla="*/ 3991489 h 4330700"/>
              <a:gd name="connsiteX5" fmla="*/ 343591 w 12193206"/>
              <a:gd name="connsiteY5" fmla="*/ 3991489 h 4330700"/>
              <a:gd name="connsiteX6" fmla="*/ 343591 w 12193206"/>
              <a:gd name="connsiteY6" fmla="*/ 4100413 h 4330700"/>
              <a:gd name="connsiteX7" fmla="*/ 316283 w 12193206"/>
              <a:gd name="connsiteY7" fmla="*/ 4100413 h 4330700"/>
              <a:gd name="connsiteX8" fmla="*/ 911528 w 12193206"/>
              <a:gd name="connsiteY8" fmla="*/ 3988421 h 4330700"/>
              <a:gd name="connsiteX9" fmla="*/ 943745 w 12193206"/>
              <a:gd name="connsiteY9" fmla="*/ 4035365 h 4330700"/>
              <a:gd name="connsiteX10" fmla="*/ 911528 w 12193206"/>
              <a:gd name="connsiteY10" fmla="*/ 4079241 h 4330700"/>
              <a:gd name="connsiteX11" fmla="*/ 878083 w 12193206"/>
              <a:gd name="connsiteY11" fmla="*/ 4033217 h 4330700"/>
              <a:gd name="connsiteX12" fmla="*/ 911528 w 12193206"/>
              <a:gd name="connsiteY12" fmla="*/ 3988421 h 4330700"/>
              <a:gd name="connsiteX13" fmla="*/ 638453 w 12193206"/>
              <a:gd name="connsiteY13" fmla="*/ 3988115 h 4330700"/>
              <a:gd name="connsiteX14" fmla="*/ 670669 w 12193206"/>
              <a:gd name="connsiteY14" fmla="*/ 4035980 h 4330700"/>
              <a:gd name="connsiteX15" fmla="*/ 637532 w 12193206"/>
              <a:gd name="connsiteY15" fmla="*/ 4082003 h 4330700"/>
              <a:gd name="connsiteX16" fmla="*/ 605008 w 12193206"/>
              <a:gd name="connsiteY16" fmla="*/ 4033218 h 4330700"/>
              <a:gd name="connsiteX17" fmla="*/ 638453 w 12193206"/>
              <a:gd name="connsiteY17" fmla="*/ 3988115 h 4330700"/>
              <a:gd name="connsiteX18" fmla="*/ 1049294 w 12193206"/>
              <a:gd name="connsiteY18" fmla="*/ 3987501 h 4330700"/>
              <a:gd name="connsiteX19" fmla="*/ 1082739 w 12193206"/>
              <a:gd name="connsiteY19" fmla="*/ 4035366 h 4330700"/>
              <a:gd name="connsiteX20" fmla="*/ 1049601 w 12193206"/>
              <a:gd name="connsiteY20" fmla="*/ 4082310 h 4330700"/>
              <a:gd name="connsiteX21" fmla="*/ 1015543 w 12193206"/>
              <a:gd name="connsiteY21" fmla="*/ 4035366 h 4330700"/>
              <a:gd name="connsiteX22" fmla="*/ 1049294 w 12193206"/>
              <a:gd name="connsiteY22" fmla="*/ 3987501 h 4330700"/>
              <a:gd name="connsiteX23" fmla="*/ 775604 w 12193206"/>
              <a:gd name="connsiteY23" fmla="*/ 3987501 h 4330700"/>
              <a:gd name="connsiteX24" fmla="*/ 806900 w 12193206"/>
              <a:gd name="connsiteY24" fmla="*/ 4020024 h 4330700"/>
              <a:gd name="connsiteX25" fmla="*/ 742773 w 12193206"/>
              <a:gd name="connsiteY25" fmla="*/ 4020024 h 4330700"/>
              <a:gd name="connsiteX26" fmla="*/ 775604 w 12193206"/>
              <a:gd name="connsiteY26" fmla="*/ 3987501 h 4330700"/>
              <a:gd name="connsiteX27" fmla="*/ 398206 w 12193206"/>
              <a:gd name="connsiteY27" fmla="*/ 3973387 h 4330700"/>
              <a:gd name="connsiteX28" fmla="*/ 425514 w 12193206"/>
              <a:gd name="connsiteY28" fmla="*/ 3973387 h 4330700"/>
              <a:gd name="connsiteX29" fmla="*/ 425514 w 12193206"/>
              <a:gd name="connsiteY29" fmla="*/ 4082310 h 4330700"/>
              <a:gd name="connsiteX30" fmla="*/ 398206 w 12193206"/>
              <a:gd name="connsiteY30" fmla="*/ 4082310 h 4330700"/>
              <a:gd name="connsiteX31" fmla="*/ 288976 w 12193206"/>
              <a:gd name="connsiteY31" fmla="*/ 3973080 h 4330700"/>
              <a:gd name="connsiteX32" fmla="*/ 307078 w 12193206"/>
              <a:gd name="connsiteY32" fmla="*/ 3973080 h 4330700"/>
              <a:gd name="connsiteX33" fmla="*/ 307078 w 12193206"/>
              <a:gd name="connsiteY33" fmla="*/ 4045798 h 4330700"/>
              <a:gd name="connsiteX34" fmla="*/ 288976 w 12193206"/>
              <a:gd name="connsiteY34" fmla="*/ 4045798 h 4330700"/>
              <a:gd name="connsiteX35" fmla="*/ 903550 w 12193206"/>
              <a:gd name="connsiteY35" fmla="*/ 3966943 h 4330700"/>
              <a:gd name="connsiteX36" fmla="*/ 846787 w 12193206"/>
              <a:gd name="connsiteY36" fmla="*/ 4034445 h 4330700"/>
              <a:gd name="connsiteX37" fmla="*/ 904777 w 12193206"/>
              <a:gd name="connsiteY37" fmla="*/ 4100412 h 4330700"/>
              <a:gd name="connsiteX38" fmla="*/ 944358 w 12193206"/>
              <a:gd name="connsiteY38" fmla="*/ 4079548 h 4330700"/>
              <a:gd name="connsiteX39" fmla="*/ 944358 w 12193206"/>
              <a:gd name="connsiteY39" fmla="*/ 4094583 h 4330700"/>
              <a:gd name="connsiteX40" fmla="*/ 912141 w 12193206"/>
              <a:gd name="connsiteY40" fmla="*/ 4130175 h 4330700"/>
              <a:gd name="connsiteX41" fmla="*/ 882686 w 12193206"/>
              <a:gd name="connsiteY41" fmla="*/ 4112685 h 4330700"/>
              <a:gd name="connsiteX42" fmla="*/ 880231 w 12193206"/>
              <a:gd name="connsiteY42" fmla="*/ 4110538 h 4330700"/>
              <a:gd name="connsiteX43" fmla="*/ 853537 w 12193206"/>
              <a:gd name="connsiteY43" fmla="*/ 4110538 h 4330700"/>
              <a:gd name="connsiteX44" fmla="*/ 851389 w 12193206"/>
              <a:gd name="connsiteY44" fmla="*/ 4112685 h 4330700"/>
              <a:gd name="connsiteX45" fmla="*/ 910914 w 12193206"/>
              <a:gd name="connsiteY45" fmla="*/ 4151652 h 4330700"/>
              <a:gd name="connsiteX46" fmla="*/ 972586 w 12193206"/>
              <a:gd name="connsiteY46" fmla="*/ 4094890 h 4330700"/>
              <a:gd name="connsiteX47" fmla="*/ 972280 w 12193206"/>
              <a:gd name="connsiteY47" fmla="*/ 4030149 h 4330700"/>
              <a:gd name="connsiteX48" fmla="*/ 973814 w 12193206"/>
              <a:gd name="connsiteY48" fmla="*/ 3971239 h 4330700"/>
              <a:gd name="connsiteX49" fmla="*/ 971666 w 12193206"/>
              <a:gd name="connsiteY49" fmla="*/ 3969091 h 4330700"/>
              <a:gd name="connsiteX50" fmla="*/ 944665 w 12193206"/>
              <a:gd name="connsiteY50" fmla="*/ 3969091 h 4330700"/>
              <a:gd name="connsiteX51" fmla="*/ 942517 w 12193206"/>
              <a:gd name="connsiteY51" fmla="*/ 3971239 h 4330700"/>
              <a:gd name="connsiteX52" fmla="*/ 943131 w 12193206"/>
              <a:gd name="connsiteY52" fmla="*/ 3985966 h 4330700"/>
              <a:gd name="connsiteX53" fmla="*/ 903550 w 12193206"/>
              <a:gd name="connsiteY53" fmla="*/ 3966943 h 4330700"/>
              <a:gd name="connsiteX54" fmla="*/ 629861 w 12193206"/>
              <a:gd name="connsiteY54" fmla="*/ 3966330 h 4330700"/>
              <a:gd name="connsiteX55" fmla="*/ 573405 w 12193206"/>
              <a:gd name="connsiteY55" fmla="*/ 4035366 h 4330700"/>
              <a:gd name="connsiteX56" fmla="*/ 629248 w 12193206"/>
              <a:gd name="connsiteY56" fmla="*/ 4103481 h 4330700"/>
              <a:gd name="connsiteX57" fmla="*/ 669749 w 12193206"/>
              <a:gd name="connsiteY57" fmla="*/ 4082617 h 4330700"/>
              <a:gd name="connsiteX58" fmla="*/ 669135 w 12193206"/>
              <a:gd name="connsiteY58" fmla="*/ 4098879 h 4330700"/>
              <a:gd name="connsiteX59" fmla="*/ 671283 w 12193206"/>
              <a:gd name="connsiteY59" fmla="*/ 4101027 h 4330700"/>
              <a:gd name="connsiteX60" fmla="*/ 698591 w 12193206"/>
              <a:gd name="connsiteY60" fmla="*/ 4101027 h 4330700"/>
              <a:gd name="connsiteX61" fmla="*/ 700739 w 12193206"/>
              <a:gd name="connsiteY61" fmla="*/ 4098879 h 4330700"/>
              <a:gd name="connsiteX62" fmla="*/ 700125 w 12193206"/>
              <a:gd name="connsiteY62" fmla="*/ 4034445 h 4330700"/>
              <a:gd name="connsiteX63" fmla="*/ 700739 w 12193206"/>
              <a:gd name="connsiteY63" fmla="*/ 3970932 h 4330700"/>
              <a:gd name="connsiteX64" fmla="*/ 698591 w 12193206"/>
              <a:gd name="connsiteY64" fmla="*/ 3968785 h 4330700"/>
              <a:gd name="connsiteX65" fmla="*/ 671283 w 12193206"/>
              <a:gd name="connsiteY65" fmla="*/ 3968785 h 4330700"/>
              <a:gd name="connsiteX66" fmla="*/ 669135 w 12193206"/>
              <a:gd name="connsiteY66" fmla="*/ 3970932 h 4330700"/>
              <a:gd name="connsiteX67" fmla="*/ 669749 w 12193206"/>
              <a:gd name="connsiteY67" fmla="*/ 3985660 h 4330700"/>
              <a:gd name="connsiteX68" fmla="*/ 629861 w 12193206"/>
              <a:gd name="connsiteY68" fmla="*/ 3966330 h 4330700"/>
              <a:gd name="connsiteX69" fmla="*/ 1049601 w 12193206"/>
              <a:gd name="connsiteY69" fmla="*/ 3966023 h 4330700"/>
              <a:gd name="connsiteX70" fmla="*/ 984247 w 12193206"/>
              <a:gd name="connsiteY70" fmla="*/ 4035673 h 4330700"/>
              <a:gd name="connsiteX71" fmla="*/ 1049601 w 12193206"/>
              <a:gd name="connsiteY71" fmla="*/ 4104402 h 4330700"/>
              <a:gd name="connsiteX72" fmla="*/ 1114342 w 12193206"/>
              <a:gd name="connsiteY72" fmla="*/ 4034752 h 4330700"/>
              <a:gd name="connsiteX73" fmla="*/ 1049601 w 12193206"/>
              <a:gd name="connsiteY73" fmla="*/ 3966023 h 4330700"/>
              <a:gd name="connsiteX74" fmla="*/ 774990 w 12193206"/>
              <a:gd name="connsiteY74" fmla="*/ 3965716 h 4330700"/>
              <a:gd name="connsiteX75" fmla="*/ 710556 w 12193206"/>
              <a:gd name="connsiteY75" fmla="*/ 4035366 h 4330700"/>
              <a:gd name="connsiteX76" fmla="*/ 775910 w 12193206"/>
              <a:gd name="connsiteY76" fmla="*/ 4104095 h 4330700"/>
              <a:gd name="connsiteX77" fmla="*/ 836049 w 12193206"/>
              <a:gd name="connsiteY77" fmla="*/ 4061139 h 4330700"/>
              <a:gd name="connsiteX78" fmla="*/ 834208 w 12193206"/>
              <a:gd name="connsiteY78" fmla="*/ 4058991 h 4330700"/>
              <a:gd name="connsiteX79" fmla="*/ 808434 w 12193206"/>
              <a:gd name="connsiteY79" fmla="*/ 4058991 h 4330700"/>
              <a:gd name="connsiteX80" fmla="*/ 805980 w 12193206"/>
              <a:gd name="connsiteY80" fmla="*/ 4061139 h 4330700"/>
              <a:gd name="connsiteX81" fmla="*/ 776524 w 12193206"/>
              <a:gd name="connsiteY81" fmla="*/ 4082310 h 4330700"/>
              <a:gd name="connsiteX82" fmla="*/ 741546 w 12193206"/>
              <a:gd name="connsiteY82" fmla="*/ 4040888 h 4330700"/>
              <a:gd name="connsiteX83" fmla="*/ 837890 w 12193206"/>
              <a:gd name="connsiteY83" fmla="*/ 4040888 h 4330700"/>
              <a:gd name="connsiteX84" fmla="*/ 840037 w 12193206"/>
              <a:gd name="connsiteY84" fmla="*/ 4038741 h 4330700"/>
              <a:gd name="connsiteX85" fmla="*/ 774990 w 12193206"/>
              <a:gd name="connsiteY85" fmla="*/ 3965716 h 4330700"/>
              <a:gd name="connsiteX86" fmla="*/ 1199334 w 12193206"/>
              <a:gd name="connsiteY86" fmla="*/ 3965409 h 4330700"/>
              <a:gd name="connsiteX87" fmla="*/ 1156071 w 12193206"/>
              <a:gd name="connsiteY87" fmla="*/ 3987807 h 4330700"/>
              <a:gd name="connsiteX88" fmla="*/ 1156684 w 12193206"/>
              <a:gd name="connsiteY88" fmla="*/ 3970625 h 4330700"/>
              <a:gd name="connsiteX89" fmla="*/ 1154537 w 12193206"/>
              <a:gd name="connsiteY89" fmla="*/ 3968477 h 4330700"/>
              <a:gd name="connsiteX90" fmla="*/ 1128764 w 12193206"/>
              <a:gd name="connsiteY90" fmla="*/ 3968477 h 4330700"/>
              <a:gd name="connsiteX91" fmla="*/ 1126616 w 12193206"/>
              <a:gd name="connsiteY91" fmla="*/ 3970625 h 4330700"/>
              <a:gd name="connsiteX92" fmla="*/ 1126923 w 12193206"/>
              <a:gd name="connsiteY92" fmla="*/ 4038740 h 4330700"/>
              <a:gd name="connsiteX93" fmla="*/ 1126309 w 12193206"/>
              <a:gd name="connsiteY93" fmla="*/ 4098878 h 4330700"/>
              <a:gd name="connsiteX94" fmla="*/ 1128456 w 12193206"/>
              <a:gd name="connsiteY94" fmla="*/ 4101026 h 4330700"/>
              <a:gd name="connsiteX95" fmla="*/ 1155765 w 12193206"/>
              <a:gd name="connsiteY95" fmla="*/ 4100719 h 4330700"/>
              <a:gd name="connsiteX96" fmla="*/ 1157912 w 12193206"/>
              <a:gd name="connsiteY96" fmla="*/ 4098572 h 4330700"/>
              <a:gd name="connsiteX97" fmla="*/ 1157299 w 12193206"/>
              <a:gd name="connsiteY97" fmla="*/ 4044570 h 4330700"/>
              <a:gd name="connsiteX98" fmla="*/ 1157299 w 12193206"/>
              <a:gd name="connsiteY98" fmla="*/ 4030149 h 4330700"/>
              <a:gd name="connsiteX99" fmla="*/ 1189822 w 12193206"/>
              <a:gd name="connsiteY99" fmla="*/ 3989648 h 4330700"/>
              <a:gd name="connsiteX100" fmla="*/ 1214061 w 12193206"/>
              <a:gd name="connsiteY100" fmla="*/ 4018183 h 4330700"/>
              <a:gd name="connsiteX101" fmla="*/ 1214061 w 12193206"/>
              <a:gd name="connsiteY101" fmla="*/ 4044570 h 4330700"/>
              <a:gd name="connsiteX102" fmla="*/ 1213448 w 12193206"/>
              <a:gd name="connsiteY102" fmla="*/ 4098572 h 4330700"/>
              <a:gd name="connsiteX103" fmla="*/ 1215596 w 12193206"/>
              <a:gd name="connsiteY103" fmla="*/ 4100719 h 4330700"/>
              <a:gd name="connsiteX104" fmla="*/ 1242904 w 12193206"/>
              <a:gd name="connsiteY104" fmla="*/ 4100719 h 4330700"/>
              <a:gd name="connsiteX105" fmla="*/ 1245050 w 12193206"/>
              <a:gd name="connsiteY105" fmla="*/ 4098572 h 4330700"/>
              <a:gd name="connsiteX106" fmla="*/ 1244438 w 12193206"/>
              <a:gd name="connsiteY106" fmla="*/ 4044570 h 4330700"/>
              <a:gd name="connsiteX107" fmla="*/ 1244438 w 12193206"/>
              <a:gd name="connsiteY107" fmla="*/ 4017263 h 4330700"/>
              <a:gd name="connsiteX108" fmla="*/ 1199334 w 12193206"/>
              <a:gd name="connsiteY108" fmla="*/ 3965409 h 4330700"/>
              <a:gd name="connsiteX109" fmla="*/ 352796 w 12193206"/>
              <a:gd name="connsiteY109" fmla="*/ 3950375 h 4330700"/>
              <a:gd name="connsiteX110" fmla="*/ 389308 w 12193206"/>
              <a:gd name="connsiteY110" fmla="*/ 3950375 h 4330700"/>
              <a:gd name="connsiteX111" fmla="*/ 389308 w 12193206"/>
              <a:gd name="connsiteY111" fmla="*/ 4123118 h 4330700"/>
              <a:gd name="connsiteX112" fmla="*/ 352796 w 12193206"/>
              <a:gd name="connsiteY112" fmla="*/ 4123118 h 4330700"/>
              <a:gd name="connsiteX113" fmla="*/ 434412 w 12193206"/>
              <a:gd name="connsiteY113" fmla="*/ 3900362 h 4330700"/>
              <a:gd name="connsiteX114" fmla="*/ 234667 w 12193206"/>
              <a:gd name="connsiteY114" fmla="*/ 3973080 h 4330700"/>
              <a:gd name="connsiteX115" fmla="*/ 307385 w 12193206"/>
              <a:gd name="connsiteY115" fmla="*/ 4172824 h 4330700"/>
              <a:gd name="connsiteX116" fmla="*/ 507130 w 12193206"/>
              <a:gd name="connsiteY116" fmla="*/ 4100106 h 4330700"/>
              <a:gd name="connsiteX117" fmla="*/ 3571437 w 12193206"/>
              <a:gd name="connsiteY117" fmla="*/ 0 h 4330700"/>
              <a:gd name="connsiteX118" fmla="*/ 8621771 w 12193206"/>
              <a:gd name="connsiteY118" fmla="*/ 0 h 4330700"/>
              <a:gd name="connsiteX119" fmla="*/ 12193206 w 12193206"/>
              <a:gd name="connsiteY119" fmla="*/ 2582962 h 4330700"/>
              <a:gd name="connsiteX120" fmla="*/ 12193206 w 12193206"/>
              <a:gd name="connsiteY120" fmla="*/ 4330700 h 4330700"/>
              <a:gd name="connsiteX121" fmla="*/ 0 w 12193206"/>
              <a:gd name="connsiteY121" fmla="*/ 4330700 h 4330700"/>
              <a:gd name="connsiteX122" fmla="*/ 0 w 12193206"/>
              <a:gd name="connsiteY122" fmla="*/ 2582962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12193206" h="4330700">
                <a:moveTo>
                  <a:pt x="434412" y="4027695"/>
                </a:moveTo>
                <a:lnTo>
                  <a:pt x="452515" y="4027695"/>
                </a:lnTo>
                <a:lnTo>
                  <a:pt x="452515" y="4100413"/>
                </a:lnTo>
                <a:lnTo>
                  <a:pt x="434412" y="4100413"/>
                </a:lnTo>
                <a:close/>
                <a:moveTo>
                  <a:pt x="316283" y="3991489"/>
                </a:moveTo>
                <a:lnTo>
                  <a:pt x="343591" y="3991489"/>
                </a:lnTo>
                <a:lnTo>
                  <a:pt x="343591" y="4100413"/>
                </a:lnTo>
                <a:lnTo>
                  <a:pt x="316283" y="4100413"/>
                </a:lnTo>
                <a:close/>
                <a:moveTo>
                  <a:pt x="911528" y="3988421"/>
                </a:moveTo>
                <a:cubicBezTo>
                  <a:pt x="932699" y="3988728"/>
                  <a:pt x="944052" y="4005296"/>
                  <a:pt x="943745" y="4035365"/>
                </a:cubicBezTo>
                <a:cubicBezTo>
                  <a:pt x="943745" y="4064821"/>
                  <a:pt x="931778" y="4079241"/>
                  <a:pt x="911528" y="4079241"/>
                </a:cubicBezTo>
                <a:cubicBezTo>
                  <a:pt x="889743" y="4079548"/>
                  <a:pt x="878083" y="4063286"/>
                  <a:pt x="878083" y="4033217"/>
                </a:cubicBezTo>
                <a:cubicBezTo>
                  <a:pt x="878083" y="4004989"/>
                  <a:pt x="889436" y="3988114"/>
                  <a:pt x="911528" y="3988421"/>
                </a:cubicBezTo>
                <a:close/>
                <a:moveTo>
                  <a:pt x="638453" y="3988115"/>
                </a:moveTo>
                <a:cubicBezTo>
                  <a:pt x="659010" y="3988421"/>
                  <a:pt x="670976" y="4005297"/>
                  <a:pt x="670669" y="4035980"/>
                </a:cubicBezTo>
                <a:cubicBezTo>
                  <a:pt x="670363" y="4066662"/>
                  <a:pt x="658396" y="4082003"/>
                  <a:pt x="637532" y="4082003"/>
                </a:cubicBezTo>
                <a:cubicBezTo>
                  <a:pt x="616054" y="4082003"/>
                  <a:pt x="604701" y="4064208"/>
                  <a:pt x="605008" y="4033218"/>
                </a:cubicBezTo>
                <a:cubicBezTo>
                  <a:pt x="605008" y="4004990"/>
                  <a:pt x="615747" y="3987808"/>
                  <a:pt x="638453" y="3988115"/>
                </a:cubicBezTo>
                <a:close/>
                <a:moveTo>
                  <a:pt x="1049294" y="3987501"/>
                </a:moveTo>
                <a:cubicBezTo>
                  <a:pt x="1071693" y="3987501"/>
                  <a:pt x="1082739" y="4003763"/>
                  <a:pt x="1082739" y="4035366"/>
                </a:cubicBezTo>
                <a:cubicBezTo>
                  <a:pt x="1082739" y="4066969"/>
                  <a:pt x="1072000" y="4082310"/>
                  <a:pt x="1049601" y="4082310"/>
                </a:cubicBezTo>
                <a:cubicBezTo>
                  <a:pt x="1026896" y="4082310"/>
                  <a:pt x="1015850" y="4066969"/>
                  <a:pt x="1015543" y="4035366"/>
                </a:cubicBezTo>
                <a:cubicBezTo>
                  <a:pt x="1015543" y="4004069"/>
                  <a:pt x="1026589" y="3987808"/>
                  <a:pt x="1049294" y="3987501"/>
                </a:cubicBezTo>
                <a:close/>
                <a:moveTo>
                  <a:pt x="775604" y="3987501"/>
                </a:moveTo>
                <a:cubicBezTo>
                  <a:pt x="795854" y="3987501"/>
                  <a:pt x="805673" y="4002842"/>
                  <a:pt x="806900" y="4020024"/>
                </a:cubicBezTo>
                <a:lnTo>
                  <a:pt x="742773" y="4020024"/>
                </a:lnTo>
                <a:cubicBezTo>
                  <a:pt x="746148" y="3998853"/>
                  <a:pt x="757194" y="3987501"/>
                  <a:pt x="775604" y="3987501"/>
                </a:cubicBezTo>
                <a:close/>
                <a:moveTo>
                  <a:pt x="398206" y="3973387"/>
                </a:moveTo>
                <a:lnTo>
                  <a:pt x="425514" y="3973387"/>
                </a:lnTo>
                <a:lnTo>
                  <a:pt x="425514" y="4082310"/>
                </a:lnTo>
                <a:lnTo>
                  <a:pt x="398206" y="4082310"/>
                </a:lnTo>
                <a:close/>
                <a:moveTo>
                  <a:pt x="288976" y="3973080"/>
                </a:moveTo>
                <a:lnTo>
                  <a:pt x="307078" y="3973080"/>
                </a:lnTo>
                <a:lnTo>
                  <a:pt x="307078" y="4045798"/>
                </a:lnTo>
                <a:lnTo>
                  <a:pt x="288976" y="4045798"/>
                </a:lnTo>
                <a:close/>
                <a:moveTo>
                  <a:pt x="903550" y="3966943"/>
                </a:moveTo>
                <a:cubicBezTo>
                  <a:pt x="867958" y="3966943"/>
                  <a:pt x="846787" y="3997319"/>
                  <a:pt x="846787" y="4034445"/>
                </a:cubicBezTo>
                <a:cubicBezTo>
                  <a:pt x="846787" y="4071571"/>
                  <a:pt x="866424" y="4100412"/>
                  <a:pt x="904777" y="4100412"/>
                </a:cubicBezTo>
                <a:cubicBezTo>
                  <a:pt x="922267" y="4100412"/>
                  <a:pt x="935460" y="4092742"/>
                  <a:pt x="944358" y="4079548"/>
                </a:cubicBezTo>
                <a:lnTo>
                  <a:pt x="944358" y="4094583"/>
                </a:lnTo>
                <a:cubicBezTo>
                  <a:pt x="944358" y="4119436"/>
                  <a:pt x="931165" y="4130175"/>
                  <a:pt x="912141" y="4130175"/>
                </a:cubicBezTo>
                <a:cubicBezTo>
                  <a:pt x="896493" y="4130175"/>
                  <a:pt x="885754" y="4124345"/>
                  <a:pt x="882686" y="4112685"/>
                </a:cubicBezTo>
                <a:cubicBezTo>
                  <a:pt x="882379" y="4111458"/>
                  <a:pt x="881459" y="4110538"/>
                  <a:pt x="880231" y="4110538"/>
                </a:cubicBezTo>
                <a:lnTo>
                  <a:pt x="853537" y="4110538"/>
                </a:lnTo>
                <a:cubicBezTo>
                  <a:pt x="852617" y="4110538"/>
                  <a:pt x="851389" y="4111458"/>
                  <a:pt x="851389" y="4112685"/>
                </a:cubicBezTo>
                <a:cubicBezTo>
                  <a:pt x="855071" y="4139379"/>
                  <a:pt x="879311" y="4152266"/>
                  <a:pt x="910914" y="4151652"/>
                </a:cubicBezTo>
                <a:cubicBezTo>
                  <a:pt x="951415" y="4151652"/>
                  <a:pt x="972893" y="4130481"/>
                  <a:pt x="972586" y="4094890"/>
                </a:cubicBezTo>
                <a:lnTo>
                  <a:pt x="972280" y="4030149"/>
                </a:lnTo>
                <a:lnTo>
                  <a:pt x="973814" y="3971239"/>
                </a:lnTo>
                <a:cubicBezTo>
                  <a:pt x="973814" y="3970318"/>
                  <a:pt x="972893" y="3969091"/>
                  <a:pt x="971666" y="3969091"/>
                </a:cubicBezTo>
                <a:lnTo>
                  <a:pt x="944665" y="3969091"/>
                </a:lnTo>
                <a:cubicBezTo>
                  <a:pt x="943745" y="3969091"/>
                  <a:pt x="942517" y="3970011"/>
                  <a:pt x="942517" y="3971239"/>
                </a:cubicBezTo>
                <a:lnTo>
                  <a:pt x="943131" y="3985966"/>
                </a:lnTo>
                <a:cubicBezTo>
                  <a:pt x="934540" y="3973693"/>
                  <a:pt x="921039" y="3966943"/>
                  <a:pt x="903550" y="3966943"/>
                </a:cubicBezTo>
                <a:close/>
                <a:moveTo>
                  <a:pt x="629861" y="3966330"/>
                </a:moveTo>
                <a:cubicBezTo>
                  <a:pt x="594576" y="3966330"/>
                  <a:pt x="573405" y="3997013"/>
                  <a:pt x="573405" y="4035366"/>
                </a:cubicBezTo>
                <a:cubicBezTo>
                  <a:pt x="573405" y="4073719"/>
                  <a:pt x="592735" y="4103481"/>
                  <a:pt x="629248" y="4103481"/>
                </a:cubicBezTo>
                <a:cubicBezTo>
                  <a:pt x="647044" y="4103481"/>
                  <a:pt x="660851" y="4095811"/>
                  <a:pt x="669749" y="4082617"/>
                </a:cubicBezTo>
                <a:lnTo>
                  <a:pt x="669135" y="4098879"/>
                </a:lnTo>
                <a:cubicBezTo>
                  <a:pt x="669135" y="4100106"/>
                  <a:pt x="670363" y="4101027"/>
                  <a:pt x="671283" y="4101027"/>
                </a:cubicBezTo>
                <a:lnTo>
                  <a:pt x="698591" y="4101027"/>
                </a:lnTo>
                <a:cubicBezTo>
                  <a:pt x="699818" y="4101027"/>
                  <a:pt x="700739" y="4099799"/>
                  <a:pt x="700739" y="4098879"/>
                </a:cubicBezTo>
                <a:lnTo>
                  <a:pt x="700125" y="4034445"/>
                </a:lnTo>
                <a:lnTo>
                  <a:pt x="700739" y="3970932"/>
                </a:lnTo>
                <a:cubicBezTo>
                  <a:pt x="700739" y="3969705"/>
                  <a:pt x="699511" y="3968785"/>
                  <a:pt x="698591" y="3968785"/>
                </a:cubicBezTo>
                <a:lnTo>
                  <a:pt x="671283" y="3968785"/>
                </a:lnTo>
                <a:cubicBezTo>
                  <a:pt x="670056" y="3968785"/>
                  <a:pt x="669135" y="3970012"/>
                  <a:pt x="669135" y="3970932"/>
                </a:cubicBezTo>
                <a:lnTo>
                  <a:pt x="669749" y="3985660"/>
                </a:lnTo>
                <a:cubicBezTo>
                  <a:pt x="660851" y="3973080"/>
                  <a:pt x="647351" y="3966330"/>
                  <a:pt x="629861" y="3966330"/>
                </a:cubicBezTo>
                <a:close/>
                <a:moveTo>
                  <a:pt x="1049601" y="3966023"/>
                </a:moveTo>
                <a:cubicBezTo>
                  <a:pt x="1007873" y="3966023"/>
                  <a:pt x="984247" y="3993944"/>
                  <a:pt x="984247" y="4035673"/>
                </a:cubicBezTo>
                <a:cubicBezTo>
                  <a:pt x="984247" y="4077401"/>
                  <a:pt x="1007873" y="4104402"/>
                  <a:pt x="1049601" y="4104402"/>
                </a:cubicBezTo>
                <a:cubicBezTo>
                  <a:pt x="1091023" y="4104402"/>
                  <a:pt x="1114342" y="4076480"/>
                  <a:pt x="1114342" y="4034752"/>
                </a:cubicBezTo>
                <a:cubicBezTo>
                  <a:pt x="1114342" y="3993024"/>
                  <a:pt x="1091330" y="3966023"/>
                  <a:pt x="1049601" y="3966023"/>
                </a:cubicBezTo>
                <a:close/>
                <a:moveTo>
                  <a:pt x="774990" y="3965716"/>
                </a:moveTo>
                <a:cubicBezTo>
                  <a:pt x="734795" y="3965716"/>
                  <a:pt x="710556" y="3995171"/>
                  <a:pt x="710556" y="4035366"/>
                </a:cubicBezTo>
                <a:cubicBezTo>
                  <a:pt x="710556" y="4075560"/>
                  <a:pt x="733261" y="4104095"/>
                  <a:pt x="775910" y="4104095"/>
                </a:cubicBezTo>
                <a:cubicBezTo>
                  <a:pt x="809661" y="4104095"/>
                  <a:pt x="831139" y="4085071"/>
                  <a:pt x="836049" y="4061139"/>
                </a:cubicBezTo>
                <a:cubicBezTo>
                  <a:pt x="836355" y="4059912"/>
                  <a:pt x="835128" y="4058991"/>
                  <a:pt x="834208" y="4058991"/>
                </a:cubicBezTo>
                <a:lnTo>
                  <a:pt x="808434" y="4058991"/>
                </a:lnTo>
                <a:cubicBezTo>
                  <a:pt x="807514" y="4058991"/>
                  <a:pt x="806286" y="4059912"/>
                  <a:pt x="805980" y="4061139"/>
                </a:cubicBezTo>
                <a:cubicBezTo>
                  <a:pt x="801684" y="4075253"/>
                  <a:pt x="791559" y="4082310"/>
                  <a:pt x="776524" y="4082310"/>
                </a:cubicBezTo>
                <a:cubicBezTo>
                  <a:pt x="754432" y="4082310"/>
                  <a:pt x="742773" y="4069116"/>
                  <a:pt x="741546" y="4040888"/>
                </a:cubicBezTo>
                <a:lnTo>
                  <a:pt x="837890" y="4040888"/>
                </a:lnTo>
                <a:cubicBezTo>
                  <a:pt x="839117" y="4040888"/>
                  <a:pt x="840037" y="4039661"/>
                  <a:pt x="840037" y="4038741"/>
                </a:cubicBezTo>
                <a:cubicBezTo>
                  <a:pt x="839424" y="3993637"/>
                  <a:pt x="815184" y="3966023"/>
                  <a:pt x="774990" y="3965716"/>
                </a:cubicBezTo>
                <a:close/>
                <a:moveTo>
                  <a:pt x="1199334" y="3965409"/>
                </a:moveTo>
                <a:cubicBezTo>
                  <a:pt x="1179697" y="3965409"/>
                  <a:pt x="1164662" y="3975534"/>
                  <a:pt x="1156071" y="3987807"/>
                </a:cubicBezTo>
                <a:lnTo>
                  <a:pt x="1156684" y="3970625"/>
                </a:lnTo>
                <a:cubicBezTo>
                  <a:pt x="1156684" y="3969398"/>
                  <a:pt x="1155458" y="3968477"/>
                  <a:pt x="1154537" y="3968477"/>
                </a:cubicBezTo>
                <a:lnTo>
                  <a:pt x="1128764" y="3968477"/>
                </a:lnTo>
                <a:cubicBezTo>
                  <a:pt x="1127535" y="3968477"/>
                  <a:pt x="1126616" y="3969705"/>
                  <a:pt x="1126616" y="3970625"/>
                </a:cubicBezTo>
                <a:lnTo>
                  <a:pt x="1126923" y="4038740"/>
                </a:lnTo>
                <a:lnTo>
                  <a:pt x="1126309" y="4098878"/>
                </a:lnTo>
                <a:cubicBezTo>
                  <a:pt x="1126309" y="4100106"/>
                  <a:pt x="1127535" y="4101026"/>
                  <a:pt x="1128456" y="4101026"/>
                </a:cubicBezTo>
                <a:lnTo>
                  <a:pt x="1155765" y="4100719"/>
                </a:lnTo>
                <a:cubicBezTo>
                  <a:pt x="1156992" y="4100719"/>
                  <a:pt x="1157912" y="4099492"/>
                  <a:pt x="1157912" y="4098572"/>
                </a:cubicBezTo>
                <a:lnTo>
                  <a:pt x="1157299" y="4044570"/>
                </a:lnTo>
                <a:lnTo>
                  <a:pt x="1157299" y="4030149"/>
                </a:lnTo>
                <a:cubicBezTo>
                  <a:pt x="1159753" y="4002842"/>
                  <a:pt x="1174481" y="3989648"/>
                  <a:pt x="1189822" y="3989648"/>
                </a:cubicBezTo>
                <a:cubicBezTo>
                  <a:pt x="1203936" y="3989648"/>
                  <a:pt x="1214061" y="3999467"/>
                  <a:pt x="1214061" y="4018183"/>
                </a:cubicBezTo>
                <a:lnTo>
                  <a:pt x="1214061" y="4044570"/>
                </a:lnTo>
                <a:lnTo>
                  <a:pt x="1213448" y="4098572"/>
                </a:lnTo>
                <a:cubicBezTo>
                  <a:pt x="1213448" y="4099799"/>
                  <a:pt x="1214675" y="4100719"/>
                  <a:pt x="1215596" y="4100719"/>
                </a:cubicBezTo>
                <a:lnTo>
                  <a:pt x="1242904" y="4100719"/>
                </a:lnTo>
                <a:cubicBezTo>
                  <a:pt x="1244131" y="4100719"/>
                  <a:pt x="1245050" y="4099492"/>
                  <a:pt x="1245050" y="4098572"/>
                </a:cubicBezTo>
                <a:lnTo>
                  <a:pt x="1244438" y="4044570"/>
                </a:lnTo>
                <a:lnTo>
                  <a:pt x="1244438" y="4017263"/>
                </a:lnTo>
                <a:cubicBezTo>
                  <a:pt x="1244438" y="3983819"/>
                  <a:pt x="1226642" y="3965409"/>
                  <a:pt x="1199334" y="3965409"/>
                </a:cubicBezTo>
                <a:close/>
                <a:moveTo>
                  <a:pt x="352796" y="3950375"/>
                </a:moveTo>
                <a:lnTo>
                  <a:pt x="389308" y="3950375"/>
                </a:lnTo>
                <a:lnTo>
                  <a:pt x="389308" y="4123118"/>
                </a:lnTo>
                <a:lnTo>
                  <a:pt x="352796" y="4123118"/>
                </a:lnTo>
                <a:close/>
                <a:moveTo>
                  <a:pt x="434412" y="3900362"/>
                </a:moveTo>
                <a:lnTo>
                  <a:pt x="234667" y="3973080"/>
                </a:lnTo>
                <a:lnTo>
                  <a:pt x="307385" y="4172824"/>
                </a:lnTo>
                <a:lnTo>
                  <a:pt x="507130" y="4100106"/>
                </a:lnTo>
                <a:close/>
                <a:moveTo>
                  <a:pt x="3571437" y="0"/>
                </a:moveTo>
                <a:lnTo>
                  <a:pt x="8621771" y="0"/>
                </a:lnTo>
                <a:lnTo>
                  <a:pt x="12193206" y="2582962"/>
                </a:lnTo>
                <a:lnTo>
                  <a:pt x="12193206" y="4330700"/>
                </a:lnTo>
                <a:lnTo>
                  <a:pt x="0" y="4330700"/>
                </a:lnTo>
                <a:lnTo>
                  <a:pt x="0" y="2582962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708356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C2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5BB67F-E803-D844-E464-C93C91206D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" y="2324100"/>
            <a:ext cx="12193197" cy="4533900"/>
          </a:xfrm>
          <a:custGeom>
            <a:avLst/>
            <a:gdLst>
              <a:gd name="connsiteX0" fmla="*/ 434412 w 12193197"/>
              <a:gd name="connsiteY0" fmla="*/ 4230894 h 4533900"/>
              <a:gd name="connsiteX1" fmla="*/ 452515 w 12193197"/>
              <a:gd name="connsiteY1" fmla="*/ 4230894 h 4533900"/>
              <a:gd name="connsiteX2" fmla="*/ 452515 w 12193197"/>
              <a:gd name="connsiteY2" fmla="*/ 4303612 h 4533900"/>
              <a:gd name="connsiteX3" fmla="*/ 434412 w 12193197"/>
              <a:gd name="connsiteY3" fmla="*/ 4303612 h 4533900"/>
              <a:gd name="connsiteX4" fmla="*/ 316283 w 12193197"/>
              <a:gd name="connsiteY4" fmla="*/ 4194688 h 4533900"/>
              <a:gd name="connsiteX5" fmla="*/ 343591 w 12193197"/>
              <a:gd name="connsiteY5" fmla="*/ 4194688 h 4533900"/>
              <a:gd name="connsiteX6" fmla="*/ 343591 w 12193197"/>
              <a:gd name="connsiteY6" fmla="*/ 4303612 h 4533900"/>
              <a:gd name="connsiteX7" fmla="*/ 316283 w 12193197"/>
              <a:gd name="connsiteY7" fmla="*/ 4303612 h 4533900"/>
              <a:gd name="connsiteX8" fmla="*/ 911528 w 12193197"/>
              <a:gd name="connsiteY8" fmla="*/ 4191620 h 4533900"/>
              <a:gd name="connsiteX9" fmla="*/ 943745 w 12193197"/>
              <a:gd name="connsiteY9" fmla="*/ 4238564 h 4533900"/>
              <a:gd name="connsiteX10" fmla="*/ 911528 w 12193197"/>
              <a:gd name="connsiteY10" fmla="*/ 4282440 h 4533900"/>
              <a:gd name="connsiteX11" fmla="*/ 878083 w 12193197"/>
              <a:gd name="connsiteY11" fmla="*/ 4236416 h 4533900"/>
              <a:gd name="connsiteX12" fmla="*/ 911528 w 12193197"/>
              <a:gd name="connsiteY12" fmla="*/ 4191620 h 4533900"/>
              <a:gd name="connsiteX13" fmla="*/ 638453 w 12193197"/>
              <a:gd name="connsiteY13" fmla="*/ 4191314 h 4533900"/>
              <a:gd name="connsiteX14" fmla="*/ 670669 w 12193197"/>
              <a:gd name="connsiteY14" fmla="*/ 4239179 h 4533900"/>
              <a:gd name="connsiteX15" fmla="*/ 637532 w 12193197"/>
              <a:gd name="connsiteY15" fmla="*/ 4285202 h 4533900"/>
              <a:gd name="connsiteX16" fmla="*/ 605008 w 12193197"/>
              <a:gd name="connsiteY16" fmla="*/ 4236417 h 4533900"/>
              <a:gd name="connsiteX17" fmla="*/ 638453 w 12193197"/>
              <a:gd name="connsiteY17" fmla="*/ 4191314 h 4533900"/>
              <a:gd name="connsiteX18" fmla="*/ 1049294 w 12193197"/>
              <a:gd name="connsiteY18" fmla="*/ 4190700 h 4533900"/>
              <a:gd name="connsiteX19" fmla="*/ 1082739 w 12193197"/>
              <a:gd name="connsiteY19" fmla="*/ 4238565 h 4533900"/>
              <a:gd name="connsiteX20" fmla="*/ 1049601 w 12193197"/>
              <a:gd name="connsiteY20" fmla="*/ 4285509 h 4533900"/>
              <a:gd name="connsiteX21" fmla="*/ 1015543 w 12193197"/>
              <a:gd name="connsiteY21" fmla="*/ 4238565 h 4533900"/>
              <a:gd name="connsiteX22" fmla="*/ 1049294 w 12193197"/>
              <a:gd name="connsiteY22" fmla="*/ 4190700 h 4533900"/>
              <a:gd name="connsiteX23" fmla="*/ 775604 w 12193197"/>
              <a:gd name="connsiteY23" fmla="*/ 4190700 h 4533900"/>
              <a:gd name="connsiteX24" fmla="*/ 806900 w 12193197"/>
              <a:gd name="connsiteY24" fmla="*/ 4223223 h 4533900"/>
              <a:gd name="connsiteX25" fmla="*/ 742773 w 12193197"/>
              <a:gd name="connsiteY25" fmla="*/ 4223223 h 4533900"/>
              <a:gd name="connsiteX26" fmla="*/ 775604 w 12193197"/>
              <a:gd name="connsiteY26" fmla="*/ 4190700 h 4533900"/>
              <a:gd name="connsiteX27" fmla="*/ 398206 w 12193197"/>
              <a:gd name="connsiteY27" fmla="*/ 4176586 h 4533900"/>
              <a:gd name="connsiteX28" fmla="*/ 425514 w 12193197"/>
              <a:gd name="connsiteY28" fmla="*/ 4176586 h 4533900"/>
              <a:gd name="connsiteX29" fmla="*/ 425514 w 12193197"/>
              <a:gd name="connsiteY29" fmla="*/ 4285509 h 4533900"/>
              <a:gd name="connsiteX30" fmla="*/ 398206 w 12193197"/>
              <a:gd name="connsiteY30" fmla="*/ 4285509 h 4533900"/>
              <a:gd name="connsiteX31" fmla="*/ 288976 w 12193197"/>
              <a:gd name="connsiteY31" fmla="*/ 4176279 h 4533900"/>
              <a:gd name="connsiteX32" fmla="*/ 307078 w 12193197"/>
              <a:gd name="connsiteY32" fmla="*/ 4176279 h 4533900"/>
              <a:gd name="connsiteX33" fmla="*/ 307078 w 12193197"/>
              <a:gd name="connsiteY33" fmla="*/ 4248997 h 4533900"/>
              <a:gd name="connsiteX34" fmla="*/ 288976 w 12193197"/>
              <a:gd name="connsiteY34" fmla="*/ 4248997 h 4533900"/>
              <a:gd name="connsiteX35" fmla="*/ 903550 w 12193197"/>
              <a:gd name="connsiteY35" fmla="*/ 4170142 h 4533900"/>
              <a:gd name="connsiteX36" fmla="*/ 846787 w 12193197"/>
              <a:gd name="connsiteY36" fmla="*/ 4237644 h 4533900"/>
              <a:gd name="connsiteX37" fmla="*/ 904777 w 12193197"/>
              <a:gd name="connsiteY37" fmla="*/ 4303611 h 4533900"/>
              <a:gd name="connsiteX38" fmla="*/ 944358 w 12193197"/>
              <a:gd name="connsiteY38" fmla="*/ 4282747 h 4533900"/>
              <a:gd name="connsiteX39" fmla="*/ 944358 w 12193197"/>
              <a:gd name="connsiteY39" fmla="*/ 4297782 h 4533900"/>
              <a:gd name="connsiteX40" fmla="*/ 912141 w 12193197"/>
              <a:gd name="connsiteY40" fmla="*/ 4333374 h 4533900"/>
              <a:gd name="connsiteX41" fmla="*/ 882686 w 12193197"/>
              <a:gd name="connsiteY41" fmla="*/ 4315884 h 4533900"/>
              <a:gd name="connsiteX42" fmla="*/ 880231 w 12193197"/>
              <a:gd name="connsiteY42" fmla="*/ 4313737 h 4533900"/>
              <a:gd name="connsiteX43" fmla="*/ 853537 w 12193197"/>
              <a:gd name="connsiteY43" fmla="*/ 4313737 h 4533900"/>
              <a:gd name="connsiteX44" fmla="*/ 851389 w 12193197"/>
              <a:gd name="connsiteY44" fmla="*/ 4315884 h 4533900"/>
              <a:gd name="connsiteX45" fmla="*/ 910914 w 12193197"/>
              <a:gd name="connsiteY45" fmla="*/ 4354851 h 4533900"/>
              <a:gd name="connsiteX46" fmla="*/ 972586 w 12193197"/>
              <a:gd name="connsiteY46" fmla="*/ 4298089 h 4533900"/>
              <a:gd name="connsiteX47" fmla="*/ 972280 w 12193197"/>
              <a:gd name="connsiteY47" fmla="*/ 4233348 h 4533900"/>
              <a:gd name="connsiteX48" fmla="*/ 973814 w 12193197"/>
              <a:gd name="connsiteY48" fmla="*/ 4174438 h 4533900"/>
              <a:gd name="connsiteX49" fmla="*/ 971666 w 12193197"/>
              <a:gd name="connsiteY49" fmla="*/ 4172290 h 4533900"/>
              <a:gd name="connsiteX50" fmla="*/ 944665 w 12193197"/>
              <a:gd name="connsiteY50" fmla="*/ 4172290 h 4533900"/>
              <a:gd name="connsiteX51" fmla="*/ 942517 w 12193197"/>
              <a:gd name="connsiteY51" fmla="*/ 4174438 h 4533900"/>
              <a:gd name="connsiteX52" fmla="*/ 943131 w 12193197"/>
              <a:gd name="connsiteY52" fmla="*/ 4189165 h 4533900"/>
              <a:gd name="connsiteX53" fmla="*/ 903550 w 12193197"/>
              <a:gd name="connsiteY53" fmla="*/ 4170142 h 4533900"/>
              <a:gd name="connsiteX54" fmla="*/ 629861 w 12193197"/>
              <a:gd name="connsiteY54" fmla="*/ 4169529 h 4533900"/>
              <a:gd name="connsiteX55" fmla="*/ 573405 w 12193197"/>
              <a:gd name="connsiteY55" fmla="*/ 4238565 h 4533900"/>
              <a:gd name="connsiteX56" fmla="*/ 629248 w 12193197"/>
              <a:gd name="connsiteY56" fmla="*/ 4306680 h 4533900"/>
              <a:gd name="connsiteX57" fmla="*/ 669749 w 12193197"/>
              <a:gd name="connsiteY57" fmla="*/ 4285816 h 4533900"/>
              <a:gd name="connsiteX58" fmla="*/ 669135 w 12193197"/>
              <a:gd name="connsiteY58" fmla="*/ 4302078 h 4533900"/>
              <a:gd name="connsiteX59" fmla="*/ 671283 w 12193197"/>
              <a:gd name="connsiteY59" fmla="*/ 4304226 h 4533900"/>
              <a:gd name="connsiteX60" fmla="*/ 698591 w 12193197"/>
              <a:gd name="connsiteY60" fmla="*/ 4304226 h 4533900"/>
              <a:gd name="connsiteX61" fmla="*/ 700739 w 12193197"/>
              <a:gd name="connsiteY61" fmla="*/ 4302078 h 4533900"/>
              <a:gd name="connsiteX62" fmla="*/ 700125 w 12193197"/>
              <a:gd name="connsiteY62" fmla="*/ 4237644 h 4533900"/>
              <a:gd name="connsiteX63" fmla="*/ 700739 w 12193197"/>
              <a:gd name="connsiteY63" fmla="*/ 4174131 h 4533900"/>
              <a:gd name="connsiteX64" fmla="*/ 698591 w 12193197"/>
              <a:gd name="connsiteY64" fmla="*/ 4171984 h 4533900"/>
              <a:gd name="connsiteX65" fmla="*/ 671283 w 12193197"/>
              <a:gd name="connsiteY65" fmla="*/ 4171984 h 4533900"/>
              <a:gd name="connsiteX66" fmla="*/ 669135 w 12193197"/>
              <a:gd name="connsiteY66" fmla="*/ 4174131 h 4533900"/>
              <a:gd name="connsiteX67" fmla="*/ 669749 w 12193197"/>
              <a:gd name="connsiteY67" fmla="*/ 4188859 h 4533900"/>
              <a:gd name="connsiteX68" fmla="*/ 629861 w 12193197"/>
              <a:gd name="connsiteY68" fmla="*/ 4169529 h 4533900"/>
              <a:gd name="connsiteX69" fmla="*/ 1049601 w 12193197"/>
              <a:gd name="connsiteY69" fmla="*/ 4169222 h 4533900"/>
              <a:gd name="connsiteX70" fmla="*/ 984247 w 12193197"/>
              <a:gd name="connsiteY70" fmla="*/ 4238872 h 4533900"/>
              <a:gd name="connsiteX71" fmla="*/ 1049601 w 12193197"/>
              <a:gd name="connsiteY71" fmla="*/ 4307601 h 4533900"/>
              <a:gd name="connsiteX72" fmla="*/ 1114342 w 12193197"/>
              <a:gd name="connsiteY72" fmla="*/ 4237951 h 4533900"/>
              <a:gd name="connsiteX73" fmla="*/ 1049601 w 12193197"/>
              <a:gd name="connsiteY73" fmla="*/ 4169222 h 4533900"/>
              <a:gd name="connsiteX74" fmla="*/ 774990 w 12193197"/>
              <a:gd name="connsiteY74" fmla="*/ 4168915 h 4533900"/>
              <a:gd name="connsiteX75" fmla="*/ 710556 w 12193197"/>
              <a:gd name="connsiteY75" fmla="*/ 4238565 h 4533900"/>
              <a:gd name="connsiteX76" fmla="*/ 775910 w 12193197"/>
              <a:gd name="connsiteY76" fmla="*/ 4307294 h 4533900"/>
              <a:gd name="connsiteX77" fmla="*/ 836049 w 12193197"/>
              <a:gd name="connsiteY77" fmla="*/ 4264338 h 4533900"/>
              <a:gd name="connsiteX78" fmla="*/ 834208 w 12193197"/>
              <a:gd name="connsiteY78" fmla="*/ 4262190 h 4533900"/>
              <a:gd name="connsiteX79" fmla="*/ 808434 w 12193197"/>
              <a:gd name="connsiteY79" fmla="*/ 4262190 h 4533900"/>
              <a:gd name="connsiteX80" fmla="*/ 805980 w 12193197"/>
              <a:gd name="connsiteY80" fmla="*/ 4264338 h 4533900"/>
              <a:gd name="connsiteX81" fmla="*/ 776524 w 12193197"/>
              <a:gd name="connsiteY81" fmla="*/ 4285509 h 4533900"/>
              <a:gd name="connsiteX82" fmla="*/ 741546 w 12193197"/>
              <a:gd name="connsiteY82" fmla="*/ 4244087 h 4533900"/>
              <a:gd name="connsiteX83" fmla="*/ 837890 w 12193197"/>
              <a:gd name="connsiteY83" fmla="*/ 4244087 h 4533900"/>
              <a:gd name="connsiteX84" fmla="*/ 840037 w 12193197"/>
              <a:gd name="connsiteY84" fmla="*/ 4241940 h 4533900"/>
              <a:gd name="connsiteX85" fmla="*/ 774990 w 12193197"/>
              <a:gd name="connsiteY85" fmla="*/ 4168915 h 4533900"/>
              <a:gd name="connsiteX86" fmla="*/ 1199334 w 12193197"/>
              <a:gd name="connsiteY86" fmla="*/ 4168608 h 4533900"/>
              <a:gd name="connsiteX87" fmla="*/ 1156071 w 12193197"/>
              <a:gd name="connsiteY87" fmla="*/ 4191006 h 4533900"/>
              <a:gd name="connsiteX88" fmla="*/ 1156685 w 12193197"/>
              <a:gd name="connsiteY88" fmla="*/ 4173824 h 4533900"/>
              <a:gd name="connsiteX89" fmla="*/ 1154537 w 12193197"/>
              <a:gd name="connsiteY89" fmla="*/ 4171676 h 4533900"/>
              <a:gd name="connsiteX90" fmla="*/ 1128764 w 12193197"/>
              <a:gd name="connsiteY90" fmla="*/ 4171676 h 4533900"/>
              <a:gd name="connsiteX91" fmla="*/ 1126616 w 12193197"/>
              <a:gd name="connsiteY91" fmla="*/ 4173824 h 4533900"/>
              <a:gd name="connsiteX92" fmla="*/ 1126923 w 12193197"/>
              <a:gd name="connsiteY92" fmla="*/ 4241939 h 4533900"/>
              <a:gd name="connsiteX93" fmla="*/ 1126309 w 12193197"/>
              <a:gd name="connsiteY93" fmla="*/ 4302077 h 4533900"/>
              <a:gd name="connsiteX94" fmla="*/ 1128457 w 12193197"/>
              <a:gd name="connsiteY94" fmla="*/ 4304225 h 4533900"/>
              <a:gd name="connsiteX95" fmla="*/ 1155765 w 12193197"/>
              <a:gd name="connsiteY95" fmla="*/ 4303918 h 4533900"/>
              <a:gd name="connsiteX96" fmla="*/ 1157912 w 12193197"/>
              <a:gd name="connsiteY96" fmla="*/ 4301771 h 4533900"/>
              <a:gd name="connsiteX97" fmla="*/ 1157298 w 12193197"/>
              <a:gd name="connsiteY97" fmla="*/ 4247769 h 4533900"/>
              <a:gd name="connsiteX98" fmla="*/ 1157298 w 12193197"/>
              <a:gd name="connsiteY98" fmla="*/ 4233348 h 4533900"/>
              <a:gd name="connsiteX99" fmla="*/ 1189821 w 12193197"/>
              <a:gd name="connsiteY99" fmla="*/ 4192847 h 4533900"/>
              <a:gd name="connsiteX100" fmla="*/ 1214061 w 12193197"/>
              <a:gd name="connsiteY100" fmla="*/ 4221382 h 4533900"/>
              <a:gd name="connsiteX101" fmla="*/ 1214061 w 12193197"/>
              <a:gd name="connsiteY101" fmla="*/ 4247769 h 4533900"/>
              <a:gd name="connsiteX102" fmla="*/ 1213448 w 12193197"/>
              <a:gd name="connsiteY102" fmla="*/ 4301771 h 4533900"/>
              <a:gd name="connsiteX103" fmla="*/ 1215596 w 12193197"/>
              <a:gd name="connsiteY103" fmla="*/ 4303918 h 4533900"/>
              <a:gd name="connsiteX104" fmla="*/ 1242904 w 12193197"/>
              <a:gd name="connsiteY104" fmla="*/ 4303918 h 4533900"/>
              <a:gd name="connsiteX105" fmla="*/ 1245051 w 12193197"/>
              <a:gd name="connsiteY105" fmla="*/ 4301771 h 4533900"/>
              <a:gd name="connsiteX106" fmla="*/ 1244438 w 12193197"/>
              <a:gd name="connsiteY106" fmla="*/ 4247769 h 4533900"/>
              <a:gd name="connsiteX107" fmla="*/ 1244438 w 12193197"/>
              <a:gd name="connsiteY107" fmla="*/ 4220462 h 4533900"/>
              <a:gd name="connsiteX108" fmla="*/ 1199334 w 12193197"/>
              <a:gd name="connsiteY108" fmla="*/ 4168608 h 4533900"/>
              <a:gd name="connsiteX109" fmla="*/ 352796 w 12193197"/>
              <a:gd name="connsiteY109" fmla="*/ 4153574 h 4533900"/>
              <a:gd name="connsiteX110" fmla="*/ 389308 w 12193197"/>
              <a:gd name="connsiteY110" fmla="*/ 4153574 h 4533900"/>
              <a:gd name="connsiteX111" fmla="*/ 389308 w 12193197"/>
              <a:gd name="connsiteY111" fmla="*/ 4326317 h 4533900"/>
              <a:gd name="connsiteX112" fmla="*/ 352796 w 12193197"/>
              <a:gd name="connsiteY112" fmla="*/ 4326317 h 4533900"/>
              <a:gd name="connsiteX113" fmla="*/ 434412 w 12193197"/>
              <a:gd name="connsiteY113" fmla="*/ 4103561 h 4533900"/>
              <a:gd name="connsiteX114" fmla="*/ 234667 w 12193197"/>
              <a:gd name="connsiteY114" fmla="*/ 4176279 h 4533900"/>
              <a:gd name="connsiteX115" fmla="*/ 307385 w 12193197"/>
              <a:gd name="connsiteY115" fmla="*/ 4376023 h 4533900"/>
              <a:gd name="connsiteX116" fmla="*/ 507130 w 12193197"/>
              <a:gd name="connsiteY116" fmla="*/ 4303305 h 4533900"/>
              <a:gd name="connsiteX117" fmla="*/ 6096601 w 12193197"/>
              <a:gd name="connsiteY117" fmla="*/ 0 h 4533900"/>
              <a:gd name="connsiteX118" fmla="*/ 9864295 w 12193197"/>
              <a:gd name="connsiteY118" fmla="*/ 881563 h 4533900"/>
              <a:gd name="connsiteX119" fmla="*/ 12193197 w 12193197"/>
              <a:gd name="connsiteY119" fmla="*/ 3189318 h 4533900"/>
              <a:gd name="connsiteX120" fmla="*/ 12193197 w 12193197"/>
              <a:gd name="connsiteY120" fmla="*/ 4533900 h 4533900"/>
              <a:gd name="connsiteX121" fmla="*/ 0 w 12193197"/>
              <a:gd name="connsiteY121" fmla="*/ 4533900 h 4533900"/>
              <a:gd name="connsiteX122" fmla="*/ 0 w 12193197"/>
              <a:gd name="connsiteY122" fmla="*/ 3189318 h 4533900"/>
              <a:gd name="connsiteX123" fmla="*/ 2328904 w 12193197"/>
              <a:gd name="connsiteY123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3197" h="4533900">
                <a:moveTo>
                  <a:pt x="434412" y="4230894"/>
                </a:moveTo>
                <a:lnTo>
                  <a:pt x="452515" y="4230894"/>
                </a:lnTo>
                <a:lnTo>
                  <a:pt x="452515" y="4303612"/>
                </a:lnTo>
                <a:lnTo>
                  <a:pt x="434412" y="4303612"/>
                </a:lnTo>
                <a:close/>
                <a:moveTo>
                  <a:pt x="316283" y="4194688"/>
                </a:moveTo>
                <a:lnTo>
                  <a:pt x="343591" y="4194688"/>
                </a:lnTo>
                <a:lnTo>
                  <a:pt x="343591" y="4303612"/>
                </a:lnTo>
                <a:lnTo>
                  <a:pt x="316283" y="4303612"/>
                </a:lnTo>
                <a:close/>
                <a:moveTo>
                  <a:pt x="911528" y="4191620"/>
                </a:moveTo>
                <a:cubicBezTo>
                  <a:pt x="932699" y="4191927"/>
                  <a:pt x="944052" y="4208495"/>
                  <a:pt x="943745" y="4238564"/>
                </a:cubicBezTo>
                <a:cubicBezTo>
                  <a:pt x="943745" y="4268020"/>
                  <a:pt x="931778" y="4282440"/>
                  <a:pt x="911528" y="4282440"/>
                </a:cubicBezTo>
                <a:cubicBezTo>
                  <a:pt x="889743" y="4282747"/>
                  <a:pt x="878083" y="4266485"/>
                  <a:pt x="878083" y="4236416"/>
                </a:cubicBezTo>
                <a:cubicBezTo>
                  <a:pt x="878083" y="4208188"/>
                  <a:pt x="889436" y="4191313"/>
                  <a:pt x="911528" y="4191620"/>
                </a:cubicBezTo>
                <a:close/>
                <a:moveTo>
                  <a:pt x="638453" y="4191314"/>
                </a:moveTo>
                <a:cubicBezTo>
                  <a:pt x="659010" y="4191620"/>
                  <a:pt x="670976" y="4208496"/>
                  <a:pt x="670669" y="4239179"/>
                </a:cubicBezTo>
                <a:cubicBezTo>
                  <a:pt x="670363" y="4269861"/>
                  <a:pt x="658396" y="4285202"/>
                  <a:pt x="637532" y="4285202"/>
                </a:cubicBezTo>
                <a:cubicBezTo>
                  <a:pt x="616054" y="4285202"/>
                  <a:pt x="604701" y="4267407"/>
                  <a:pt x="605008" y="4236417"/>
                </a:cubicBezTo>
                <a:cubicBezTo>
                  <a:pt x="605008" y="4208189"/>
                  <a:pt x="615747" y="4191007"/>
                  <a:pt x="638453" y="4191314"/>
                </a:cubicBezTo>
                <a:close/>
                <a:moveTo>
                  <a:pt x="1049294" y="4190700"/>
                </a:moveTo>
                <a:cubicBezTo>
                  <a:pt x="1071693" y="4190700"/>
                  <a:pt x="1082739" y="4206962"/>
                  <a:pt x="1082739" y="4238565"/>
                </a:cubicBezTo>
                <a:cubicBezTo>
                  <a:pt x="1082739" y="4270168"/>
                  <a:pt x="1072000" y="4285509"/>
                  <a:pt x="1049601" y="4285509"/>
                </a:cubicBezTo>
                <a:cubicBezTo>
                  <a:pt x="1026896" y="4285509"/>
                  <a:pt x="1015850" y="4270168"/>
                  <a:pt x="1015543" y="4238565"/>
                </a:cubicBezTo>
                <a:cubicBezTo>
                  <a:pt x="1015543" y="4207268"/>
                  <a:pt x="1026589" y="4191007"/>
                  <a:pt x="1049294" y="4190700"/>
                </a:cubicBezTo>
                <a:close/>
                <a:moveTo>
                  <a:pt x="775604" y="4190700"/>
                </a:moveTo>
                <a:cubicBezTo>
                  <a:pt x="795854" y="4190700"/>
                  <a:pt x="805673" y="4206041"/>
                  <a:pt x="806900" y="4223223"/>
                </a:cubicBezTo>
                <a:lnTo>
                  <a:pt x="742773" y="4223223"/>
                </a:lnTo>
                <a:cubicBezTo>
                  <a:pt x="746148" y="4202052"/>
                  <a:pt x="757194" y="4190700"/>
                  <a:pt x="775604" y="4190700"/>
                </a:cubicBezTo>
                <a:close/>
                <a:moveTo>
                  <a:pt x="398206" y="4176586"/>
                </a:moveTo>
                <a:lnTo>
                  <a:pt x="425514" y="4176586"/>
                </a:lnTo>
                <a:lnTo>
                  <a:pt x="425514" y="4285509"/>
                </a:lnTo>
                <a:lnTo>
                  <a:pt x="398206" y="4285509"/>
                </a:lnTo>
                <a:close/>
                <a:moveTo>
                  <a:pt x="288976" y="4176279"/>
                </a:moveTo>
                <a:lnTo>
                  <a:pt x="307078" y="4176279"/>
                </a:lnTo>
                <a:lnTo>
                  <a:pt x="307078" y="4248997"/>
                </a:lnTo>
                <a:lnTo>
                  <a:pt x="288976" y="4248997"/>
                </a:lnTo>
                <a:close/>
                <a:moveTo>
                  <a:pt x="903550" y="4170142"/>
                </a:moveTo>
                <a:cubicBezTo>
                  <a:pt x="867958" y="4170142"/>
                  <a:pt x="846787" y="4200518"/>
                  <a:pt x="846787" y="4237644"/>
                </a:cubicBezTo>
                <a:cubicBezTo>
                  <a:pt x="846787" y="4274770"/>
                  <a:pt x="866424" y="4303611"/>
                  <a:pt x="904777" y="4303611"/>
                </a:cubicBezTo>
                <a:cubicBezTo>
                  <a:pt x="922267" y="4303611"/>
                  <a:pt x="935460" y="4295941"/>
                  <a:pt x="944358" y="4282747"/>
                </a:cubicBezTo>
                <a:lnTo>
                  <a:pt x="944358" y="4297782"/>
                </a:lnTo>
                <a:cubicBezTo>
                  <a:pt x="944358" y="4322635"/>
                  <a:pt x="931165" y="4333374"/>
                  <a:pt x="912141" y="4333374"/>
                </a:cubicBezTo>
                <a:cubicBezTo>
                  <a:pt x="896493" y="4333374"/>
                  <a:pt x="885754" y="4327544"/>
                  <a:pt x="882686" y="4315884"/>
                </a:cubicBezTo>
                <a:cubicBezTo>
                  <a:pt x="882379" y="4314657"/>
                  <a:pt x="881459" y="4313737"/>
                  <a:pt x="880231" y="4313737"/>
                </a:cubicBezTo>
                <a:lnTo>
                  <a:pt x="853537" y="4313737"/>
                </a:lnTo>
                <a:cubicBezTo>
                  <a:pt x="852617" y="4313737"/>
                  <a:pt x="851389" y="4314657"/>
                  <a:pt x="851389" y="4315884"/>
                </a:cubicBezTo>
                <a:cubicBezTo>
                  <a:pt x="855071" y="4342578"/>
                  <a:pt x="879311" y="4355465"/>
                  <a:pt x="910914" y="4354851"/>
                </a:cubicBezTo>
                <a:cubicBezTo>
                  <a:pt x="951415" y="4354851"/>
                  <a:pt x="972893" y="4333680"/>
                  <a:pt x="972586" y="4298089"/>
                </a:cubicBezTo>
                <a:lnTo>
                  <a:pt x="972280" y="4233348"/>
                </a:lnTo>
                <a:lnTo>
                  <a:pt x="973814" y="4174438"/>
                </a:lnTo>
                <a:cubicBezTo>
                  <a:pt x="973814" y="4173517"/>
                  <a:pt x="972893" y="4172290"/>
                  <a:pt x="971666" y="4172290"/>
                </a:cubicBezTo>
                <a:lnTo>
                  <a:pt x="944665" y="4172290"/>
                </a:lnTo>
                <a:cubicBezTo>
                  <a:pt x="943745" y="4172290"/>
                  <a:pt x="942517" y="4173210"/>
                  <a:pt x="942517" y="4174438"/>
                </a:cubicBezTo>
                <a:lnTo>
                  <a:pt x="943131" y="4189165"/>
                </a:lnTo>
                <a:cubicBezTo>
                  <a:pt x="934540" y="4176892"/>
                  <a:pt x="921039" y="4170142"/>
                  <a:pt x="903550" y="4170142"/>
                </a:cubicBezTo>
                <a:close/>
                <a:moveTo>
                  <a:pt x="629861" y="4169529"/>
                </a:moveTo>
                <a:cubicBezTo>
                  <a:pt x="594576" y="4169529"/>
                  <a:pt x="573405" y="4200212"/>
                  <a:pt x="573405" y="4238565"/>
                </a:cubicBezTo>
                <a:cubicBezTo>
                  <a:pt x="573405" y="4276918"/>
                  <a:pt x="592735" y="4306680"/>
                  <a:pt x="629248" y="4306680"/>
                </a:cubicBezTo>
                <a:cubicBezTo>
                  <a:pt x="647044" y="4306680"/>
                  <a:pt x="660851" y="4299010"/>
                  <a:pt x="669749" y="4285816"/>
                </a:cubicBezTo>
                <a:lnTo>
                  <a:pt x="669135" y="4302078"/>
                </a:lnTo>
                <a:cubicBezTo>
                  <a:pt x="669135" y="4303305"/>
                  <a:pt x="670363" y="4304226"/>
                  <a:pt x="671283" y="4304226"/>
                </a:cubicBezTo>
                <a:lnTo>
                  <a:pt x="698591" y="4304226"/>
                </a:lnTo>
                <a:cubicBezTo>
                  <a:pt x="699818" y="4304226"/>
                  <a:pt x="700739" y="4302998"/>
                  <a:pt x="700739" y="4302078"/>
                </a:cubicBezTo>
                <a:lnTo>
                  <a:pt x="700125" y="4237644"/>
                </a:lnTo>
                <a:lnTo>
                  <a:pt x="700739" y="4174131"/>
                </a:lnTo>
                <a:cubicBezTo>
                  <a:pt x="700739" y="4172904"/>
                  <a:pt x="699511" y="4171984"/>
                  <a:pt x="698591" y="4171984"/>
                </a:cubicBezTo>
                <a:lnTo>
                  <a:pt x="671283" y="4171984"/>
                </a:lnTo>
                <a:cubicBezTo>
                  <a:pt x="670056" y="4171984"/>
                  <a:pt x="669135" y="4173211"/>
                  <a:pt x="669135" y="4174131"/>
                </a:cubicBezTo>
                <a:lnTo>
                  <a:pt x="669749" y="4188859"/>
                </a:lnTo>
                <a:cubicBezTo>
                  <a:pt x="660851" y="4176279"/>
                  <a:pt x="647351" y="4169529"/>
                  <a:pt x="629861" y="4169529"/>
                </a:cubicBezTo>
                <a:close/>
                <a:moveTo>
                  <a:pt x="1049601" y="4169222"/>
                </a:moveTo>
                <a:cubicBezTo>
                  <a:pt x="1007873" y="4169222"/>
                  <a:pt x="984247" y="4197143"/>
                  <a:pt x="984247" y="4238872"/>
                </a:cubicBezTo>
                <a:cubicBezTo>
                  <a:pt x="984247" y="4280600"/>
                  <a:pt x="1007873" y="4307601"/>
                  <a:pt x="1049601" y="4307601"/>
                </a:cubicBezTo>
                <a:cubicBezTo>
                  <a:pt x="1091023" y="4307601"/>
                  <a:pt x="1114342" y="4279679"/>
                  <a:pt x="1114342" y="4237951"/>
                </a:cubicBezTo>
                <a:cubicBezTo>
                  <a:pt x="1114342" y="4196223"/>
                  <a:pt x="1091330" y="4169222"/>
                  <a:pt x="1049601" y="4169222"/>
                </a:cubicBezTo>
                <a:close/>
                <a:moveTo>
                  <a:pt x="774990" y="4168915"/>
                </a:moveTo>
                <a:cubicBezTo>
                  <a:pt x="734795" y="4168915"/>
                  <a:pt x="710556" y="4198370"/>
                  <a:pt x="710556" y="4238565"/>
                </a:cubicBezTo>
                <a:cubicBezTo>
                  <a:pt x="710556" y="4278759"/>
                  <a:pt x="733261" y="4307294"/>
                  <a:pt x="775910" y="4307294"/>
                </a:cubicBezTo>
                <a:cubicBezTo>
                  <a:pt x="809661" y="4307294"/>
                  <a:pt x="831139" y="4288270"/>
                  <a:pt x="836049" y="4264338"/>
                </a:cubicBezTo>
                <a:cubicBezTo>
                  <a:pt x="836355" y="4263111"/>
                  <a:pt x="835128" y="4262190"/>
                  <a:pt x="834208" y="4262190"/>
                </a:cubicBezTo>
                <a:lnTo>
                  <a:pt x="808434" y="4262190"/>
                </a:lnTo>
                <a:cubicBezTo>
                  <a:pt x="807514" y="4262190"/>
                  <a:pt x="806286" y="4263111"/>
                  <a:pt x="805980" y="4264338"/>
                </a:cubicBezTo>
                <a:cubicBezTo>
                  <a:pt x="801684" y="4278452"/>
                  <a:pt x="791559" y="4285509"/>
                  <a:pt x="776524" y="4285509"/>
                </a:cubicBezTo>
                <a:cubicBezTo>
                  <a:pt x="754432" y="4285509"/>
                  <a:pt x="742773" y="4272315"/>
                  <a:pt x="741546" y="4244087"/>
                </a:cubicBezTo>
                <a:lnTo>
                  <a:pt x="837890" y="4244087"/>
                </a:lnTo>
                <a:cubicBezTo>
                  <a:pt x="839117" y="4244087"/>
                  <a:pt x="840037" y="4242860"/>
                  <a:pt x="840037" y="4241940"/>
                </a:cubicBezTo>
                <a:cubicBezTo>
                  <a:pt x="839424" y="4196836"/>
                  <a:pt x="815184" y="4169222"/>
                  <a:pt x="774990" y="4168915"/>
                </a:cubicBezTo>
                <a:close/>
                <a:moveTo>
                  <a:pt x="1199334" y="4168608"/>
                </a:moveTo>
                <a:cubicBezTo>
                  <a:pt x="1179696" y="4168608"/>
                  <a:pt x="1164662" y="4178733"/>
                  <a:pt x="1156071" y="4191006"/>
                </a:cubicBezTo>
                <a:lnTo>
                  <a:pt x="1156685" y="4173824"/>
                </a:lnTo>
                <a:cubicBezTo>
                  <a:pt x="1156685" y="4172597"/>
                  <a:pt x="1155458" y="4171676"/>
                  <a:pt x="1154537" y="4171676"/>
                </a:cubicBezTo>
                <a:lnTo>
                  <a:pt x="1128764" y="4171676"/>
                </a:lnTo>
                <a:cubicBezTo>
                  <a:pt x="1127536" y="4171676"/>
                  <a:pt x="1126616" y="4172904"/>
                  <a:pt x="1126616" y="4173824"/>
                </a:cubicBezTo>
                <a:lnTo>
                  <a:pt x="1126923" y="4241939"/>
                </a:lnTo>
                <a:lnTo>
                  <a:pt x="1126309" y="4302077"/>
                </a:lnTo>
                <a:cubicBezTo>
                  <a:pt x="1126309" y="4303305"/>
                  <a:pt x="1127536" y="4304225"/>
                  <a:pt x="1128457" y="4304225"/>
                </a:cubicBezTo>
                <a:lnTo>
                  <a:pt x="1155765" y="4303918"/>
                </a:lnTo>
                <a:cubicBezTo>
                  <a:pt x="1156992" y="4303918"/>
                  <a:pt x="1157912" y="4302691"/>
                  <a:pt x="1157912" y="4301771"/>
                </a:cubicBezTo>
                <a:lnTo>
                  <a:pt x="1157298" y="4247769"/>
                </a:lnTo>
                <a:lnTo>
                  <a:pt x="1157298" y="4233348"/>
                </a:lnTo>
                <a:cubicBezTo>
                  <a:pt x="1159753" y="4206041"/>
                  <a:pt x="1174481" y="4192847"/>
                  <a:pt x="1189821" y="4192847"/>
                </a:cubicBezTo>
                <a:cubicBezTo>
                  <a:pt x="1203936" y="4192847"/>
                  <a:pt x="1214061" y="4202666"/>
                  <a:pt x="1214061" y="4221382"/>
                </a:cubicBezTo>
                <a:lnTo>
                  <a:pt x="1214061" y="4247769"/>
                </a:lnTo>
                <a:lnTo>
                  <a:pt x="1213448" y="4301771"/>
                </a:lnTo>
                <a:cubicBezTo>
                  <a:pt x="1213448" y="4302998"/>
                  <a:pt x="1214675" y="4303918"/>
                  <a:pt x="1215596" y="4303918"/>
                </a:cubicBezTo>
                <a:lnTo>
                  <a:pt x="1242904" y="4303918"/>
                </a:lnTo>
                <a:cubicBezTo>
                  <a:pt x="1244131" y="4303918"/>
                  <a:pt x="1245051" y="4302691"/>
                  <a:pt x="1245051" y="4301771"/>
                </a:cubicBezTo>
                <a:lnTo>
                  <a:pt x="1244438" y="4247769"/>
                </a:lnTo>
                <a:lnTo>
                  <a:pt x="1244438" y="4220462"/>
                </a:lnTo>
                <a:cubicBezTo>
                  <a:pt x="1244438" y="4187018"/>
                  <a:pt x="1226642" y="4168608"/>
                  <a:pt x="1199334" y="4168608"/>
                </a:cubicBezTo>
                <a:close/>
                <a:moveTo>
                  <a:pt x="352796" y="4153574"/>
                </a:moveTo>
                <a:lnTo>
                  <a:pt x="389308" y="4153574"/>
                </a:lnTo>
                <a:lnTo>
                  <a:pt x="389308" y="4326317"/>
                </a:lnTo>
                <a:lnTo>
                  <a:pt x="352796" y="4326317"/>
                </a:lnTo>
                <a:close/>
                <a:moveTo>
                  <a:pt x="434412" y="4103561"/>
                </a:moveTo>
                <a:lnTo>
                  <a:pt x="234667" y="4176279"/>
                </a:lnTo>
                <a:lnTo>
                  <a:pt x="307385" y="4376023"/>
                </a:lnTo>
                <a:lnTo>
                  <a:pt x="507130" y="4303305"/>
                </a:lnTo>
                <a:close/>
                <a:moveTo>
                  <a:pt x="6096601" y="0"/>
                </a:moveTo>
                <a:lnTo>
                  <a:pt x="9864295" y="881563"/>
                </a:lnTo>
                <a:lnTo>
                  <a:pt x="12193197" y="3189318"/>
                </a:lnTo>
                <a:lnTo>
                  <a:pt x="12193197" y="4533900"/>
                </a:lnTo>
                <a:lnTo>
                  <a:pt x="0" y="4533900"/>
                </a:lnTo>
                <a:lnTo>
                  <a:pt x="0" y="3189318"/>
                </a:lnTo>
                <a:lnTo>
                  <a:pt x="2328904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92755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brigh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9391CE8-3C1E-9DCC-E04F-442068DEC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8690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391CE8-3C1E-9DCC-E04F-442068DEC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6667D9-F9C2-FDD3-F8FC-325B27407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6096002" cy="6857999"/>
          </a:xfrm>
          <a:custGeom>
            <a:avLst/>
            <a:gdLst>
              <a:gd name="connsiteX0" fmla="*/ 0 w 6096002"/>
              <a:gd name="connsiteY0" fmla="*/ 0 h 6857999"/>
              <a:gd name="connsiteX1" fmla="*/ 3070471 w 6096002"/>
              <a:gd name="connsiteY1" fmla="*/ 0 h 6857999"/>
              <a:gd name="connsiteX2" fmla="*/ 6096002 w 6096002"/>
              <a:gd name="connsiteY2" fmla="*/ 1700863 h 6857999"/>
              <a:gd name="connsiteX3" fmla="*/ 6096002 w 6096002"/>
              <a:gd name="connsiteY3" fmla="*/ 5157137 h 6857999"/>
              <a:gd name="connsiteX4" fmla="*/ 3070473 w 6096002"/>
              <a:gd name="connsiteY4" fmla="*/ 6857999 h 6857999"/>
              <a:gd name="connsiteX5" fmla="*/ 0 w 609600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2" h="6857999">
                <a:moveTo>
                  <a:pt x="0" y="0"/>
                </a:moveTo>
                <a:lnTo>
                  <a:pt x="3070471" y="0"/>
                </a:lnTo>
                <a:lnTo>
                  <a:pt x="6096002" y="1700863"/>
                </a:lnTo>
                <a:lnTo>
                  <a:pt x="6096002" y="5157137"/>
                </a:lnTo>
                <a:lnTo>
                  <a:pt x="307047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7FF00"/>
          </a:solidFill>
          <a:ln w="1000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9026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7719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F652B-2343-9840-41D8-3CC0A7909D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2B3666B-46BF-E612-B3FF-9EA786521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7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right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D2D902B-285F-45D0-2D11-E4C076342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" r="11"/>
          <a:stretch/>
        </p:blipFill>
        <p:spPr>
          <a:xfrm>
            <a:off x="-39632" y="6154303"/>
            <a:ext cx="2376000" cy="82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88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ark A">
    <p:bg>
      <p:bgPr>
        <a:solidFill>
          <a:srgbClr val="C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34AC5DB-AF99-EAEE-E186-5AD89F87DE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8543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4AC5DB-AF99-EAEE-E186-5AD89F87D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A3239AF-8363-538C-904E-A10FCB38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57645" y="0"/>
            <a:ext cx="7634356" cy="6858000"/>
          </a:xfrm>
          <a:custGeom>
            <a:avLst/>
            <a:gdLst>
              <a:gd name="connsiteX0" fmla="*/ 0 w 7634356"/>
              <a:gd name="connsiteY0" fmla="*/ 0 h 6858000"/>
              <a:gd name="connsiteX1" fmla="*/ 7634356 w 7634356"/>
              <a:gd name="connsiteY1" fmla="*/ 0 h 6858000"/>
              <a:gd name="connsiteX2" fmla="*/ 7634356 w 7634356"/>
              <a:gd name="connsiteY2" fmla="*/ 6858000 h 6858000"/>
              <a:gd name="connsiteX3" fmla="*/ 11887 w 7634356"/>
              <a:gd name="connsiteY3" fmla="*/ 6858000 h 6858000"/>
              <a:gd name="connsiteX4" fmla="*/ 2006354 w 7634356"/>
              <a:gd name="connsiteY4" fmla="*/ 34391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34356" h="6858000">
                <a:moveTo>
                  <a:pt x="0" y="0"/>
                </a:moveTo>
                <a:lnTo>
                  <a:pt x="7634356" y="0"/>
                </a:lnTo>
                <a:lnTo>
                  <a:pt x="7634356" y="6858000"/>
                </a:lnTo>
                <a:lnTo>
                  <a:pt x="11887" y="6858000"/>
                </a:lnTo>
                <a:lnTo>
                  <a:pt x="2006354" y="3439189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971" y="1575000"/>
            <a:ext cx="4896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604DC-F67A-B57E-9408-4B1F7516AE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A2414A7-72E4-194C-10A1-30F768ED2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17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dark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D64FD6E-C821-EE4D-4CE7-59EB844EA4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686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64FD6E-C821-EE4D-4CE7-59EB844EA4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C5222C-C927-BE6F-1E16-3D8585E8F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3" y="0"/>
            <a:ext cx="6564002" cy="6858000"/>
          </a:xfrm>
          <a:custGeom>
            <a:avLst/>
            <a:gdLst>
              <a:gd name="connsiteX0" fmla="*/ 6769100 w 6769100"/>
              <a:gd name="connsiteY0" fmla="*/ 0 h 6858000"/>
              <a:gd name="connsiteX1" fmla="*/ 6635749 w 6769100"/>
              <a:gd name="connsiteY1" fmla="*/ 0 h 6858000"/>
              <a:gd name="connsiteX2" fmla="*/ 3619500 w 6769100"/>
              <a:gd name="connsiteY2" fmla="*/ 0 h 6858000"/>
              <a:gd name="connsiteX3" fmla="*/ 2069045 w 6769100"/>
              <a:gd name="connsiteY3" fmla="*/ 0 h 6858000"/>
              <a:gd name="connsiteX4" fmla="*/ 0 w 6769100"/>
              <a:gd name="connsiteY4" fmla="*/ 3439189 h 6858000"/>
              <a:gd name="connsiteX5" fmla="*/ 2056786 w 6769100"/>
              <a:gd name="connsiteY5" fmla="*/ 6858000 h 6858000"/>
              <a:gd name="connsiteX6" fmla="*/ 3619500 w 6769100"/>
              <a:gd name="connsiteY6" fmla="*/ 6858000 h 6858000"/>
              <a:gd name="connsiteX7" fmla="*/ 6635749 w 6769100"/>
              <a:gd name="connsiteY7" fmla="*/ 6858000 h 6858000"/>
              <a:gd name="connsiteX8" fmla="*/ 6769100 w 67691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69100" h="6858000">
                <a:moveTo>
                  <a:pt x="6769100" y="0"/>
                </a:moveTo>
                <a:lnTo>
                  <a:pt x="6635749" y="0"/>
                </a:lnTo>
                <a:lnTo>
                  <a:pt x="3619500" y="0"/>
                </a:lnTo>
                <a:lnTo>
                  <a:pt x="2069045" y="0"/>
                </a:lnTo>
                <a:lnTo>
                  <a:pt x="0" y="3439189"/>
                </a:lnTo>
                <a:lnTo>
                  <a:pt x="2056786" y="6858000"/>
                </a:lnTo>
                <a:lnTo>
                  <a:pt x="3619500" y="6858000"/>
                </a:lnTo>
                <a:lnTo>
                  <a:pt x="6635749" y="6858000"/>
                </a:lnTo>
                <a:lnTo>
                  <a:pt x="6769100" y="6858000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971" y="1575000"/>
            <a:ext cx="4896000" cy="37080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FA8D-C042-AF97-2FAC-9395B7768C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D2DCB6F0-B61B-93DE-621C-5420959D8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-38100" y="61552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58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7D7EB4-7059-9F86-302A-A0A1E058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55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000" y="1414800"/>
            <a:ext cx="55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020BD283-A71D-083C-07CA-D1160A37E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FC5A9-B0A2-A729-A108-87F8434147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30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3FC5BC2-96AE-8D74-F8B4-E565DD3A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DF60D86F-95F6-5622-A5A8-3B70F2D48C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BB5236-25E0-CA99-CC75-9488BBADFC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7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14C2899-A934-081F-BC75-86BAF44C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6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12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notes">
            <a:extLst>
              <a:ext uri="{FF2B5EF4-FFF2-40B4-BE49-F238E27FC236}">
                <a16:creationId xmlns:a16="http://schemas.microsoft.com/office/drawing/2014/main" id="{EF765057-AEE5-960E-8D05-A51B43D17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60BD-F0C7-CB79-37EA-DECF1205A7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74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C1E4060-4D83-76DD-1415-C18A2D22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0B60B6-D395-4EF1-4297-0B77BCD92F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6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5A280A0D-8E89-CDEC-A55E-E5854F4C66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7A015-CE51-197E-1602-0EA2F62264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88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think-cell data - do not delete" hidden="1">
            <a:extLst>
              <a:ext uri="{FF2B5EF4-FFF2-40B4-BE49-F238E27FC236}">
                <a16:creationId xmlns:a16="http://schemas.microsoft.com/office/drawing/2014/main" id="{E8818429-C388-B7D5-0265-DF9D9C1030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004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818429-C388-B7D5-0265-DF9D9C1030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FEFC0643-D659-E1D3-411A-95293270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8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36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02355-7378-0F0C-8543-00D8A317FC3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264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687F9EB1-A21E-5C2F-7480-6EB0277298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0A89E-E2C9-833D-7637-2B5BF99642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48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1E6F775-1596-5E4A-C305-9630A2C28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6415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E6F775-1596-5E4A-C305-9630A2C28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E53DA46C-CCEE-2BBE-25F8-72ED2010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0B60B6-D395-4EF1-4297-0B77BCD92F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8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36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33928D5-31BA-0E47-25B9-233CBC9061A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264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AF6857AF-B3D7-D201-E7AA-9BB3D8257B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A96EF-9513-2878-46AE-5A9AC62EE7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95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0613D0-1E0E-702F-477E-E261662B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00" y="1774800"/>
            <a:ext cx="73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00" y="1414800"/>
            <a:ext cx="73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3CCE998-C69F-B067-E942-40E28616F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32CC6-04C6-A1DF-EF98-BE4B1B7C52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93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0613D0-1E0E-702F-477E-E261662B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73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3CCE998-C69F-B067-E942-40E28616F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32CC6-04C6-A1DF-EF98-BE4B1B7C52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66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EE9E1-21B6-0478-5B36-CDCA90B7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797AFE-A6AB-52DD-3661-3235710595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00" y="1772266"/>
            <a:ext cx="73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00" y="2134800"/>
            <a:ext cx="7308000" cy="396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83AD14C-A566-E683-2E76-7DCA5D94F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B04B-F07D-B536-A5CE-3204B355DC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04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Graph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EE9E1-21B6-0478-5B36-CDCA90B7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797AFE-A6AB-52DD-3661-3235710595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73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000" y="1772266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2000" y="2134800"/>
            <a:ext cx="3600000" cy="396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83AD14C-A566-E683-2E76-7DCA5D94F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B04B-F07D-B536-A5CE-3204B355DC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96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38768-6AF6-EBB4-F7C2-E2BFBD10F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151859" y="203200"/>
            <a:ext cx="6836942" cy="64516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CB9F91B-EC72-61EF-D204-114A2BB6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396000"/>
            <a:ext cx="4428000" cy="1006935"/>
          </a:xfrm>
        </p:spPr>
        <p:txBody>
          <a:bodyPr/>
          <a:lstStyle>
            <a:lvl1pPr>
              <a:defRPr>
                <a:solidFill>
                  <a:srgbClr val="E7FF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558800"/>
            <a:ext cx="4428000" cy="45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0764519F-DA11-6ED2-18B2-4488C7DC4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" r="9"/>
          <a:stretch/>
        </p:blipFill>
        <p:spPr>
          <a:xfrm>
            <a:off x="-37499" y="6157011"/>
            <a:ext cx="2367418" cy="8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702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3E853C-BC12-3739-D063-CE3A4DD3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2000"/>
            <a:ext cx="5616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ADEE50-7ADE-DBBE-EB92-25137BE11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556960"/>
            <a:ext cx="5616000" cy="45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73369A8A-E772-1164-87D4-C6CE42634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5616000" cy="6858000"/>
          </a:xfrm>
          <a:custGeom>
            <a:avLst/>
            <a:gdLst>
              <a:gd name="connsiteX0" fmla="*/ 0 w 5706327"/>
              <a:gd name="connsiteY0" fmla="*/ 0 h 6858000"/>
              <a:gd name="connsiteX1" fmla="*/ 3765893 w 5706327"/>
              <a:gd name="connsiteY1" fmla="*/ 0 h 6858000"/>
              <a:gd name="connsiteX2" fmla="*/ 5706327 w 5706327"/>
              <a:gd name="connsiteY2" fmla="*/ 3429000 h 6858000"/>
              <a:gd name="connsiteX3" fmla="*/ 3765893 w 5706327"/>
              <a:gd name="connsiteY3" fmla="*/ 6858000 h 6858000"/>
              <a:gd name="connsiteX4" fmla="*/ 0 w 5706327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06327" h="6858000">
                <a:moveTo>
                  <a:pt x="0" y="0"/>
                </a:moveTo>
                <a:lnTo>
                  <a:pt x="3765893" y="0"/>
                </a:lnTo>
                <a:lnTo>
                  <a:pt x="5706327" y="3429000"/>
                </a:lnTo>
                <a:lnTo>
                  <a:pt x="376589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81805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7C1299-C171-52C4-8E9D-1C37F5B46EA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59FBDDB-3580-7C9D-E10B-31C606EDC20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8"/>
            <a:ext cx="5627995" cy="6857995"/>
          </a:xfrm>
          <a:custGeom>
            <a:avLst/>
            <a:gdLst>
              <a:gd name="connsiteX0" fmla="*/ 434228 w 5627995"/>
              <a:gd name="connsiteY0" fmla="*/ 6556136 h 6857995"/>
              <a:gd name="connsiteX1" fmla="*/ 452299 w 5627995"/>
              <a:gd name="connsiteY1" fmla="*/ 6556136 h 6857995"/>
              <a:gd name="connsiteX2" fmla="*/ 452299 w 5627995"/>
              <a:gd name="connsiteY2" fmla="*/ 6628733 h 6857995"/>
              <a:gd name="connsiteX3" fmla="*/ 434228 w 5627995"/>
              <a:gd name="connsiteY3" fmla="*/ 6628733 h 6857995"/>
              <a:gd name="connsiteX4" fmla="*/ 316294 w 5627995"/>
              <a:gd name="connsiteY4" fmla="*/ 6519990 h 6857995"/>
              <a:gd name="connsiteX5" fmla="*/ 343556 w 5627995"/>
              <a:gd name="connsiteY5" fmla="*/ 6519990 h 6857995"/>
              <a:gd name="connsiteX6" fmla="*/ 343556 w 5627995"/>
              <a:gd name="connsiteY6" fmla="*/ 6628733 h 6857995"/>
              <a:gd name="connsiteX7" fmla="*/ 316294 w 5627995"/>
              <a:gd name="connsiteY7" fmla="*/ 6628733 h 6857995"/>
              <a:gd name="connsiteX8" fmla="*/ 910552 w 5627995"/>
              <a:gd name="connsiteY8" fmla="*/ 6516926 h 6857995"/>
              <a:gd name="connsiteX9" fmla="*/ 942716 w 5627995"/>
              <a:gd name="connsiteY9" fmla="*/ 6563793 h 6857995"/>
              <a:gd name="connsiteX10" fmla="*/ 910552 w 5627995"/>
              <a:gd name="connsiteY10" fmla="*/ 6607596 h 6857995"/>
              <a:gd name="connsiteX11" fmla="*/ 877164 w 5627995"/>
              <a:gd name="connsiteY11" fmla="*/ 6561649 h 6857995"/>
              <a:gd name="connsiteX12" fmla="*/ 910552 w 5627995"/>
              <a:gd name="connsiteY12" fmla="*/ 6516926 h 6857995"/>
              <a:gd name="connsiteX13" fmla="*/ 637929 w 5627995"/>
              <a:gd name="connsiteY13" fmla="*/ 6516621 h 6857995"/>
              <a:gd name="connsiteX14" fmla="*/ 670092 w 5627995"/>
              <a:gd name="connsiteY14" fmla="*/ 6564406 h 6857995"/>
              <a:gd name="connsiteX15" fmla="*/ 637010 w 5627995"/>
              <a:gd name="connsiteY15" fmla="*/ 6610354 h 6857995"/>
              <a:gd name="connsiteX16" fmla="*/ 604540 w 5627995"/>
              <a:gd name="connsiteY16" fmla="*/ 6561649 h 6857995"/>
              <a:gd name="connsiteX17" fmla="*/ 637929 w 5627995"/>
              <a:gd name="connsiteY17" fmla="*/ 6516621 h 6857995"/>
              <a:gd name="connsiteX18" fmla="*/ 774853 w 5627995"/>
              <a:gd name="connsiteY18" fmla="*/ 6516008 h 6857995"/>
              <a:gd name="connsiteX19" fmla="*/ 806097 w 5627995"/>
              <a:gd name="connsiteY19" fmla="*/ 6548477 h 6857995"/>
              <a:gd name="connsiteX20" fmla="*/ 742076 w 5627995"/>
              <a:gd name="connsiteY20" fmla="*/ 6548477 h 6857995"/>
              <a:gd name="connsiteX21" fmla="*/ 774853 w 5627995"/>
              <a:gd name="connsiteY21" fmla="*/ 6516008 h 6857995"/>
              <a:gd name="connsiteX22" fmla="*/ 1048090 w 5627995"/>
              <a:gd name="connsiteY22" fmla="*/ 6516007 h 6857995"/>
              <a:gd name="connsiteX23" fmla="*/ 1081478 w 5627995"/>
              <a:gd name="connsiteY23" fmla="*/ 6563793 h 6857995"/>
              <a:gd name="connsiteX24" fmla="*/ 1048396 w 5627995"/>
              <a:gd name="connsiteY24" fmla="*/ 6610659 h 6857995"/>
              <a:gd name="connsiteX25" fmla="*/ 1014394 w 5627995"/>
              <a:gd name="connsiteY25" fmla="*/ 6563793 h 6857995"/>
              <a:gd name="connsiteX26" fmla="*/ 1048090 w 5627995"/>
              <a:gd name="connsiteY26" fmla="*/ 6516007 h 6857995"/>
              <a:gd name="connsiteX27" fmla="*/ 398082 w 5627995"/>
              <a:gd name="connsiteY27" fmla="*/ 6501918 h 6857995"/>
              <a:gd name="connsiteX28" fmla="*/ 425343 w 5627995"/>
              <a:gd name="connsiteY28" fmla="*/ 6501918 h 6857995"/>
              <a:gd name="connsiteX29" fmla="*/ 425343 w 5627995"/>
              <a:gd name="connsiteY29" fmla="*/ 6610660 h 6857995"/>
              <a:gd name="connsiteX30" fmla="*/ 398082 w 5627995"/>
              <a:gd name="connsiteY30" fmla="*/ 6610660 h 6857995"/>
              <a:gd name="connsiteX31" fmla="*/ 289031 w 5627995"/>
              <a:gd name="connsiteY31" fmla="*/ 6501611 h 6857995"/>
              <a:gd name="connsiteX32" fmla="*/ 307105 w 5627995"/>
              <a:gd name="connsiteY32" fmla="*/ 6501611 h 6857995"/>
              <a:gd name="connsiteX33" fmla="*/ 307105 w 5627995"/>
              <a:gd name="connsiteY33" fmla="*/ 6574209 h 6857995"/>
              <a:gd name="connsiteX34" fmla="*/ 289031 w 5627995"/>
              <a:gd name="connsiteY34" fmla="*/ 6574209 h 6857995"/>
              <a:gd name="connsiteX35" fmla="*/ 902588 w 5627995"/>
              <a:gd name="connsiteY35" fmla="*/ 6495484 h 6857995"/>
              <a:gd name="connsiteX36" fmla="*/ 845919 w 5627995"/>
              <a:gd name="connsiteY36" fmla="*/ 6562874 h 6857995"/>
              <a:gd name="connsiteX37" fmla="*/ 903813 w 5627995"/>
              <a:gd name="connsiteY37" fmla="*/ 6628732 h 6857995"/>
              <a:gd name="connsiteX38" fmla="*/ 943328 w 5627995"/>
              <a:gd name="connsiteY38" fmla="*/ 6607903 h 6857995"/>
              <a:gd name="connsiteX39" fmla="*/ 943328 w 5627995"/>
              <a:gd name="connsiteY39" fmla="*/ 6622912 h 6857995"/>
              <a:gd name="connsiteX40" fmla="*/ 911165 w 5627995"/>
              <a:gd name="connsiteY40" fmla="*/ 6658445 h 6857995"/>
              <a:gd name="connsiteX41" fmla="*/ 881758 w 5627995"/>
              <a:gd name="connsiteY41" fmla="*/ 6640985 h 6857995"/>
              <a:gd name="connsiteX42" fmla="*/ 879308 w 5627995"/>
              <a:gd name="connsiteY42" fmla="*/ 6638841 h 6857995"/>
              <a:gd name="connsiteX43" fmla="*/ 852658 w 5627995"/>
              <a:gd name="connsiteY43" fmla="*/ 6638841 h 6857995"/>
              <a:gd name="connsiteX44" fmla="*/ 850514 w 5627995"/>
              <a:gd name="connsiteY44" fmla="*/ 6640985 h 6857995"/>
              <a:gd name="connsiteX45" fmla="*/ 909940 w 5627995"/>
              <a:gd name="connsiteY45" fmla="*/ 6679887 h 6857995"/>
              <a:gd name="connsiteX46" fmla="*/ 971510 w 5627995"/>
              <a:gd name="connsiteY46" fmla="*/ 6623218 h 6857995"/>
              <a:gd name="connsiteX47" fmla="*/ 971203 w 5627995"/>
              <a:gd name="connsiteY47" fmla="*/ 6558585 h 6857995"/>
              <a:gd name="connsiteX48" fmla="*/ 972735 w 5627995"/>
              <a:gd name="connsiteY48" fmla="*/ 6499772 h 6857995"/>
              <a:gd name="connsiteX49" fmla="*/ 970591 w 5627995"/>
              <a:gd name="connsiteY49" fmla="*/ 6497628 h 6857995"/>
              <a:gd name="connsiteX50" fmla="*/ 943635 w 5627995"/>
              <a:gd name="connsiteY50" fmla="*/ 6497628 h 6857995"/>
              <a:gd name="connsiteX51" fmla="*/ 941491 w 5627995"/>
              <a:gd name="connsiteY51" fmla="*/ 6499772 h 6857995"/>
              <a:gd name="connsiteX52" fmla="*/ 942103 w 5627995"/>
              <a:gd name="connsiteY52" fmla="*/ 6514476 h 6857995"/>
              <a:gd name="connsiteX53" fmla="*/ 902588 w 5627995"/>
              <a:gd name="connsiteY53" fmla="*/ 6495484 h 6857995"/>
              <a:gd name="connsiteX54" fmla="*/ 629352 w 5627995"/>
              <a:gd name="connsiteY54" fmla="*/ 6494872 h 6857995"/>
              <a:gd name="connsiteX55" fmla="*/ 572989 w 5627995"/>
              <a:gd name="connsiteY55" fmla="*/ 6563793 h 6857995"/>
              <a:gd name="connsiteX56" fmla="*/ 628739 w 5627995"/>
              <a:gd name="connsiteY56" fmla="*/ 6631796 h 6857995"/>
              <a:gd name="connsiteX57" fmla="*/ 669173 w 5627995"/>
              <a:gd name="connsiteY57" fmla="*/ 6610966 h 6857995"/>
              <a:gd name="connsiteX58" fmla="*/ 668560 w 5627995"/>
              <a:gd name="connsiteY58" fmla="*/ 6627201 h 6857995"/>
              <a:gd name="connsiteX59" fmla="*/ 670705 w 5627995"/>
              <a:gd name="connsiteY59" fmla="*/ 6629345 h 6857995"/>
              <a:gd name="connsiteX60" fmla="*/ 697967 w 5627995"/>
              <a:gd name="connsiteY60" fmla="*/ 6629345 h 6857995"/>
              <a:gd name="connsiteX61" fmla="*/ 700111 w 5627995"/>
              <a:gd name="connsiteY61" fmla="*/ 6627201 h 6857995"/>
              <a:gd name="connsiteX62" fmla="*/ 699499 w 5627995"/>
              <a:gd name="connsiteY62" fmla="*/ 6562875 h 6857995"/>
              <a:gd name="connsiteX63" fmla="*/ 700111 w 5627995"/>
              <a:gd name="connsiteY63" fmla="*/ 6499467 h 6857995"/>
              <a:gd name="connsiteX64" fmla="*/ 697967 w 5627995"/>
              <a:gd name="connsiteY64" fmla="*/ 6497323 h 6857995"/>
              <a:gd name="connsiteX65" fmla="*/ 670705 w 5627995"/>
              <a:gd name="connsiteY65" fmla="*/ 6497323 h 6857995"/>
              <a:gd name="connsiteX66" fmla="*/ 668560 w 5627995"/>
              <a:gd name="connsiteY66" fmla="*/ 6499467 h 6857995"/>
              <a:gd name="connsiteX67" fmla="*/ 669173 w 5627995"/>
              <a:gd name="connsiteY67" fmla="*/ 6514170 h 6857995"/>
              <a:gd name="connsiteX68" fmla="*/ 629352 w 5627995"/>
              <a:gd name="connsiteY68" fmla="*/ 6494872 h 6857995"/>
              <a:gd name="connsiteX69" fmla="*/ 1048396 w 5627995"/>
              <a:gd name="connsiteY69" fmla="*/ 6494565 h 6857995"/>
              <a:gd name="connsiteX70" fmla="*/ 983150 w 5627995"/>
              <a:gd name="connsiteY70" fmla="*/ 6564099 h 6857995"/>
              <a:gd name="connsiteX71" fmla="*/ 1048396 w 5627995"/>
              <a:gd name="connsiteY71" fmla="*/ 6632714 h 6857995"/>
              <a:gd name="connsiteX72" fmla="*/ 1113029 w 5627995"/>
              <a:gd name="connsiteY72" fmla="*/ 6563180 h 6857995"/>
              <a:gd name="connsiteX73" fmla="*/ 1048396 w 5627995"/>
              <a:gd name="connsiteY73" fmla="*/ 6494565 h 6857995"/>
              <a:gd name="connsiteX74" fmla="*/ 774240 w 5627995"/>
              <a:gd name="connsiteY74" fmla="*/ 6494259 h 6857995"/>
              <a:gd name="connsiteX75" fmla="*/ 709913 w 5627995"/>
              <a:gd name="connsiteY75" fmla="*/ 6563793 h 6857995"/>
              <a:gd name="connsiteX76" fmla="*/ 775159 w 5627995"/>
              <a:gd name="connsiteY76" fmla="*/ 6632408 h 6857995"/>
              <a:gd name="connsiteX77" fmla="*/ 835197 w 5627995"/>
              <a:gd name="connsiteY77" fmla="*/ 6589524 h 6857995"/>
              <a:gd name="connsiteX78" fmla="*/ 833359 w 5627995"/>
              <a:gd name="connsiteY78" fmla="*/ 6587380 h 6857995"/>
              <a:gd name="connsiteX79" fmla="*/ 807629 w 5627995"/>
              <a:gd name="connsiteY79" fmla="*/ 6587380 h 6857995"/>
              <a:gd name="connsiteX80" fmla="*/ 805178 w 5627995"/>
              <a:gd name="connsiteY80" fmla="*/ 6589524 h 6857995"/>
              <a:gd name="connsiteX81" fmla="*/ 775772 w 5627995"/>
              <a:gd name="connsiteY81" fmla="*/ 6610660 h 6857995"/>
              <a:gd name="connsiteX82" fmla="*/ 740851 w 5627995"/>
              <a:gd name="connsiteY82" fmla="*/ 6569307 h 6857995"/>
              <a:gd name="connsiteX83" fmla="*/ 837035 w 5627995"/>
              <a:gd name="connsiteY83" fmla="*/ 6569307 h 6857995"/>
              <a:gd name="connsiteX84" fmla="*/ 839180 w 5627995"/>
              <a:gd name="connsiteY84" fmla="*/ 6567163 h 6857995"/>
              <a:gd name="connsiteX85" fmla="*/ 774240 w 5627995"/>
              <a:gd name="connsiteY85" fmla="*/ 6494259 h 6857995"/>
              <a:gd name="connsiteX86" fmla="*/ 1197879 w 5627995"/>
              <a:gd name="connsiteY86" fmla="*/ 6493953 h 6857995"/>
              <a:gd name="connsiteX87" fmla="*/ 1154688 w 5627995"/>
              <a:gd name="connsiteY87" fmla="*/ 6516314 h 6857995"/>
              <a:gd name="connsiteX88" fmla="*/ 1155301 w 5627995"/>
              <a:gd name="connsiteY88" fmla="*/ 6499160 h 6857995"/>
              <a:gd name="connsiteX89" fmla="*/ 1153156 w 5627995"/>
              <a:gd name="connsiteY89" fmla="*/ 6497016 h 6857995"/>
              <a:gd name="connsiteX90" fmla="*/ 1127426 w 5627995"/>
              <a:gd name="connsiteY90" fmla="*/ 6497016 h 6857995"/>
              <a:gd name="connsiteX91" fmla="*/ 1125281 w 5627995"/>
              <a:gd name="connsiteY91" fmla="*/ 6499160 h 6857995"/>
              <a:gd name="connsiteX92" fmla="*/ 1125588 w 5627995"/>
              <a:gd name="connsiteY92" fmla="*/ 6567163 h 6857995"/>
              <a:gd name="connsiteX93" fmla="*/ 1124975 w 5627995"/>
              <a:gd name="connsiteY93" fmla="*/ 6627201 h 6857995"/>
              <a:gd name="connsiteX94" fmla="*/ 1127119 w 5627995"/>
              <a:gd name="connsiteY94" fmla="*/ 6629345 h 6857995"/>
              <a:gd name="connsiteX95" fmla="*/ 1154382 w 5627995"/>
              <a:gd name="connsiteY95" fmla="*/ 6629039 h 6857995"/>
              <a:gd name="connsiteX96" fmla="*/ 1156526 w 5627995"/>
              <a:gd name="connsiteY96" fmla="*/ 6626895 h 6857995"/>
              <a:gd name="connsiteX97" fmla="*/ 1155913 w 5627995"/>
              <a:gd name="connsiteY97" fmla="*/ 6572983 h 6857995"/>
              <a:gd name="connsiteX98" fmla="*/ 1155913 w 5627995"/>
              <a:gd name="connsiteY98" fmla="*/ 6558586 h 6857995"/>
              <a:gd name="connsiteX99" fmla="*/ 1188383 w 5627995"/>
              <a:gd name="connsiteY99" fmla="*/ 6518152 h 6857995"/>
              <a:gd name="connsiteX100" fmla="*/ 1212582 w 5627995"/>
              <a:gd name="connsiteY100" fmla="*/ 6546640 h 6857995"/>
              <a:gd name="connsiteX101" fmla="*/ 1212582 w 5627995"/>
              <a:gd name="connsiteY101" fmla="*/ 6572983 h 6857995"/>
              <a:gd name="connsiteX102" fmla="*/ 1211970 w 5627995"/>
              <a:gd name="connsiteY102" fmla="*/ 6626895 h 6857995"/>
              <a:gd name="connsiteX103" fmla="*/ 1214114 w 5627995"/>
              <a:gd name="connsiteY103" fmla="*/ 6629039 h 6857995"/>
              <a:gd name="connsiteX104" fmla="*/ 1241376 w 5627995"/>
              <a:gd name="connsiteY104" fmla="*/ 6629039 h 6857995"/>
              <a:gd name="connsiteX105" fmla="*/ 1243520 w 5627995"/>
              <a:gd name="connsiteY105" fmla="*/ 6626895 h 6857995"/>
              <a:gd name="connsiteX106" fmla="*/ 1242908 w 5627995"/>
              <a:gd name="connsiteY106" fmla="*/ 6572983 h 6857995"/>
              <a:gd name="connsiteX107" fmla="*/ 1242908 w 5627995"/>
              <a:gd name="connsiteY107" fmla="*/ 6545721 h 6857995"/>
              <a:gd name="connsiteX108" fmla="*/ 1197879 w 5627995"/>
              <a:gd name="connsiteY108" fmla="*/ 6493953 h 6857995"/>
              <a:gd name="connsiteX109" fmla="*/ 352746 w 5627995"/>
              <a:gd name="connsiteY109" fmla="*/ 6478944 h 6857995"/>
              <a:gd name="connsiteX110" fmla="*/ 389199 w 5627995"/>
              <a:gd name="connsiteY110" fmla="*/ 6478944 h 6857995"/>
              <a:gd name="connsiteX111" fmla="*/ 389199 w 5627995"/>
              <a:gd name="connsiteY111" fmla="*/ 6651401 h 6857995"/>
              <a:gd name="connsiteX112" fmla="*/ 352746 w 5627995"/>
              <a:gd name="connsiteY112" fmla="*/ 6651401 h 6857995"/>
              <a:gd name="connsiteX113" fmla="*/ 434228 w 5627995"/>
              <a:gd name="connsiteY113" fmla="*/ 6429014 h 6857995"/>
              <a:gd name="connsiteX114" fmla="*/ 234814 w 5627995"/>
              <a:gd name="connsiteY114" fmla="*/ 6501611 h 6857995"/>
              <a:gd name="connsiteX115" fmla="*/ 307411 w 5627995"/>
              <a:gd name="connsiteY115" fmla="*/ 6701024 h 6857995"/>
              <a:gd name="connsiteX116" fmla="*/ 506825 w 5627995"/>
              <a:gd name="connsiteY116" fmla="*/ 6628427 h 6857995"/>
              <a:gd name="connsiteX117" fmla="*/ 0 w 5627995"/>
              <a:gd name="connsiteY117" fmla="*/ 0 h 6857995"/>
              <a:gd name="connsiteX118" fmla="*/ 3714196 w 5627995"/>
              <a:gd name="connsiteY118" fmla="*/ 0 h 6857995"/>
              <a:gd name="connsiteX119" fmla="*/ 5627995 w 5627995"/>
              <a:gd name="connsiteY119" fmla="*/ 3428995 h 6857995"/>
              <a:gd name="connsiteX120" fmla="*/ 3714196 w 5627995"/>
              <a:gd name="connsiteY120" fmla="*/ 6857995 h 6857995"/>
              <a:gd name="connsiteX121" fmla="*/ 0 w 5627995"/>
              <a:gd name="connsiteY121" fmla="*/ 6857995 h 68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5627995" h="6857995">
                <a:moveTo>
                  <a:pt x="434228" y="6556136"/>
                </a:moveTo>
                <a:lnTo>
                  <a:pt x="452299" y="6556136"/>
                </a:lnTo>
                <a:lnTo>
                  <a:pt x="452299" y="6628733"/>
                </a:lnTo>
                <a:lnTo>
                  <a:pt x="434228" y="6628733"/>
                </a:lnTo>
                <a:close/>
                <a:moveTo>
                  <a:pt x="316294" y="6519990"/>
                </a:moveTo>
                <a:lnTo>
                  <a:pt x="343556" y="6519990"/>
                </a:lnTo>
                <a:lnTo>
                  <a:pt x="343556" y="6628733"/>
                </a:lnTo>
                <a:lnTo>
                  <a:pt x="316294" y="6628733"/>
                </a:lnTo>
                <a:close/>
                <a:moveTo>
                  <a:pt x="910552" y="6516926"/>
                </a:moveTo>
                <a:cubicBezTo>
                  <a:pt x="931688" y="6517233"/>
                  <a:pt x="943022" y="6533774"/>
                  <a:pt x="942716" y="6563793"/>
                </a:cubicBezTo>
                <a:cubicBezTo>
                  <a:pt x="942716" y="6593199"/>
                  <a:pt x="930769" y="6607596"/>
                  <a:pt x="910552" y="6607596"/>
                </a:cubicBezTo>
                <a:cubicBezTo>
                  <a:pt x="888804" y="6607903"/>
                  <a:pt x="877164" y="6591668"/>
                  <a:pt x="877164" y="6561649"/>
                </a:cubicBezTo>
                <a:cubicBezTo>
                  <a:pt x="877164" y="6533467"/>
                  <a:pt x="888497" y="6516620"/>
                  <a:pt x="910552" y="6516926"/>
                </a:cubicBezTo>
                <a:close/>
                <a:moveTo>
                  <a:pt x="637929" y="6516621"/>
                </a:moveTo>
                <a:cubicBezTo>
                  <a:pt x="658452" y="6516927"/>
                  <a:pt x="670398" y="6533774"/>
                  <a:pt x="670092" y="6564406"/>
                </a:cubicBezTo>
                <a:cubicBezTo>
                  <a:pt x="669786" y="6595038"/>
                  <a:pt x="657839" y="6610354"/>
                  <a:pt x="637010" y="6610354"/>
                </a:cubicBezTo>
                <a:cubicBezTo>
                  <a:pt x="615567" y="6610354"/>
                  <a:pt x="604234" y="6592587"/>
                  <a:pt x="604540" y="6561649"/>
                </a:cubicBezTo>
                <a:cubicBezTo>
                  <a:pt x="604540" y="6533468"/>
                  <a:pt x="615261" y="6516314"/>
                  <a:pt x="637929" y="6516621"/>
                </a:cubicBezTo>
                <a:close/>
                <a:moveTo>
                  <a:pt x="774853" y="6516008"/>
                </a:moveTo>
                <a:cubicBezTo>
                  <a:pt x="795070" y="6516008"/>
                  <a:pt x="804872" y="6531323"/>
                  <a:pt x="806097" y="6548477"/>
                </a:cubicBezTo>
                <a:lnTo>
                  <a:pt x="742076" y="6548477"/>
                </a:lnTo>
                <a:cubicBezTo>
                  <a:pt x="745446" y="6527341"/>
                  <a:pt x="756473" y="6516008"/>
                  <a:pt x="774853" y="6516008"/>
                </a:cubicBezTo>
                <a:close/>
                <a:moveTo>
                  <a:pt x="1048090" y="6516007"/>
                </a:moveTo>
                <a:cubicBezTo>
                  <a:pt x="1070451" y="6516007"/>
                  <a:pt x="1081478" y="6532242"/>
                  <a:pt x="1081478" y="6563793"/>
                </a:cubicBezTo>
                <a:cubicBezTo>
                  <a:pt x="1081478" y="6595344"/>
                  <a:pt x="1070757" y="6610659"/>
                  <a:pt x="1048396" y="6610659"/>
                </a:cubicBezTo>
                <a:cubicBezTo>
                  <a:pt x="1025728" y="6610659"/>
                  <a:pt x="1014701" y="6595344"/>
                  <a:pt x="1014394" y="6563793"/>
                </a:cubicBezTo>
                <a:cubicBezTo>
                  <a:pt x="1014394" y="6532548"/>
                  <a:pt x="1025422" y="6516314"/>
                  <a:pt x="1048090" y="6516007"/>
                </a:cubicBezTo>
                <a:close/>
                <a:moveTo>
                  <a:pt x="398082" y="6501918"/>
                </a:moveTo>
                <a:lnTo>
                  <a:pt x="425343" y="6501918"/>
                </a:lnTo>
                <a:lnTo>
                  <a:pt x="425343" y="6610660"/>
                </a:lnTo>
                <a:lnTo>
                  <a:pt x="398082" y="6610660"/>
                </a:lnTo>
                <a:close/>
                <a:moveTo>
                  <a:pt x="289031" y="6501611"/>
                </a:moveTo>
                <a:lnTo>
                  <a:pt x="307105" y="6501611"/>
                </a:lnTo>
                <a:lnTo>
                  <a:pt x="307105" y="6574209"/>
                </a:lnTo>
                <a:lnTo>
                  <a:pt x="289031" y="6574209"/>
                </a:lnTo>
                <a:close/>
                <a:moveTo>
                  <a:pt x="902588" y="6495484"/>
                </a:moveTo>
                <a:cubicBezTo>
                  <a:pt x="867055" y="6495484"/>
                  <a:pt x="845919" y="6525809"/>
                  <a:pt x="845919" y="6562874"/>
                </a:cubicBezTo>
                <a:cubicBezTo>
                  <a:pt x="845919" y="6599938"/>
                  <a:pt x="865523" y="6628732"/>
                  <a:pt x="903813" y="6628732"/>
                </a:cubicBezTo>
                <a:cubicBezTo>
                  <a:pt x="921273" y="6628732"/>
                  <a:pt x="934445" y="6621074"/>
                  <a:pt x="943328" y="6607903"/>
                </a:cubicBezTo>
                <a:lnTo>
                  <a:pt x="943328" y="6622912"/>
                </a:lnTo>
                <a:cubicBezTo>
                  <a:pt x="943328" y="6647724"/>
                  <a:pt x="930157" y="6658445"/>
                  <a:pt x="911165" y="6658445"/>
                </a:cubicBezTo>
                <a:cubicBezTo>
                  <a:pt x="895543" y="6658445"/>
                  <a:pt x="884822" y="6652625"/>
                  <a:pt x="881758" y="6640985"/>
                </a:cubicBezTo>
                <a:cubicBezTo>
                  <a:pt x="881452" y="6639760"/>
                  <a:pt x="880533" y="6638841"/>
                  <a:pt x="879308" y="6638841"/>
                </a:cubicBezTo>
                <a:lnTo>
                  <a:pt x="852658" y="6638841"/>
                </a:lnTo>
                <a:cubicBezTo>
                  <a:pt x="851739" y="6638841"/>
                  <a:pt x="850514" y="6639760"/>
                  <a:pt x="850514" y="6640985"/>
                </a:cubicBezTo>
                <a:cubicBezTo>
                  <a:pt x="854190" y="6667634"/>
                  <a:pt x="878389" y="6680500"/>
                  <a:pt x="909940" y="6679887"/>
                </a:cubicBezTo>
                <a:cubicBezTo>
                  <a:pt x="950374" y="6679887"/>
                  <a:pt x="971816" y="6658751"/>
                  <a:pt x="971510" y="6623218"/>
                </a:cubicBezTo>
                <a:lnTo>
                  <a:pt x="971203" y="6558585"/>
                </a:lnTo>
                <a:lnTo>
                  <a:pt x="972735" y="6499772"/>
                </a:lnTo>
                <a:cubicBezTo>
                  <a:pt x="972735" y="6498853"/>
                  <a:pt x="971816" y="6497628"/>
                  <a:pt x="970591" y="6497628"/>
                </a:cubicBezTo>
                <a:lnTo>
                  <a:pt x="943635" y="6497628"/>
                </a:lnTo>
                <a:cubicBezTo>
                  <a:pt x="942716" y="6497628"/>
                  <a:pt x="941491" y="6498547"/>
                  <a:pt x="941491" y="6499772"/>
                </a:cubicBezTo>
                <a:lnTo>
                  <a:pt x="942103" y="6514476"/>
                </a:lnTo>
                <a:cubicBezTo>
                  <a:pt x="933526" y="6502223"/>
                  <a:pt x="920048" y="6495484"/>
                  <a:pt x="902588" y="6495484"/>
                </a:cubicBezTo>
                <a:close/>
                <a:moveTo>
                  <a:pt x="629352" y="6494872"/>
                </a:moveTo>
                <a:cubicBezTo>
                  <a:pt x="594125" y="6494872"/>
                  <a:pt x="572989" y="6525504"/>
                  <a:pt x="572989" y="6563793"/>
                </a:cubicBezTo>
                <a:cubicBezTo>
                  <a:pt x="572989" y="6602083"/>
                  <a:pt x="592287" y="6631796"/>
                  <a:pt x="628739" y="6631796"/>
                </a:cubicBezTo>
                <a:cubicBezTo>
                  <a:pt x="646506" y="6631796"/>
                  <a:pt x="660290" y="6624138"/>
                  <a:pt x="669173" y="6610966"/>
                </a:cubicBezTo>
                <a:lnTo>
                  <a:pt x="668560" y="6627201"/>
                </a:lnTo>
                <a:cubicBezTo>
                  <a:pt x="668560" y="6628426"/>
                  <a:pt x="669786" y="6629345"/>
                  <a:pt x="670705" y="6629345"/>
                </a:cubicBezTo>
                <a:lnTo>
                  <a:pt x="697967" y="6629345"/>
                </a:lnTo>
                <a:cubicBezTo>
                  <a:pt x="699192" y="6629345"/>
                  <a:pt x="700111" y="6628120"/>
                  <a:pt x="700111" y="6627201"/>
                </a:cubicBezTo>
                <a:lnTo>
                  <a:pt x="699499" y="6562875"/>
                </a:lnTo>
                <a:lnTo>
                  <a:pt x="700111" y="6499467"/>
                </a:lnTo>
                <a:cubicBezTo>
                  <a:pt x="700111" y="6498241"/>
                  <a:pt x="698886" y="6497323"/>
                  <a:pt x="697967" y="6497323"/>
                </a:cubicBezTo>
                <a:lnTo>
                  <a:pt x="670705" y="6497323"/>
                </a:lnTo>
                <a:cubicBezTo>
                  <a:pt x="669479" y="6497323"/>
                  <a:pt x="668560" y="6498548"/>
                  <a:pt x="668560" y="6499467"/>
                </a:cubicBezTo>
                <a:lnTo>
                  <a:pt x="669173" y="6514170"/>
                </a:lnTo>
                <a:cubicBezTo>
                  <a:pt x="660290" y="6501611"/>
                  <a:pt x="646812" y="6494872"/>
                  <a:pt x="629352" y="6494872"/>
                </a:cubicBezTo>
                <a:close/>
                <a:moveTo>
                  <a:pt x="1048396" y="6494565"/>
                </a:moveTo>
                <a:cubicBezTo>
                  <a:pt x="1006736" y="6494565"/>
                  <a:pt x="983150" y="6522440"/>
                  <a:pt x="983150" y="6564099"/>
                </a:cubicBezTo>
                <a:cubicBezTo>
                  <a:pt x="983150" y="6605758"/>
                  <a:pt x="1006736" y="6632714"/>
                  <a:pt x="1048396" y="6632714"/>
                </a:cubicBezTo>
                <a:cubicBezTo>
                  <a:pt x="1089749" y="6632714"/>
                  <a:pt x="1113029" y="6604839"/>
                  <a:pt x="1113029" y="6563180"/>
                </a:cubicBezTo>
                <a:cubicBezTo>
                  <a:pt x="1113029" y="6521521"/>
                  <a:pt x="1090055" y="6494565"/>
                  <a:pt x="1048396" y="6494565"/>
                </a:cubicBezTo>
                <a:close/>
                <a:moveTo>
                  <a:pt x="774240" y="6494259"/>
                </a:moveTo>
                <a:cubicBezTo>
                  <a:pt x="734112" y="6494259"/>
                  <a:pt x="709913" y="6523665"/>
                  <a:pt x="709913" y="6563793"/>
                </a:cubicBezTo>
                <a:cubicBezTo>
                  <a:pt x="709913" y="6603921"/>
                  <a:pt x="732581" y="6632408"/>
                  <a:pt x="775159" y="6632408"/>
                </a:cubicBezTo>
                <a:cubicBezTo>
                  <a:pt x="808854" y="6632408"/>
                  <a:pt x="830296" y="6613417"/>
                  <a:pt x="835197" y="6589524"/>
                </a:cubicBezTo>
                <a:cubicBezTo>
                  <a:pt x="835504" y="6588299"/>
                  <a:pt x="834278" y="6587380"/>
                  <a:pt x="833359" y="6587380"/>
                </a:cubicBezTo>
                <a:lnTo>
                  <a:pt x="807629" y="6587380"/>
                </a:lnTo>
                <a:cubicBezTo>
                  <a:pt x="806710" y="6587380"/>
                  <a:pt x="805485" y="6588299"/>
                  <a:pt x="805178" y="6589524"/>
                </a:cubicBezTo>
                <a:cubicBezTo>
                  <a:pt x="800890" y="6603614"/>
                  <a:pt x="790781" y="6610660"/>
                  <a:pt x="775772" y="6610660"/>
                </a:cubicBezTo>
                <a:cubicBezTo>
                  <a:pt x="753717" y="6610660"/>
                  <a:pt x="742076" y="6597488"/>
                  <a:pt x="740851" y="6569307"/>
                </a:cubicBezTo>
                <a:lnTo>
                  <a:pt x="837035" y="6569307"/>
                </a:lnTo>
                <a:cubicBezTo>
                  <a:pt x="838261" y="6569307"/>
                  <a:pt x="839180" y="6568082"/>
                  <a:pt x="839180" y="6567163"/>
                </a:cubicBezTo>
                <a:cubicBezTo>
                  <a:pt x="838567" y="6522134"/>
                  <a:pt x="814368" y="6494565"/>
                  <a:pt x="774240" y="6494259"/>
                </a:cubicBezTo>
                <a:close/>
                <a:moveTo>
                  <a:pt x="1197879" y="6493953"/>
                </a:moveTo>
                <a:cubicBezTo>
                  <a:pt x="1178274" y="6493953"/>
                  <a:pt x="1163265" y="6504061"/>
                  <a:pt x="1154688" y="6516314"/>
                </a:cubicBezTo>
                <a:lnTo>
                  <a:pt x="1155301" y="6499160"/>
                </a:lnTo>
                <a:cubicBezTo>
                  <a:pt x="1155301" y="6497935"/>
                  <a:pt x="1154075" y="6497016"/>
                  <a:pt x="1153156" y="6497016"/>
                </a:cubicBezTo>
                <a:lnTo>
                  <a:pt x="1127426" y="6497016"/>
                </a:lnTo>
                <a:cubicBezTo>
                  <a:pt x="1126200" y="6497016"/>
                  <a:pt x="1125281" y="6498241"/>
                  <a:pt x="1125281" y="6499160"/>
                </a:cubicBezTo>
                <a:lnTo>
                  <a:pt x="1125588" y="6567163"/>
                </a:lnTo>
                <a:lnTo>
                  <a:pt x="1124975" y="6627201"/>
                </a:lnTo>
                <a:cubicBezTo>
                  <a:pt x="1124975" y="6628426"/>
                  <a:pt x="1126200" y="6629345"/>
                  <a:pt x="1127119" y="6629345"/>
                </a:cubicBezTo>
                <a:lnTo>
                  <a:pt x="1154382" y="6629039"/>
                </a:lnTo>
                <a:cubicBezTo>
                  <a:pt x="1155607" y="6629039"/>
                  <a:pt x="1156526" y="6627814"/>
                  <a:pt x="1156526" y="6626895"/>
                </a:cubicBezTo>
                <a:lnTo>
                  <a:pt x="1155913" y="6572983"/>
                </a:lnTo>
                <a:lnTo>
                  <a:pt x="1155913" y="6558586"/>
                </a:lnTo>
                <a:cubicBezTo>
                  <a:pt x="1158364" y="6531324"/>
                  <a:pt x="1173067" y="6518152"/>
                  <a:pt x="1188383" y="6518152"/>
                </a:cubicBezTo>
                <a:cubicBezTo>
                  <a:pt x="1202474" y="6518152"/>
                  <a:pt x="1212582" y="6527954"/>
                  <a:pt x="1212582" y="6546640"/>
                </a:cubicBezTo>
                <a:lnTo>
                  <a:pt x="1212582" y="6572983"/>
                </a:lnTo>
                <a:lnTo>
                  <a:pt x="1211970" y="6626895"/>
                </a:lnTo>
                <a:cubicBezTo>
                  <a:pt x="1211970" y="6628120"/>
                  <a:pt x="1213195" y="6629039"/>
                  <a:pt x="1214114" y="6629039"/>
                </a:cubicBezTo>
                <a:lnTo>
                  <a:pt x="1241376" y="6629039"/>
                </a:lnTo>
                <a:cubicBezTo>
                  <a:pt x="1242601" y="6629039"/>
                  <a:pt x="1243520" y="6627814"/>
                  <a:pt x="1243520" y="6626895"/>
                </a:cubicBezTo>
                <a:lnTo>
                  <a:pt x="1242908" y="6572983"/>
                </a:lnTo>
                <a:lnTo>
                  <a:pt x="1242908" y="6545721"/>
                </a:lnTo>
                <a:cubicBezTo>
                  <a:pt x="1242908" y="6512332"/>
                  <a:pt x="1225141" y="6493953"/>
                  <a:pt x="1197879" y="6493953"/>
                </a:cubicBezTo>
                <a:close/>
                <a:moveTo>
                  <a:pt x="352746" y="6478944"/>
                </a:moveTo>
                <a:lnTo>
                  <a:pt x="389199" y="6478944"/>
                </a:lnTo>
                <a:lnTo>
                  <a:pt x="389199" y="6651401"/>
                </a:lnTo>
                <a:lnTo>
                  <a:pt x="352746" y="6651401"/>
                </a:lnTo>
                <a:close/>
                <a:moveTo>
                  <a:pt x="434228" y="6429014"/>
                </a:moveTo>
                <a:lnTo>
                  <a:pt x="234814" y="6501611"/>
                </a:lnTo>
                <a:lnTo>
                  <a:pt x="307411" y="6701024"/>
                </a:lnTo>
                <a:lnTo>
                  <a:pt x="506825" y="6628427"/>
                </a:lnTo>
                <a:close/>
                <a:moveTo>
                  <a:pt x="0" y="0"/>
                </a:moveTo>
                <a:lnTo>
                  <a:pt x="3714196" y="0"/>
                </a:lnTo>
                <a:lnTo>
                  <a:pt x="5627995" y="3428995"/>
                </a:lnTo>
                <a:lnTo>
                  <a:pt x="3714196" y="6857995"/>
                </a:lnTo>
                <a:lnTo>
                  <a:pt x="0" y="68579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201600" tIns="201600" rIns="201600" bIns="201600" rtlCol="0">
            <a:noAutofit/>
          </a:bodyPr>
          <a:lstStyle>
            <a:lvl1pPr>
              <a:defRPr lang="nl-NL"/>
            </a:lvl1pPr>
          </a:lstStyle>
          <a:p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19389141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E5A80-90EE-B79D-70D4-51608259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2000"/>
            <a:ext cx="5616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556960"/>
            <a:ext cx="5616000" cy="45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658DAAAC-E4FA-06C2-B474-28EE89F9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5627997" cy="6858000"/>
          </a:xfrm>
          <a:custGeom>
            <a:avLst/>
            <a:gdLst>
              <a:gd name="connsiteX0" fmla="*/ 0 w 5706327"/>
              <a:gd name="connsiteY0" fmla="*/ 0 h 6858000"/>
              <a:gd name="connsiteX1" fmla="*/ 3765893 w 5706327"/>
              <a:gd name="connsiteY1" fmla="*/ 0 h 6858000"/>
              <a:gd name="connsiteX2" fmla="*/ 5706327 w 5706327"/>
              <a:gd name="connsiteY2" fmla="*/ 3429000 h 6858000"/>
              <a:gd name="connsiteX3" fmla="*/ 3765893 w 5706327"/>
              <a:gd name="connsiteY3" fmla="*/ 6858000 h 6858000"/>
              <a:gd name="connsiteX4" fmla="*/ 0 w 5706327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06327" h="6858000">
                <a:moveTo>
                  <a:pt x="0" y="0"/>
                </a:moveTo>
                <a:lnTo>
                  <a:pt x="3765893" y="0"/>
                </a:lnTo>
                <a:lnTo>
                  <a:pt x="5706327" y="3429000"/>
                </a:lnTo>
                <a:lnTo>
                  <a:pt x="376589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0036F-0EFD-9372-6E0A-038761FCF5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3D2A451-F44F-C25D-9C7F-F4BA39721B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" y="8"/>
            <a:ext cx="5627995" cy="6857995"/>
          </a:xfrm>
          <a:custGeom>
            <a:avLst/>
            <a:gdLst>
              <a:gd name="connsiteX0" fmla="*/ 434228 w 5627995"/>
              <a:gd name="connsiteY0" fmla="*/ 6556136 h 6857995"/>
              <a:gd name="connsiteX1" fmla="*/ 452299 w 5627995"/>
              <a:gd name="connsiteY1" fmla="*/ 6556136 h 6857995"/>
              <a:gd name="connsiteX2" fmla="*/ 452299 w 5627995"/>
              <a:gd name="connsiteY2" fmla="*/ 6628733 h 6857995"/>
              <a:gd name="connsiteX3" fmla="*/ 434228 w 5627995"/>
              <a:gd name="connsiteY3" fmla="*/ 6628733 h 6857995"/>
              <a:gd name="connsiteX4" fmla="*/ 316294 w 5627995"/>
              <a:gd name="connsiteY4" fmla="*/ 6519990 h 6857995"/>
              <a:gd name="connsiteX5" fmla="*/ 343556 w 5627995"/>
              <a:gd name="connsiteY5" fmla="*/ 6519990 h 6857995"/>
              <a:gd name="connsiteX6" fmla="*/ 343556 w 5627995"/>
              <a:gd name="connsiteY6" fmla="*/ 6628733 h 6857995"/>
              <a:gd name="connsiteX7" fmla="*/ 316294 w 5627995"/>
              <a:gd name="connsiteY7" fmla="*/ 6628733 h 6857995"/>
              <a:gd name="connsiteX8" fmla="*/ 910552 w 5627995"/>
              <a:gd name="connsiteY8" fmla="*/ 6516926 h 6857995"/>
              <a:gd name="connsiteX9" fmla="*/ 942716 w 5627995"/>
              <a:gd name="connsiteY9" fmla="*/ 6563793 h 6857995"/>
              <a:gd name="connsiteX10" fmla="*/ 910552 w 5627995"/>
              <a:gd name="connsiteY10" fmla="*/ 6607596 h 6857995"/>
              <a:gd name="connsiteX11" fmla="*/ 877164 w 5627995"/>
              <a:gd name="connsiteY11" fmla="*/ 6561649 h 6857995"/>
              <a:gd name="connsiteX12" fmla="*/ 910552 w 5627995"/>
              <a:gd name="connsiteY12" fmla="*/ 6516926 h 6857995"/>
              <a:gd name="connsiteX13" fmla="*/ 637929 w 5627995"/>
              <a:gd name="connsiteY13" fmla="*/ 6516621 h 6857995"/>
              <a:gd name="connsiteX14" fmla="*/ 670092 w 5627995"/>
              <a:gd name="connsiteY14" fmla="*/ 6564406 h 6857995"/>
              <a:gd name="connsiteX15" fmla="*/ 637010 w 5627995"/>
              <a:gd name="connsiteY15" fmla="*/ 6610354 h 6857995"/>
              <a:gd name="connsiteX16" fmla="*/ 604540 w 5627995"/>
              <a:gd name="connsiteY16" fmla="*/ 6561649 h 6857995"/>
              <a:gd name="connsiteX17" fmla="*/ 637929 w 5627995"/>
              <a:gd name="connsiteY17" fmla="*/ 6516621 h 6857995"/>
              <a:gd name="connsiteX18" fmla="*/ 774853 w 5627995"/>
              <a:gd name="connsiteY18" fmla="*/ 6516008 h 6857995"/>
              <a:gd name="connsiteX19" fmla="*/ 806097 w 5627995"/>
              <a:gd name="connsiteY19" fmla="*/ 6548477 h 6857995"/>
              <a:gd name="connsiteX20" fmla="*/ 742076 w 5627995"/>
              <a:gd name="connsiteY20" fmla="*/ 6548477 h 6857995"/>
              <a:gd name="connsiteX21" fmla="*/ 774853 w 5627995"/>
              <a:gd name="connsiteY21" fmla="*/ 6516008 h 6857995"/>
              <a:gd name="connsiteX22" fmla="*/ 1048090 w 5627995"/>
              <a:gd name="connsiteY22" fmla="*/ 6516007 h 6857995"/>
              <a:gd name="connsiteX23" fmla="*/ 1081478 w 5627995"/>
              <a:gd name="connsiteY23" fmla="*/ 6563793 h 6857995"/>
              <a:gd name="connsiteX24" fmla="*/ 1048396 w 5627995"/>
              <a:gd name="connsiteY24" fmla="*/ 6610659 h 6857995"/>
              <a:gd name="connsiteX25" fmla="*/ 1014394 w 5627995"/>
              <a:gd name="connsiteY25" fmla="*/ 6563793 h 6857995"/>
              <a:gd name="connsiteX26" fmla="*/ 1048090 w 5627995"/>
              <a:gd name="connsiteY26" fmla="*/ 6516007 h 6857995"/>
              <a:gd name="connsiteX27" fmla="*/ 398082 w 5627995"/>
              <a:gd name="connsiteY27" fmla="*/ 6501918 h 6857995"/>
              <a:gd name="connsiteX28" fmla="*/ 425343 w 5627995"/>
              <a:gd name="connsiteY28" fmla="*/ 6501918 h 6857995"/>
              <a:gd name="connsiteX29" fmla="*/ 425343 w 5627995"/>
              <a:gd name="connsiteY29" fmla="*/ 6610660 h 6857995"/>
              <a:gd name="connsiteX30" fmla="*/ 398082 w 5627995"/>
              <a:gd name="connsiteY30" fmla="*/ 6610660 h 6857995"/>
              <a:gd name="connsiteX31" fmla="*/ 289031 w 5627995"/>
              <a:gd name="connsiteY31" fmla="*/ 6501611 h 6857995"/>
              <a:gd name="connsiteX32" fmla="*/ 307105 w 5627995"/>
              <a:gd name="connsiteY32" fmla="*/ 6501611 h 6857995"/>
              <a:gd name="connsiteX33" fmla="*/ 307105 w 5627995"/>
              <a:gd name="connsiteY33" fmla="*/ 6574209 h 6857995"/>
              <a:gd name="connsiteX34" fmla="*/ 289031 w 5627995"/>
              <a:gd name="connsiteY34" fmla="*/ 6574209 h 6857995"/>
              <a:gd name="connsiteX35" fmla="*/ 902588 w 5627995"/>
              <a:gd name="connsiteY35" fmla="*/ 6495484 h 6857995"/>
              <a:gd name="connsiteX36" fmla="*/ 845919 w 5627995"/>
              <a:gd name="connsiteY36" fmla="*/ 6562874 h 6857995"/>
              <a:gd name="connsiteX37" fmla="*/ 903813 w 5627995"/>
              <a:gd name="connsiteY37" fmla="*/ 6628732 h 6857995"/>
              <a:gd name="connsiteX38" fmla="*/ 943328 w 5627995"/>
              <a:gd name="connsiteY38" fmla="*/ 6607903 h 6857995"/>
              <a:gd name="connsiteX39" fmla="*/ 943328 w 5627995"/>
              <a:gd name="connsiteY39" fmla="*/ 6622912 h 6857995"/>
              <a:gd name="connsiteX40" fmla="*/ 911165 w 5627995"/>
              <a:gd name="connsiteY40" fmla="*/ 6658445 h 6857995"/>
              <a:gd name="connsiteX41" fmla="*/ 881758 w 5627995"/>
              <a:gd name="connsiteY41" fmla="*/ 6640985 h 6857995"/>
              <a:gd name="connsiteX42" fmla="*/ 879308 w 5627995"/>
              <a:gd name="connsiteY42" fmla="*/ 6638841 h 6857995"/>
              <a:gd name="connsiteX43" fmla="*/ 852658 w 5627995"/>
              <a:gd name="connsiteY43" fmla="*/ 6638841 h 6857995"/>
              <a:gd name="connsiteX44" fmla="*/ 850514 w 5627995"/>
              <a:gd name="connsiteY44" fmla="*/ 6640985 h 6857995"/>
              <a:gd name="connsiteX45" fmla="*/ 909940 w 5627995"/>
              <a:gd name="connsiteY45" fmla="*/ 6679887 h 6857995"/>
              <a:gd name="connsiteX46" fmla="*/ 971510 w 5627995"/>
              <a:gd name="connsiteY46" fmla="*/ 6623218 h 6857995"/>
              <a:gd name="connsiteX47" fmla="*/ 971203 w 5627995"/>
              <a:gd name="connsiteY47" fmla="*/ 6558585 h 6857995"/>
              <a:gd name="connsiteX48" fmla="*/ 972735 w 5627995"/>
              <a:gd name="connsiteY48" fmla="*/ 6499772 h 6857995"/>
              <a:gd name="connsiteX49" fmla="*/ 970591 w 5627995"/>
              <a:gd name="connsiteY49" fmla="*/ 6497628 h 6857995"/>
              <a:gd name="connsiteX50" fmla="*/ 943635 w 5627995"/>
              <a:gd name="connsiteY50" fmla="*/ 6497628 h 6857995"/>
              <a:gd name="connsiteX51" fmla="*/ 941491 w 5627995"/>
              <a:gd name="connsiteY51" fmla="*/ 6499772 h 6857995"/>
              <a:gd name="connsiteX52" fmla="*/ 942103 w 5627995"/>
              <a:gd name="connsiteY52" fmla="*/ 6514476 h 6857995"/>
              <a:gd name="connsiteX53" fmla="*/ 902588 w 5627995"/>
              <a:gd name="connsiteY53" fmla="*/ 6495484 h 6857995"/>
              <a:gd name="connsiteX54" fmla="*/ 629352 w 5627995"/>
              <a:gd name="connsiteY54" fmla="*/ 6494872 h 6857995"/>
              <a:gd name="connsiteX55" fmla="*/ 572989 w 5627995"/>
              <a:gd name="connsiteY55" fmla="*/ 6563793 h 6857995"/>
              <a:gd name="connsiteX56" fmla="*/ 628739 w 5627995"/>
              <a:gd name="connsiteY56" fmla="*/ 6631796 h 6857995"/>
              <a:gd name="connsiteX57" fmla="*/ 669173 w 5627995"/>
              <a:gd name="connsiteY57" fmla="*/ 6610966 h 6857995"/>
              <a:gd name="connsiteX58" fmla="*/ 668560 w 5627995"/>
              <a:gd name="connsiteY58" fmla="*/ 6627201 h 6857995"/>
              <a:gd name="connsiteX59" fmla="*/ 670705 w 5627995"/>
              <a:gd name="connsiteY59" fmla="*/ 6629345 h 6857995"/>
              <a:gd name="connsiteX60" fmla="*/ 697967 w 5627995"/>
              <a:gd name="connsiteY60" fmla="*/ 6629345 h 6857995"/>
              <a:gd name="connsiteX61" fmla="*/ 700111 w 5627995"/>
              <a:gd name="connsiteY61" fmla="*/ 6627201 h 6857995"/>
              <a:gd name="connsiteX62" fmla="*/ 699499 w 5627995"/>
              <a:gd name="connsiteY62" fmla="*/ 6562875 h 6857995"/>
              <a:gd name="connsiteX63" fmla="*/ 700111 w 5627995"/>
              <a:gd name="connsiteY63" fmla="*/ 6499467 h 6857995"/>
              <a:gd name="connsiteX64" fmla="*/ 697967 w 5627995"/>
              <a:gd name="connsiteY64" fmla="*/ 6497323 h 6857995"/>
              <a:gd name="connsiteX65" fmla="*/ 670705 w 5627995"/>
              <a:gd name="connsiteY65" fmla="*/ 6497323 h 6857995"/>
              <a:gd name="connsiteX66" fmla="*/ 668560 w 5627995"/>
              <a:gd name="connsiteY66" fmla="*/ 6499467 h 6857995"/>
              <a:gd name="connsiteX67" fmla="*/ 669173 w 5627995"/>
              <a:gd name="connsiteY67" fmla="*/ 6514170 h 6857995"/>
              <a:gd name="connsiteX68" fmla="*/ 629352 w 5627995"/>
              <a:gd name="connsiteY68" fmla="*/ 6494872 h 6857995"/>
              <a:gd name="connsiteX69" fmla="*/ 1048396 w 5627995"/>
              <a:gd name="connsiteY69" fmla="*/ 6494565 h 6857995"/>
              <a:gd name="connsiteX70" fmla="*/ 983150 w 5627995"/>
              <a:gd name="connsiteY70" fmla="*/ 6564099 h 6857995"/>
              <a:gd name="connsiteX71" fmla="*/ 1048396 w 5627995"/>
              <a:gd name="connsiteY71" fmla="*/ 6632714 h 6857995"/>
              <a:gd name="connsiteX72" fmla="*/ 1113029 w 5627995"/>
              <a:gd name="connsiteY72" fmla="*/ 6563180 h 6857995"/>
              <a:gd name="connsiteX73" fmla="*/ 1048396 w 5627995"/>
              <a:gd name="connsiteY73" fmla="*/ 6494565 h 6857995"/>
              <a:gd name="connsiteX74" fmla="*/ 774240 w 5627995"/>
              <a:gd name="connsiteY74" fmla="*/ 6494259 h 6857995"/>
              <a:gd name="connsiteX75" fmla="*/ 709913 w 5627995"/>
              <a:gd name="connsiteY75" fmla="*/ 6563793 h 6857995"/>
              <a:gd name="connsiteX76" fmla="*/ 775159 w 5627995"/>
              <a:gd name="connsiteY76" fmla="*/ 6632408 h 6857995"/>
              <a:gd name="connsiteX77" fmla="*/ 835197 w 5627995"/>
              <a:gd name="connsiteY77" fmla="*/ 6589524 h 6857995"/>
              <a:gd name="connsiteX78" fmla="*/ 833359 w 5627995"/>
              <a:gd name="connsiteY78" fmla="*/ 6587380 h 6857995"/>
              <a:gd name="connsiteX79" fmla="*/ 807629 w 5627995"/>
              <a:gd name="connsiteY79" fmla="*/ 6587380 h 6857995"/>
              <a:gd name="connsiteX80" fmla="*/ 805178 w 5627995"/>
              <a:gd name="connsiteY80" fmla="*/ 6589524 h 6857995"/>
              <a:gd name="connsiteX81" fmla="*/ 775772 w 5627995"/>
              <a:gd name="connsiteY81" fmla="*/ 6610660 h 6857995"/>
              <a:gd name="connsiteX82" fmla="*/ 740851 w 5627995"/>
              <a:gd name="connsiteY82" fmla="*/ 6569307 h 6857995"/>
              <a:gd name="connsiteX83" fmla="*/ 837035 w 5627995"/>
              <a:gd name="connsiteY83" fmla="*/ 6569307 h 6857995"/>
              <a:gd name="connsiteX84" fmla="*/ 839180 w 5627995"/>
              <a:gd name="connsiteY84" fmla="*/ 6567163 h 6857995"/>
              <a:gd name="connsiteX85" fmla="*/ 774240 w 5627995"/>
              <a:gd name="connsiteY85" fmla="*/ 6494259 h 6857995"/>
              <a:gd name="connsiteX86" fmla="*/ 1197879 w 5627995"/>
              <a:gd name="connsiteY86" fmla="*/ 6493953 h 6857995"/>
              <a:gd name="connsiteX87" fmla="*/ 1154688 w 5627995"/>
              <a:gd name="connsiteY87" fmla="*/ 6516314 h 6857995"/>
              <a:gd name="connsiteX88" fmla="*/ 1155301 w 5627995"/>
              <a:gd name="connsiteY88" fmla="*/ 6499160 h 6857995"/>
              <a:gd name="connsiteX89" fmla="*/ 1153156 w 5627995"/>
              <a:gd name="connsiteY89" fmla="*/ 6497016 h 6857995"/>
              <a:gd name="connsiteX90" fmla="*/ 1127426 w 5627995"/>
              <a:gd name="connsiteY90" fmla="*/ 6497016 h 6857995"/>
              <a:gd name="connsiteX91" fmla="*/ 1125281 w 5627995"/>
              <a:gd name="connsiteY91" fmla="*/ 6499160 h 6857995"/>
              <a:gd name="connsiteX92" fmla="*/ 1125588 w 5627995"/>
              <a:gd name="connsiteY92" fmla="*/ 6567163 h 6857995"/>
              <a:gd name="connsiteX93" fmla="*/ 1124975 w 5627995"/>
              <a:gd name="connsiteY93" fmla="*/ 6627201 h 6857995"/>
              <a:gd name="connsiteX94" fmla="*/ 1127119 w 5627995"/>
              <a:gd name="connsiteY94" fmla="*/ 6629345 h 6857995"/>
              <a:gd name="connsiteX95" fmla="*/ 1154382 w 5627995"/>
              <a:gd name="connsiteY95" fmla="*/ 6629039 h 6857995"/>
              <a:gd name="connsiteX96" fmla="*/ 1156526 w 5627995"/>
              <a:gd name="connsiteY96" fmla="*/ 6626895 h 6857995"/>
              <a:gd name="connsiteX97" fmla="*/ 1155913 w 5627995"/>
              <a:gd name="connsiteY97" fmla="*/ 6572983 h 6857995"/>
              <a:gd name="connsiteX98" fmla="*/ 1155913 w 5627995"/>
              <a:gd name="connsiteY98" fmla="*/ 6558586 h 6857995"/>
              <a:gd name="connsiteX99" fmla="*/ 1188383 w 5627995"/>
              <a:gd name="connsiteY99" fmla="*/ 6518152 h 6857995"/>
              <a:gd name="connsiteX100" fmla="*/ 1212582 w 5627995"/>
              <a:gd name="connsiteY100" fmla="*/ 6546640 h 6857995"/>
              <a:gd name="connsiteX101" fmla="*/ 1212582 w 5627995"/>
              <a:gd name="connsiteY101" fmla="*/ 6572983 h 6857995"/>
              <a:gd name="connsiteX102" fmla="*/ 1211970 w 5627995"/>
              <a:gd name="connsiteY102" fmla="*/ 6626895 h 6857995"/>
              <a:gd name="connsiteX103" fmla="*/ 1214114 w 5627995"/>
              <a:gd name="connsiteY103" fmla="*/ 6629039 h 6857995"/>
              <a:gd name="connsiteX104" fmla="*/ 1241376 w 5627995"/>
              <a:gd name="connsiteY104" fmla="*/ 6629039 h 6857995"/>
              <a:gd name="connsiteX105" fmla="*/ 1243520 w 5627995"/>
              <a:gd name="connsiteY105" fmla="*/ 6626895 h 6857995"/>
              <a:gd name="connsiteX106" fmla="*/ 1242908 w 5627995"/>
              <a:gd name="connsiteY106" fmla="*/ 6572983 h 6857995"/>
              <a:gd name="connsiteX107" fmla="*/ 1242908 w 5627995"/>
              <a:gd name="connsiteY107" fmla="*/ 6545721 h 6857995"/>
              <a:gd name="connsiteX108" fmla="*/ 1197879 w 5627995"/>
              <a:gd name="connsiteY108" fmla="*/ 6493953 h 6857995"/>
              <a:gd name="connsiteX109" fmla="*/ 352746 w 5627995"/>
              <a:gd name="connsiteY109" fmla="*/ 6478944 h 6857995"/>
              <a:gd name="connsiteX110" fmla="*/ 389199 w 5627995"/>
              <a:gd name="connsiteY110" fmla="*/ 6478944 h 6857995"/>
              <a:gd name="connsiteX111" fmla="*/ 389199 w 5627995"/>
              <a:gd name="connsiteY111" fmla="*/ 6651401 h 6857995"/>
              <a:gd name="connsiteX112" fmla="*/ 352746 w 5627995"/>
              <a:gd name="connsiteY112" fmla="*/ 6651401 h 6857995"/>
              <a:gd name="connsiteX113" fmla="*/ 434228 w 5627995"/>
              <a:gd name="connsiteY113" fmla="*/ 6429014 h 6857995"/>
              <a:gd name="connsiteX114" fmla="*/ 234814 w 5627995"/>
              <a:gd name="connsiteY114" fmla="*/ 6501611 h 6857995"/>
              <a:gd name="connsiteX115" fmla="*/ 307411 w 5627995"/>
              <a:gd name="connsiteY115" fmla="*/ 6701024 h 6857995"/>
              <a:gd name="connsiteX116" fmla="*/ 506825 w 5627995"/>
              <a:gd name="connsiteY116" fmla="*/ 6628427 h 6857995"/>
              <a:gd name="connsiteX117" fmla="*/ 0 w 5627995"/>
              <a:gd name="connsiteY117" fmla="*/ 0 h 6857995"/>
              <a:gd name="connsiteX118" fmla="*/ 3714196 w 5627995"/>
              <a:gd name="connsiteY118" fmla="*/ 0 h 6857995"/>
              <a:gd name="connsiteX119" fmla="*/ 5627995 w 5627995"/>
              <a:gd name="connsiteY119" fmla="*/ 3428995 h 6857995"/>
              <a:gd name="connsiteX120" fmla="*/ 3714196 w 5627995"/>
              <a:gd name="connsiteY120" fmla="*/ 6857995 h 6857995"/>
              <a:gd name="connsiteX121" fmla="*/ 0 w 5627995"/>
              <a:gd name="connsiteY121" fmla="*/ 6857995 h 6857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5627995" h="6857995">
                <a:moveTo>
                  <a:pt x="434228" y="6556136"/>
                </a:moveTo>
                <a:lnTo>
                  <a:pt x="452299" y="6556136"/>
                </a:lnTo>
                <a:lnTo>
                  <a:pt x="452299" y="6628733"/>
                </a:lnTo>
                <a:lnTo>
                  <a:pt x="434228" y="6628733"/>
                </a:lnTo>
                <a:close/>
                <a:moveTo>
                  <a:pt x="316294" y="6519990"/>
                </a:moveTo>
                <a:lnTo>
                  <a:pt x="343556" y="6519990"/>
                </a:lnTo>
                <a:lnTo>
                  <a:pt x="343556" y="6628733"/>
                </a:lnTo>
                <a:lnTo>
                  <a:pt x="316294" y="6628733"/>
                </a:lnTo>
                <a:close/>
                <a:moveTo>
                  <a:pt x="910552" y="6516926"/>
                </a:moveTo>
                <a:cubicBezTo>
                  <a:pt x="931688" y="6517233"/>
                  <a:pt x="943022" y="6533774"/>
                  <a:pt x="942716" y="6563793"/>
                </a:cubicBezTo>
                <a:cubicBezTo>
                  <a:pt x="942716" y="6593199"/>
                  <a:pt x="930769" y="6607596"/>
                  <a:pt x="910552" y="6607596"/>
                </a:cubicBezTo>
                <a:cubicBezTo>
                  <a:pt x="888804" y="6607903"/>
                  <a:pt x="877164" y="6591668"/>
                  <a:pt x="877164" y="6561649"/>
                </a:cubicBezTo>
                <a:cubicBezTo>
                  <a:pt x="877164" y="6533467"/>
                  <a:pt x="888497" y="6516620"/>
                  <a:pt x="910552" y="6516926"/>
                </a:cubicBezTo>
                <a:close/>
                <a:moveTo>
                  <a:pt x="637929" y="6516621"/>
                </a:moveTo>
                <a:cubicBezTo>
                  <a:pt x="658452" y="6516927"/>
                  <a:pt x="670398" y="6533774"/>
                  <a:pt x="670092" y="6564406"/>
                </a:cubicBezTo>
                <a:cubicBezTo>
                  <a:pt x="669786" y="6595038"/>
                  <a:pt x="657839" y="6610354"/>
                  <a:pt x="637010" y="6610354"/>
                </a:cubicBezTo>
                <a:cubicBezTo>
                  <a:pt x="615567" y="6610354"/>
                  <a:pt x="604234" y="6592587"/>
                  <a:pt x="604540" y="6561649"/>
                </a:cubicBezTo>
                <a:cubicBezTo>
                  <a:pt x="604540" y="6533468"/>
                  <a:pt x="615261" y="6516314"/>
                  <a:pt x="637929" y="6516621"/>
                </a:cubicBezTo>
                <a:close/>
                <a:moveTo>
                  <a:pt x="774853" y="6516008"/>
                </a:moveTo>
                <a:cubicBezTo>
                  <a:pt x="795070" y="6516008"/>
                  <a:pt x="804872" y="6531323"/>
                  <a:pt x="806097" y="6548477"/>
                </a:cubicBezTo>
                <a:lnTo>
                  <a:pt x="742076" y="6548477"/>
                </a:lnTo>
                <a:cubicBezTo>
                  <a:pt x="745446" y="6527341"/>
                  <a:pt x="756473" y="6516008"/>
                  <a:pt x="774853" y="6516008"/>
                </a:cubicBezTo>
                <a:close/>
                <a:moveTo>
                  <a:pt x="1048090" y="6516007"/>
                </a:moveTo>
                <a:cubicBezTo>
                  <a:pt x="1070451" y="6516007"/>
                  <a:pt x="1081478" y="6532242"/>
                  <a:pt x="1081478" y="6563793"/>
                </a:cubicBezTo>
                <a:cubicBezTo>
                  <a:pt x="1081478" y="6595344"/>
                  <a:pt x="1070757" y="6610659"/>
                  <a:pt x="1048396" y="6610659"/>
                </a:cubicBezTo>
                <a:cubicBezTo>
                  <a:pt x="1025728" y="6610659"/>
                  <a:pt x="1014701" y="6595344"/>
                  <a:pt x="1014394" y="6563793"/>
                </a:cubicBezTo>
                <a:cubicBezTo>
                  <a:pt x="1014394" y="6532548"/>
                  <a:pt x="1025422" y="6516314"/>
                  <a:pt x="1048090" y="6516007"/>
                </a:cubicBezTo>
                <a:close/>
                <a:moveTo>
                  <a:pt x="398082" y="6501918"/>
                </a:moveTo>
                <a:lnTo>
                  <a:pt x="425343" y="6501918"/>
                </a:lnTo>
                <a:lnTo>
                  <a:pt x="425343" y="6610660"/>
                </a:lnTo>
                <a:lnTo>
                  <a:pt x="398082" y="6610660"/>
                </a:lnTo>
                <a:close/>
                <a:moveTo>
                  <a:pt x="289031" y="6501611"/>
                </a:moveTo>
                <a:lnTo>
                  <a:pt x="307105" y="6501611"/>
                </a:lnTo>
                <a:lnTo>
                  <a:pt x="307105" y="6574209"/>
                </a:lnTo>
                <a:lnTo>
                  <a:pt x="289031" y="6574209"/>
                </a:lnTo>
                <a:close/>
                <a:moveTo>
                  <a:pt x="902588" y="6495484"/>
                </a:moveTo>
                <a:cubicBezTo>
                  <a:pt x="867055" y="6495484"/>
                  <a:pt x="845919" y="6525809"/>
                  <a:pt x="845919" y="6562874"/>
                </a:cubicBezTo>
                <a:cubicBezTo>
                  <a:pt x="845919" y="6599938"/>
                  <a:pt x="865523" y="6628732"/>
                  <a:pt x="903813" y="6628732"/>
                </a:cubicBezTo>
                <a:cubicBezTo>
                  <a:pt x="921273" y="6628732"/>
                  <a:pt x="934445" y="6621074"/>
                  <a:pt x="943328" y="6607903"/>
                </a:cubicBezTo>
                <a:lnTo>
                  <a:pt x="943328" y="6622912"/>
                </a:lnTo>
                <a:cubicBezTo>
                  <a:pt x="943328" y="6647724"/>
                  <a:pt x="930157" y="6658445"/>
                  <a:pt x="911165" y="6658445"/>
                </a:cubicBezTo>
                <a:cubicBezTo>
                  <a:pt x="895543" y="6658445"/>
                  <a:pt x="884822" y="6652625"/>
                  <a:pt x="881758" y="6640985"/>
                </a:cubicBezTo>
                <a:cubicBezTo>
                  <a:pt x="881452" y="6639760"/>
                  <a:pt x="880533" y="6638841"/>
                  <a:pt x="879308" y="6638841"/>
                </a:cubicBezTo>
                <a:lnTo>
                  <a:pt x="852658" y="6638841"/>
                </a:lnTo>
                <a:cubicBezTo>
                  <a:pt x="851739" y="6638841"/>
                  <a:pt x="850514" y="6639760"/>
                  <a:pt x="850514" y="6640985"/>
                </a:cubicBezTo>
                <a:cubicBezTo>
                  <a:pt x="854190" y="6667634"/>
                  <a:pt x="878389" y="6680500"/>
                  <a:pt x="909940" y="6679887"/>
                </a:cubicBezTo>
                <a:cubicBezTo>
                  <a:pt x="950374" y="6679887"/>
                  <a:pt x="971816" y="6658751"/>
                  <a:pt x="971510" y="6623218"/>
                </a:cubicBezTo>
                <a:lnTo>
                  <a:pt x="971203" y="6558585"/>
                </a:lnTo>
                <a:lnTo>
                  <a:pt x="972735" y="6499772"/>
                </a:lnTo>
                <a:cubicBezTo>
                  <a:pt x="972735" y="6498853"/>
                  <a:pt x="971816" y="6497628"/>
                  <a:pt x="970591" y="6497628"/>
                </a:cubicBezTo>
                <a:lnTo>
                  <a:pt x="943635" y="6497628"/>
                </a:lnTo>
                <a:cubicBezTo>
                  <a:pt x="942716" y="6497628"/>
                  <a:pt x="941491" y="6498547"/>
                  <a:pt x="941491" y="6499772"/>
                </a:cubicBezTo>
                <a:lnTo>
                  <a:pt x="942103" y="6514476"/>
                </a:lnTo>
                <a:cubicBezTo>
                  <a:pt x="933526" y="6502223"/>
                  <a:pt x="920048" y="6495484"/>
                  <a:pt x="902588" y="6495484"/>
                </a:cubicBezTo>
                <a:close/>
                <a:moveTo>
                  <a:pt x="629352" y="6494872"/>
                </a:moveTo>
                <a:cubicBezTo>
                  <a:pt x="594125" y="6494872"/>
                  <a:pt x="572989" y="6525504"/>
                  <a:pt x="572989" y="6563793"/>
                </a:cubicBezTo>
                <a:cubicBezTo>
                  <a:pt x="572989" y="6602083"/>
                  <a:pt x="592287" y="6631796"/>
                  <a:pt x="628739" y="6631796"/>
                </a:cubicBezTo>
                <a:cubicBezTo>
                  <a:pt x="646506" y="6631796"/>
                  <a:pt x="660290" y="6624138"/>
                  <a:pt x="669173" y="6610966"/>
                </a:cubicBezTo>
                <a:lnTo>
                  <a:pt x="668560" y="6627201"/>
                </a:lnTo>
                <a:cubicBezTo>
                  <a:pt x="668560" y="6628426"/>
                  <a:pt x="669786" y="6629345"/>
                  <a:pt x="670705" y="6629345"/>
                </a:cubicBezTo>
                <a:lnTo>
                  <a:pt x="697967" y="6629345"/>
                </a:lnTo>
                <a:cubicBezTo>
                  <a:pt x="699192" y="6629345"/>
                  <a:pt x="700111" y="6628120"/>
                  <a:pt x="700111" y="6627201"/>
                </a:cubicBezTo>
                <a:lnTo>
                  <a:pt x="699499" y="6562875"/>
                </a:lnTo>
                <a:lnTo>
                  <a:pt x="700111" y="6499467"/>
                </a:lnTo>
                <a:cubicBezTo>
                  <a:pt x="700111" y="6498241"/>
                  <a:pt x="698886" y="6497323"/>
                  <a:pt x="697967" y="6497323"/>
                </a:cubicBezTo>
                <a:lnTo>
                  <a:pt x="670705" y="6497323"/>
                </a:lnTo>
                <a:cubicBezTo>
                  <a:pt x="669479" y="6497323"/>
                  <a:pt x="668560" y="6498548"/>
                  <a:pt x="668560" y="6499467"/>
                </a:cubicBezTo>
                <a:lnTo>
                  <a:pt x="669173" y="6514170"/>
                </a:lnTo>
                <a:cubicBezTo>
                  <a:pt x="660290" y="6501611"/>
                  <a:pt x="646812" y="6494872"/>
                  <a:pt x="629352" y="6494872"/>
                </a:cubicBezTo>
                <a:close/>
                <a:moveTo>
                  <a:pt x="1048396" y="6494565"/>
                </a:moveTo>
                <a:cubicBezTo>
                  <a:pt x="1006736" y="6494565"/>
                  <a:pt x="983150" y="6522440"/>
                  <a:pt x="983150" y="6564099"/>
                </a:cubicBezTo>
                <a:cubicBezTo>
                  <a:pt x="983150" y="6605758"/>
                  <a:pt x="1006736" y="6632714"/>
                  <a:pt x="1048396" y="6632714"/>
                </a:cubicBezTo>
                <a:cubicBezTo>
                  <a:pt x="1089749" y="6632714"/>
                  <a:pt x="1113029" y="6604839"/>
                  <a:pt x="1113029" y="6563180"/>
                </a:cubicBezTo>
                <a:cubicBezTo>
                  <a:pt x="1113029" y="6521521"/>
                  <a:pt x="1090055" y="6494565"/>
                  <a:pt x="1048396" y="6494565"/>
                </a:cubicBezTo>
                <a:close/>
                <a:moveTo>
                  <a:pt x="774240" y="6494259"/>
                </a:moveTo>
                <a:cubicBezTo>
                  <a:pt x="734112" y="6494259"/>
                  <a:pt x="709913" y="6523665"/>
                  <a:pt x="709913" y="6563793"/>
                </a:cubicBezTo>
                <a:cubicBezTo>
                  <a:pt x="709913" y="6603921"/>
                  <a:pt x="732581" y="6632408"/>
                  <a:pt x="775159" y="6632408"/>
                </a:cubicBezTo>
                <a:cubicBezTo>
                  <a:pt x="808854" y="6632408"/>
                  <a:pt x="830296" y="6613417"/>
                  <a:pt x="835197" y="6589524"/>
                </a:cubicBezTo>
                <a:cubicBezTo>
                  <a:pt x="835504" y="6588299"/>
                  <a:pt x="834278" y="6587380"/>
                  <a:pt x="833359" y="6587380"/>
                </a:cubicBezTo>
                <a:lnTo>
                  <a:pt x="807629" y="6587380"/>
                </a:lnTo>
                <a:cubicBezTo>
                  <a:pt x="806710" y="6587380"/>
                  <a:pt x="805485" y="6588299"/>
                  <a:pt x="805178" y="6589524"/>
                </a:cubicBezTo>
                <a:cubicBezTo>
                  <a:pt x="800890" y="6603614"/>
                  <a:pt x="790781" y="6610660"/>
                  <a:pt x="775772" y="6610660"/>
                </a:cubicBezTo>
                <a:cubicBezTo>
                  <a:pt x="753717" y="6610660"/>
                  <a:pt x="742076" y="6597488"/>
                  <a:pt x="740851" y="6569307"/>
                </a:cubicBezTo>
                <a:lnTo>
                  <a:pt x="837035" y="6569307"/>
                </a:lnTo>
                <a:cubicBezTo>
                  <a:pt x="838261" y="6569307"/>
                  <a:pt x="839180" y="6568082"/>
                  <a:pt x="839180" y="6567163"/>
                </a:cubicBezTo>
                <a:cubicBezTo>
                  <a:pt x="838567" y="6522134"/>
                  <a:pt x="814368" y="6494565"/>
                  <a:pt x="774240" y="6494259"/>
                </a:cubicBezTo>
                <a:close/>
                <a:moveTo>
                  <a:pt x="1197879" y="6493953"/>
                </a:moveTo>
                <a:cubicBezTo>
                  <a:pt x="1178274" y="6493953"/>
                  <a:pt x="1163265" y="6504061"/>
                  <a:pt x="1154688" y="6516314"/>
                </a:cubicBezTo>
                <a:lnTo>
                  <a:pt x="1155301" y="6499160"/>
                </a:lnTo>
                <a:cubicBezTo>
                  <a:pt x="1155301" y="6497935"/>
                  <a:pt x="1154075" y="6497016"/>
                  <a:pt x="1153156" y="6497016"/>
                </a:cubicBezTo>
                <a:lnTo>
                  <a:pt x="1127426" y="6497016"/>
                </a:lnTo>
                <a:cubicBezTo>
                  <a:pt x="1126200" y="6497016"/>
                  <a:pt x="1125281" y="6498241"/>
                  <a:pt x="1125281" y="6499160"/>
                </a:cubicBezTo>
                <a:lnTo>
                  <a:pt x="1125588" y="6567163"/>
                </a:lnTo>
                <a:lnTo>
                  <a:pt x="1124975" y="6627201"/>
                </a:lnTo>
                <a:cubicBezTo>
                  <a:pt x="1124975" y="6628426"/>
                  <a:pt x="1126200" y="6629345"/>
                  <a:pt x="1127119" y="6629345"/>
                </a:cubicBezTo>
                <a:lnTo>
                  <a:pt x="1154382" y="6629039"/>
                </a:lnTo>
                <a:cubicBezTo>
                  <a:pt x="1155607" y="6629039"/>
                  <a:pt x="1156526" y="6627814"/>
                  <a:pt x="1156526" y="6626895"/>
                </a:cubicBezTo>
                <a:lnTo>
                  <a:pt x="1155913" y="6572983"/>
                </a:lnTo>
                <a:lnTo>
                  <a:pt x="1155913" y="6558586"/>
                </a:lnTo>
                <a:cubicBezTo>
                  <a:pt x="1158364" y="6531324"/>
                  <a:pt x="1173067" y="6518152"/>
                  <a:pt x="1188383" y="6518152"/>
                </a:cubicBezTo>
                <a:cubicBezTo>
                  <a:pt x="1202474" y="6518152"/>
                  <a:pt x="1212582" y="6527954"/>
                  <a:pt x="1212582" y="6546640"/>
                </a:cubicBezTo>
                <a:lnTo>
                  <a:pt x="1212582" y="6572983"/>
                </a:lnTo>
                <a:lnTo>
                  <a:pt x="1211970" y="6626895"/>
                </a:lnTo>
                <a:cubicBezTo>
                  <a:pt x="1211970" y="6628120"/>
                  <a:pt x="1213195" y="6629039"/>
                  <a:pt x="1214114" y="6629039"/>
                </a:cubicBezTo>
                <a:lnTo>
                  <a:pt x="1241376" y="6629039"/>
                </a:lnTo>
                <a:cubicBezTo>
                  <a:pt x="1242601" y="6629039"/>
                  <a:pt x="1243520" y="6627814"/>
                  <a:pt x="1243520" y="6626895"/>
                </a:cubicBezTo>
                <a:lnTo>
                  <a:pt x="1242908" y="6572983"/>
                </a:lnTo>
                <a:lnTo>
                  <a:pt x="1242908" y="6545721"/>
                </a:lnTo>
                <a:cubicBezTo>
                  <a:pt x="1242908" y="6512332"/>
                  <a:pt x="1225141" y="6493953"/>
                  <a:pt x="1197879" y="6493953"/>
                </a:cubicBezTo>
                <a:close/>
                <a:moveTo>
                  <a:pt x="352746" y="6478944"/>
                </a:moveTo>
                <a:lnTo>
                  <a:pt x="389199" y="6478944"/>
                </a:lnTo>
                <a:lnTo>
                  <a:pt x="389199" y="6651401"/>
                </a:lnTo>
                <a:lnTo>
                  <a:pt x="352746" y="6651401"/>
                </a:lnTo>
                <a:close/>
                <a:moveTo>
                  <a:pt x="434228" y="6429014"/>
                </a:moveTo>
                <a:lnTo>
                  <a:pt x="234814" y="6501611"/>
                </a:lnTo>
                <a:lnTo>
                  <a:pt x="307411" y="6701024"/>
                </a:lnTo>
                <a:lnTo>
                  <a:pt x="506825" y="6628427"/>
                </a:lnTo>
                <a:close/>
                <a:moveTo>
                  <a:pt x="0" y="0"/>
                </a:moveTo>
                <a:lnTo>
                  <a:pt x="3714196" y="0"/>
                </a:lnTo>
                <a:lnTo>
                  <a:pt x="5627995" y="3428995"/>
                </a:lnTo>
                <a:lnTo>
                  <a:pt x="3714196" y="6857995"/>
                </a:lnTo>
                <a:lnTo>
                  <a:pt x="0" y="68579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201600" tIns="201600" rIns="201600" bIns="201600" rtlCol="0">
            <a:noAutofit/>
          </a:bodyPr>
          <a:lstStyle>
            <a:lvl1pPr>
              <a:defRPr lang="nl-NL"/>
            </a:lvl1pPr>
          </a:lstStyle>
          <a:p>
            <a:r>
              <a:rPr lang="en-US"/>
              <a:t>Click icon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27701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Two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CE4B48-53A7-1514-C1B4-EA033F02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A">
            <a:extLst>
              <a:ext uri="{FF2B5EF4-FFF2-40B4-BE49-F238E27FC236}">
                <a16:creationId xmlns:a16="http://schemas.microsoft.com/office/drawing/2014/main" id="{AD921D5D-E817-6079-7040-6794B6DB33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35199" y="1778400"/>
            <a:ext cx="2844800" cy="2016000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B">
            <a:extLst>
              <a:ext uri="{FF2B5EF4-FFF2-40B4-BE49-F238E27FC236}">
                <a16:creationId xmlns:a16="http://schemas.microsoft.com/office/drawing/2014/main" id="{DDD8AD69-FD08-1243-60F9-29D5CAF696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79998" y="2966401"/>
            <a:ext cx="2232001" cy="3128399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9BA79E8C-15B9-E5A1-259F-CA68D3535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1C549-4120-B479-BC25-78C98A449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74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Two Image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CE4B48-53A7-1514-C1B4-EA033F02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A">
            <a:extLst>
              <a:ext uri="{FF2B5EF4-FFF2-40B4-BE49-F238E27FC236}">
                <a16:creationId xmlns:a16="http://schemas.microsoft.com/office/drawing/2014/main" id="{AD921D5D-E817-6079-7040-6794B6DB33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35199" y="1778400"/>
            <a:ext cx="3148500" cy="2158202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B">
            <a:extLst>
              <a:ext uri="{FF2B5EF4-FFF2-40B4-BE49-F238E27FC236}">
                <a16:creationId xmlns:a16="http://schemas.microsoft.com/office/drawing/2014/main" id="{DDD8AD69-FD08-1243-60F9-29D5CAF696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24300" y="3936598"/>
            <a:ext cx="3187700" cy="2158202"/>
          </a:xfrm>
          <a:solidFill>
            <a:schemeClr val="bg1">
              <a:lumMod val="95000"/>
            </a:schemeClr>
          </a:solidFill>
        </p:spPr>
        <p:txBody>
          <a:bodyPr lIns="180000" tIns="108000" rIns="1800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7958ED6A-DCA5-9AA8-2EED-62676309A8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A34F13-10A7-0269-9403-E3B856E19D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26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B48C-2466-076C-80B3-A6DE8313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467833"/>
            <a:ext cx="10223499" cy="432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C182F-8D48-3026-24D1-81577AE0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457400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sp>
        <p:nvSpPr>
          <p:cNvPr id="5" name="footnotes">
            <a:extLst>
              <a:ext uri="{FF2B5EF4-FFF2-40B4-BE49-F238E27FC236}">
                <a16:creationId xmlns:a16="http://schemas.microsoft.com/office/drawing/2014/main" id="{85FBA289-3BDF-DF26-CF9E-DBACC3E8B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B6134-1B10-2649-C015-2FC1F5370A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980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sub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6C979-AA63-ADCB-CFCE-8AF6D43E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20D6B804-4D45-977C-0430-B1BB52485E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11232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66EF941-EE88-DD77-B4D2-7DFEB2329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11232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EB88EC37-0DCF-39F3-5807-BBBEAE6AAA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AA125-81EB-634A-58F7-F6ED1D26FC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86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4DCA0-DD63-84D1-CAD4-CCAA9A5C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331B8B0D-8C19-56D6-3474-9A68EF24E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55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39C1932-E720-A335-BA08-4187F3CA3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B8DF1BA-8C93-F66E-B919-D37909FD22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4000" y="1414800"/>
            <a:ext cx="55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4EBD94-8D8F-DCF9-EB34-1C1E92BD4FA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04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BC587B27-2155-7E1D-9B7C-B61B7CCDFE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FFF08-DC8A-A699-D304-5A119DF6CF1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1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1B424-BDB2-2268-094F-B0AE1BB4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62823D89-483C-2ECD-F2D1-73981BD2E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75B33A8-FAA2-0133-6BCA-F44F83E61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CBAB6-7327-6F60-5F1E-AAD40967DD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6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0B00A-FBD4-E696-0175-D8BEDCCDF03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96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ubtitle 3">
            <a:extLst>
              <a:ext uri="{FF2B5EF4-FFF2-40B4-BE49-F238E27FC236}">
                <a16:creationId xmlns:a16="http://schemas.microsoft.com/office/drawing/2014/main" id="{A69FC165-B2C3-B2DC-96A0-A5120B0459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1C4BD18-7B3B-2848-2565-0B55EC5215D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4CC98FB-C0EC-3C52-D230-4100D37040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9B4F56-3A67-F5E4-3A03-9374FF5C3E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01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639ABFA-3679-DB52-EBA5-7AFC4558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62823D89-483C-2ECD-F2D1-73981BD2E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75B33A8-FAA2-0133-6BCA-F44F83E61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CBAB6-7327-6F60-5F1E-AAD40967DD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08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0B00A-FBD4-E696-0175-D8BEDCCDF03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408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ubtitle 3">
            <a:extLst>
              <a:ext uri="{FF2B5EF4-FFF2-40B4-BE49-F238E27FC236}">
                <a16:creationId xmlns:a16="http://schemas.microsoft.com/office/drawing/2014/main" id="{A69FC165-B2C3-B2DC-96A0-A5120B0459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6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1C4BD18-7B3B-2848-2565-0B55EC5215D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336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121FB801-4E2A-ABDF-3254-442CE3D890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64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C83ACE2-696A-96EC-83C6-5B1EC44A3C11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9264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132B322B-237A-9DAC-C0D6-8E6E9F6CAA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F17C0F-5720-1671-F62E-824A83BCC3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33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DC4F81-4DC9-55B7-FCC3-14B238F1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6473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29B5E51-5DF2-94ED-F501-F4EEED800C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000" y="899385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67190F4-2D25-2A8D-4535-D9C4BF84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414798"/>
            <a:ext cx="11232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0155F3B8-DBC8-F6FF-80C7-5050E9C20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7ADF-4CFC-A6C6-36B1-BC822642B7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72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DC4F81-4DC9-55B7-FCC3-14B238F1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6473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29B5E51-5DF2-94ED-F501-F4EEED800C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000" y="899385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67190F4-2D25-2A8D-4535-D9C4BF84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414799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8D62D3D-E178-A2E5-1C7A-8A608390649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80000" y="3852000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550D88CC-CC34-37E3-A587-130F6A408F2E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04000" y="1414799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Content Placeholder4">
            <a:extLst>
              <a:ext uri="{FF2B5EF4-FFF2-40B4-BE49-F238E27FC236}">
                <a16:creationId xmlns:a16="http://schemas.microsoft.com/office/drawing/2014/main" id="{4C20299E-6DC0-6CED-089D-15C5E6FA4D23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204000" y="3852000"/>
            <a:ext cx="5508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0155F3B8-DBC8-F6FF-80C7-5050E9C20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7ADF-4CFC-A6C6-36B1-BC822642B7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62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d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DC4F81-4DC9-55B7-FCC3-14B238F1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6473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29B5E51-5DF2-94ED-F501-F4EEED800C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000" y="899385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E67190F4-2D25-2A8D-4535-D9C4BF84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414799"/>
            <a:ext cx="11232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8D62D3D-E178-A2E5-1C7A-8A608390649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80000" y="3852000"/>
            <a:ext cx="11232000" cy="223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0155F3B8-DBC8-F6FF-80C7-5050E9C20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97ADF-4CFC-A6C6-36B1-BC822642B7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7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4540-BD69-8598-9011-2ADF437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05C8EE77-5905-F76C-EB1F-83A30A33A4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9A75-5D68-1E40-38BC-0B52954932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7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4540-BD69-8598-9011-2ADF437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0F187-73A7-1BDF-0558-084D17807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05C8EE77-5905-F76C-EB1F-83A30A33A4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9A75-5D68-1E40-38BC-0B52954932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6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274109"/>
            <a:ext cx="2556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5363719" cy="684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defRPr sz="1600" b="1"/>
            </a:lvl1pPr>
            <a:lvl2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719" y="2268000"/>
            <a:ext cx="2556000" cy="3672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3894" y="2274109"/>
            <a:ext cx="2556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3894" y="1554108"/>
            <a:ext cx="5363719" cy="684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defRPr sz="1600" b="1"/>
            </a:lvl1pPr>
            <a:lvl2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51613" y="2268000"/>
            <a:ext cx="2556000" cy="3672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2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5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F3CF9A67-D10C-4D4B-5C00-7D932A04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5F2A3F5B-C07A-B1D0-5E4B-C6948BAD8C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929FF09-CFC1-C80B-2197-2C857D9BC0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2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71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42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F3CF9A67-D10C-4D4B-5C00-7D932A04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6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5F2A3F5B-C07A-B1D0-5E4B-C6948BAD8C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929FF09-CFC1-C80B-2197-2C857D9BC0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6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16">
            <a:extLst>
              <a:ext uri="{FF2B5EF4-FFF2-40B4-BE49-F238E27FC236}">
                <a16:creationId xmlns:a16="http://schemas.microsoft.com/office/drawing/2014/main" id="{2BFF0F51-1E18-4B8F-C7DE-8EC473064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30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38" name="Name">
            <a:extLst>
              <a:ext uri="{FF2B5EF4-FFF2-40B4-BE49-F238E27FC236}">
                <a16:creationId xmlns:a16="http://schemas.microsoft.com/office/drawing/2014/main" id="{9156FAE6-7FAF-8CD0-1115-28AE5D4844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0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A9561B99-449E-4769-2EAB-6972E0A58B7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0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3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7FD7F7-C4A8-F068-F2AB-F03ECF08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5" name="Media Placeholder 44">
            <a:extLst>
              <a:ext uri="{FF2B5EF4-FFF2-40B4-BE49-F238E27FC236}">
                <a16:creationId xmlns:a16="http://schemas.microsoft.com/office/drawing/2014/main" id="{FA45BFB3-67FB-D56E-F7EC-9EE4E9B366AA}"/>
              </a:ext>
            </a:extLst>
          </p:cNvPr>
          <p:cNvSpPr>
            <a:spLocks noGrp="1" noChangeAspect="1"/>
          </p:cNvSpPr>
          <p:nvPr>
            <p:ph type="media" sz="quarter" idx="11"/>
          </p:nvPr>
        </p:nvSpPr>
        <p:spPr>
          <a:xfrm>
            <a:off x="1776000" y="1260000"/>
            <a:ext cx="8640000" cy="4787924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BB1A10A0-8775-C57E-D06A-5FAFDB65EB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3522D-3F13-D300-F157-0D51CB0A29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7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A83878-43B3-61C1-58EA-0E387344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9" name="Photo">
            <a:extLst>
              <a:ext uri="{FF2B5EF4-FFF2-40B4-BE49-F238E27FC236}">
                <a16:creationId xmlns:a16="http://schemas.microsoft.com/office/drawing/2014/main" id="{60619E85-C7BC-AC62-E0EF-E7A8868F6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41" name="Photo">
            <a:extLst>
              <a:ext uri="{FF2B5EF4-FFF2-40B4-BE49-F238E27FC236}">
                <a16:creationId xmlns:a16="http://schemas.microsoft.com/office/drawing/2014/main" id="{D3CAFE33-4D1F-096A-CB7A-B779F9527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8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2" name="Name">
            <a:extLst>
              <a:ext uri="{FF2B5EF4-FFF2-40B4-BE49-F238E27FC236}">
                <a16:creationId xmlns:a16="http://schemas.microsoft.com/office/drawing/2014/main" id="{B8FE25E8-1FB3-3ACD-23F2-CD9CECDA4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43" name="Photo">
            <a:extLst>
              <a:ext uri="{FF2B5EF4-FFF2-40B4-BE49-F238E27FC236}">
                <a16:creationId xmlns:a16="http://schemas.microsoft.com/office/drawing/2014/main" id="{E7BB4A4A-4DF1-64AE-7214-7343CB80B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4" name="Name">
            <a:extLst>
              <a:ext uri="{FF2B5EF4-FFF2-40B4-BE49-F238E27FC236}">
                <a16:creationId xmlns:a16="http://schemas.microsoft.com/office/drawing/2014/main" id="{2BFC45E1-45EC-E4A3-0416-9904F1B08E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3" name="Photo">
            <a:extLst>
              <a:ext uri="{FF2B5EF4-FFF2-40B4-BE49-F238E27FC236}">
                <a16:creationId xmlns:a16="http://schemas.microsoft.com/office/drawing/2014/main" id="{8020B9D1-8DC0-6BA9-57B0-976C7FAA2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6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4" name="Name">
            <a:extLst>
              <a:ext uri="{FF2B5EF4-FFF2-40B4-BE49-F238E27FC236}">
                <a16:creationId xmlns:a16="http://schemas.microsoft.com/office/drawing/2014/main" id="{D6364B21-7F37-DFD0-31F8-A13A5E836E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5" name="Photo">
            <a:extLst>
              <a:ext uri="{FF2B5EF4-FFF2-40B4-BE49-F238E27FC236}">
                <a16:creationId xmlns:a16="http://schemas.microsoft.com/office/drawing/2014/main" id="{D6C6D576-FA07-29CD-FB25-313525D5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36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6" name="Name">
            <a:extLst>
              <a:ext uri="{FF2B5EF4-FFF2-40B4-BE49-F238E27FC236}">
                <a16:creationId xmlns:a16="http://schemas.microsoft.com/office/drawing/2014/main" id="{7D8D0415-9FA9-4530-BF53-B813080D53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7" name="Photo">
            <a:extLst>
              <a:ext uri="{FF2B5EF4-FFF2-40B4-BE49-F238E27FC236}">
                <a16:creationId xmlns:a16="http://schemas.microsoft.com/office/drawing/2014/main" id="{CBEF6DF2-E381-1B93-395C-E8A21DF21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6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8" name="Name">
            <a:extLst>
              <a:ext uri="{FF2B5EF4-FFF2-40B4-BE49-F238E27FC236}">
                <a16:creationId xmlns:a16="http://schemas.microsoft.com/office/drawing/2014/main" id="{BB566FEE-9025-9C56-0F7C-A7072E7123A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1" name="Photo">
            <a:extLst>
              <a:ext uri="{FF2B5EF4-FFF2-40B4-BE49-F238E27FC236}">
                <a16:creationId xmlns:a16="http://schemas.microsoft.com/office/drawing/2014/main" id="{4895E303-848D-0EFD-AE66-3EB793485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4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2" name="Name">
            <a:extLst>
              <a:ext uri="{FF2B5EF4-FFF2-40B4-BE49-F238E27FC236}">
                <a16:creationId xmlns:a16="http://schemas.microsoft.com/office/drawing/2014/main" id="{AAA9209C-96B7-0C22-7688-4CF1866D7F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3" name="Photo">
            <a:extLst>
              <a:ext uri="{FF2B5EF4-FFF2-40B4-BE49-F238E27FC236}">
                <a16:creationId xmlns:a16="http://schemas.microsoft.com/office/drawing/2014/main" id="{93CCC382-3068-ACC3-D178-0A64A89A0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4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4" name="Name">
            <a:extLst>
              <a:ext uri="{FF2B5EF4-FFF2-40B4-BE49-F238E27FC236}">
                <a16:creationId xmlns:a16="http://schemas.microsoft.com/office/drawing/2014/main" id="{5E6FC7B6-F606-19CF-ED89-2CAD22397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7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5" name="Photo">
            <a:extLst>
              <a:ext uri="{FF2B5EF4-FFF2-40B4-BE49-F238E27FC236}">
                <a16:creationId xmlns:a16="http://schemas.microsoft.com/office/drawing/2014/main" id="{48AB0D71-1D05-BA60-5873-405718EFE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6" name="Name">
            <a:extLst>
              <a:ext uri="{FF2B5EF4-FFF2-40B4-BE49-F238E27FC236}">
                <a16:creationId xmlns:a16="http://schemas.microsoft.com/office/drawing/2014/main" id="{B816C60D-C808-1B3F-7983-42BFFC7150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7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3" name="Photo">
            <a:extLst>
              <a:ext uri="{FF2B5EF4-FFF2-40B4-BE49-F238E27FC236}">
                <a16:creationId xmlns:a16="http://schemas.microsoft.com/office/drawing/2014/main" id="{6D9EC674-B396-4173-CF7A-55524DD00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0001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4" name="Name">
            <a:extLst>
              <a:ext uri="{FF2B5EF4-FFF2-40B4-BE49-F238E27FC236}">
                <a16:creationId xmlns:a16="http://schemas.microsoft.com/office/drawing/2014/main" id="{C5E8DA5B-6324-6132-C720-8353CD7617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55719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5" name="Photo">
            <a:extLst>
              <a:ext uri="{FF2B5EF4-FFF2-40B4-BE49-F238E27FC236}">
                <a16:creationId xmlns:a16="http://schemas.microsoft.com/office/drawing/2014/main" id="{02B25DF6-8257-C003-76E8-5E7DF974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120001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6" name="Name">
            <a:extLst>
              <a:ext uri="{FF2B5EF4-FFF2-40B4-BE49-F238E27FC236}">
                <a16:creationId xmlns:a16="http://schemas.microsoft.com/office/drawing/2014/main" id="{BD6B222D-42D5-B431-BE62-0FAE6ED7B7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5719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7" name="Photo">
            <a:extLst>
              <a:ext uri="{FF2B5EF4-FFF2-40B4-BE49-F238E27FC236}">
                <a16:creationId xmlns:a16="http://schemas.microsoft.com/office/drawing/2014/main" id="{AFE6353F-E99A-4CF4-97A9-A358D47A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120001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8" name="Name">
            <a:extLst>
              <a:ext uri="{FF2B5EF4-FFF2-40B4-BE49-F238E27FC236}">
                <a16:creationId xmlns:a16="http://schemas.microsoft.com/office/drawing/2014/main" id="{B8BBF4BC-382A-0E95-1E6B-4417007938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55719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2EEB2A2D-D125-73D4-B226-E251A1EB21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BA0CC-4324-5734-DA20-C6D8884A70B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62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BC5A0F-5344-B0B5-9004-08B6B035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F4165A-6F6D-CF5F-E13A-FFEA57ABE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480000" y="1368000"/>
            <a:ext cx="4680000" cy="4716000"/>
          </a:xfrm>
          <a:custGeom>
            <a:avLst/>
            <a:gdLst>
              <a:gd name="connsiteX0" fmla="*/ 2265652 w 4532600"/>
              <a:gd name="connsiteY0" fmla="*/ 0 h 4533897"/>
              <a:gd name="connsiteX1" fmla="*/ 4532600 w 4532600"/>
              <a:gd name="connsiteY1" fmla="*/ 1121132 h 4533897"/>
              <a:gd name="connsiteX2" fmla="*/ 4532600 w 4532600"/>
              <a:gd name="connsiteY2" fmla="*/ 3412768 h 4533897"/>
              <a:gd name="connsiteX3" fmla="*/ 2265658 w 4532600"/>
              <a:gd name="connsiteY3" fmla="*/ 4533897 h 4533897"/>
              <a:gd name="connsiteX4" fmla="*/ 2265646 w 4532600"/>
              <a:gd name="connsiteY4" fmla="*/ 4533897 h 4533897"/>
              <a:gd name="connsiteX5" fmla="*/ 0 w 4532600"/>
              <a:gd name="connsiteY5" fmla="*/ 3413411 h 4533897"/>
              <a:gd name="connsiteX6" fmla="*/ 0 w 4532600"/>
              <a:gd name="connsiteY6" fmla="*/ 1120489 h 453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2600" h="4533897">
                <a:moveTo>
                  <a:pt x="2265652" y="0"/>
                </a:moveTo>
                <a:lnTo>
                  <a:pt x="4532600" y="1121132"/>
                </a:lnTo>
                <a:lnTo>
                  <a:pt x="4532600" y="3412768"/>
                </a:lnTo>
                <a:lnTo>
                  <a:pt x="2265658" y="4533897"/>
                </a:lnTo>
                <a:lnTo>
                  <a:pt x="2265646" y="4533897"/>
                </a:lnTo>
                <a:lnTo>
                  <a:pt x="0" y="3413411"/>
                </a:lnTo>
                <a:lnTo>
                  <a:pt x="0" y="11204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13" name="Name">
            <a:extLst>
              <a:ext uri="{FF2B5EF4-FFF2-40B4-BE49-F238E27FC236}">
                <a16:creationId xmlns:a16="http://schemas.microsoft.com/office/drawing/2014/main" id="{9353BCC9-7B86-C207-5986-7F9E07DE93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28000" y="2484000"/>
            <a:ext cx="6084000" cy="792000"/>
          </a:xfrm>
        </p:spPr>
        <p:txBody>
          <a:bodyPr lIns="50400" tIns="0" rIns="0" bIns="0"/>
          <a:lstStyle>
            <a:lvl1pPr>
              <a:lnSpc>
                <a:spcPct val="100000"/>
              </a:lnSpc>
              <a:spcBef>
                <a:spcPts val="600"/>
              </a:spcBef>
              <a:defRPr sz="18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8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5E04951-CD18-66A4-AC2D-62D09BD219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28000" y="3276000"/>
            <a:ext cx="6084000" cy="280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D4641AD1-BEC7-9894-ECF7-1E0565C7B8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F390-317A-F2FD-B78C-D30ABC6EE40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38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4680001" cy="72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defRPr sz="18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8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274109"/>
            <a:ext cx="4680000" cy="36694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28000" y="2268000"/>
            <a:ext cx="6083718" cy="381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47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4458-A501-6A56-ADE3-C06BD8E2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540000"/>
          </a:xfrm>
        </p:spPr>
        <p:txBody>
          <a:bodyPr>
            <a:noAutofit/>
          </a:bodyPr>
          <a:lstStyle>
            <a:lvl1pPr>
              <a:defRPr>
                <a:solidFill>
                  <a:srgbClr val="9B00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786EEC0-3A40-806E-576A-3B4F5D0A01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000" y="828000"/>
            <a:ext cx="11232000" cy="288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isclaimer">
            <a:extLst>
              <a:ext uri="{FF2B5EF4-FFF2-40B4-BE49-F238E27FC236}">
                <a16:creationId xmlns:a16="http://schemas.microsoft.com/office/drawing/2014/main" id="{059A6E4C-3658-EEFC-A4B9-7CD2D194E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000" y="1342800"/>
            <a:ext cx="11232000" cy="4752000"/>
          </a:xfrm>
        </p:spPr>
        <p:txBody>
          <a:bodyPr numCol="2" spcCol="432000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ct val="100000"/>
              </a:lnSpc>
              <a:spcBef>
                <a:spcPts val="300"/>
              </a:spcBef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6" name="footnotes">
            <a:extLst>
              <a:ext uri="{FF2B5EF4-FFF2-40B4-BE49-F238E27FC236}">
                <a16:creationId xmlns:a16="http://schemas.microsoft.com/office/drawing/2014/main" id="{BDB8A385-34C8-3050-F4BE-AC499B846D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2000" y="6102000"/>
            <a:ext cx="9360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7" name="Slide Number Placeholder 86">
            <a:extLst>
              <a:ext uri="{FF2B5EF4-FFF2-40B4-BE49-F238E27FC236}">
                <a16:creationId xmlns:a16="http://schemas.microsoft.com/office/drawing/2014/main" id="{1438F23A-D695-9BF6-C082-7AE85F778F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52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4458-A501-6A56-ADE3-C06BD8E2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251999"/>
            <a:ext cx="2556000" cy="1116000"/>
          </a:xfrm>
        </p:spPr>
        <p:txBody>
          <a:bodyPr>
            <a:noAutofit/>
          </a:bodyPr>
          <a:lstStyle>
            <a:lvl1pPr>
              <a:defRPr>
                <a:solidFill>
                  <a:srgbClr val="9B003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786EEC0-3A40-806E-576A-3B4F5D0A01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800" y="1414799"/>
            <a:ext cx="2556000" cy="144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isclaimer">
            <a:extLst>
              <a:ext uri="{FF2B5EF4-FFF2-40B4-BE49-F238E27FC236}">
                <a16:creationId xmlns:a16="http://schemas.microsoft.com/office/drawing/2014/main" id="{059A6E4C-3658-EEFC-A4B9-7CD2D194E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7720" y="1414800"/>
            <a:ext cx="8424000" cy="4680000"/>
          </a:xfrm>
        </p:spPr>
        <p:txBody>
          <a:bodyPr numCol="2" spcCol="432000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ct val="100000"/>
              </a:lnSpc>
              <a:spcBef>
                <a:spcPts val="300"/>
              </a:spcBef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E37FE0F-606C-33BF-51BF-F90D55C262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20" y="6102000"/>
            <a:ext cx="8424000" cy="756000"/>
          </a:xfrm>
        </p:spPr>
        <p:txBody>
          <a:bodyPr bIns="1548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F7EF5-6190-8D91-7961-09F539B5CB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42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7DD0C67-BA4F-CECD-A33F-9D11386DD2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700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DD0C67-BA4F-CECD-A33F-9D11386DD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152000"/>
            <a:ext cx="5616000" cy="2412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3744000"/>
            <a:ext cx="5616000" cy="39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BE99B3D0-DA51-48E0-1F0B-97E9C304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7600" y="0"/>
            <a:ext cx="58644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B349BFDB-4430-C905-50B7-B460D79597D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4" r="64"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364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C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125800"/>
            <a:ext cx="5617200" cy="2412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rgbClr val="E7FF00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3737142"/>
            <a:ext cx="5617200" cy="39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BE99B3D0-DA51-48E0-1F0B-97E9C304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8800" y="0"/>
            <a:ext cx="58632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A33411DE-F963-262B-8BC7-769C6FB97C0C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29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89AA79-FE14-E0F1-2C43-0C235E6B09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50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89AA79-FE14-E0F1-2C43-0C235E6B0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E914A8-3612-EF49-8B87-BA69D8CE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531000"/>
            <a:ext cx="10223499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828E5-4B10-6E6A-149E-A60A260E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5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63DBFA-4F5A-77A5-9D39-A98900212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" r="13"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86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Hero">
    <p:bg>
      <p:bgPr>
        <a:solidFill>
          <a:srgbClr val="641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 descr="live your best life">
            <a:extLst>
              <a:ext uri="{FF2B5EF4-FFF2-40B4-BE49-F238E27FC236}">
                <a16:creationId xmlns:a16="http://schemas.microsoft.com/office/drawing/2014/main" id="{019B7B35-4035-E245-6C5E-AD538C198C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2000" y="945547"/>
            <a:ext cx="5148000" cy="49669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</p:spTree>
    <p:extLst>
      <p:ext uri="{BB962C8B-B14F-4D97-AF65-F5344CB8AC3E}">
        <p14:creationId xmlns:p14="http://schemas.microsoft.com/office/powerpoint/2010/main" val="1117364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s with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2B7E-FDF2-4DAD-95AF-510105EFD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38" y="1"/>
            <a:ext cx="10515600" cy="1180618"/>
          </a:xfrm>
          <a:prstGeom prst="rect">
            <a:avLst/>
          </a:prstGeom>
        </p:spPr>
        <p:txBody>
          <a:bodyPr lIns="0" tIns="0" rIns="0" bIns="72000" anchor="b" anchorCtr="0"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16BB5-BF5C-4F7D-9AB4-6C27C4B3BE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818" y="6318000"/>
            <a:ext cx="8518525" cy="3048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800" i="1"/>
            </a:lvl1pPr>
            <a:lvl2pPr marL="457200" indent="0">
              <a:buNone/>
              <a:defRPr sz="800" i="1"/>
            </a:lvl2pPr>
            <a:lvl3pPr marL="914400" indent="0">
              <a:buNone/>
              <a:defRPr sz="800" i="1"/>
            </a:lvl3pPr>
            <a:lvl4pPr marL="1371600" indent="0">
              <a:buNone/>
              <a:defRPr sz="800" i="1"/>
            </a:lvl4pPr>
            <a:lvl5pPr marL="1828800" indent="0">
              <a:buNone/>
              <a:defRPr sz="800" i="1"/>
            </a:lvl5pPr>
          </a:lstStyle>
          <a:p>
            <a:pPr lvl="0"/>
            <a:r>
              <a:rPr lang="en-US"/>
              <a:t>Place footnotes in this area</a:t>
            </a:r>
          </a:p>
          <a:p>
            <a:pPr lvl="1"/>
            <a:endParaRPr lang="nl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80D343-9626-4395-BD76-3B90D4250D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203769"/>
            <a:ext cx="10515600" cy="46298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sub title style</a:t>
            </a:r>
            <a:endParaRPr lang="nl-NL"/>
          </a:p>
        </p:txBody>
      </p:sp>
      <p:sp>
        <p:nvSpPr>
          <p:cNvPr id="7" name="Tijdelijke aanduiding voor tekst 11">
            <a:extLst>
              <a:ext uri="{FF2B5EF4-FFF2-40B4-BE49-F238E27FC236}">
                <a16:creationId xmlns:a16="http://schemas.microsoft.com/office/drawing/2014/main" id="{0CB1BB79-5D26-4BD8-A329-06E3FEBDD2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438" y="1944546"/>
            <a:ext cx="10531475" cy="4120588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chemeClr val="accent1"/>
              </a:buClr>
              <a:defRPr sz="2000">
                <a:solidFill>
                  <a:schemeClr val="tx1"/>
                </a:solidFill>
              </a:defRPr>
            </a:lvl1pPr>
            <a:lvl2pPr marL="625475" indent="-266700">
              <a:buClr>
                <a:schemeClr val="accent1"/>
              </a:buClr>
              <a:buFont typeface="Calibri" panose="020F0502020204030204" pitchFamily="34" charset="0"/>
              <a:buChar char="-"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890588" indent="-265113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nl-NL"/>
              <a:t>Edit text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447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999">
          <p15:clr>
            <a:srgbClr val="FBAE40"/>
          </p15:clr>
        </p15:guide>
        <p15:guide id="2" orient="horz" pos="323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kumimoji="0" sz="1800" b="0" i="0" u="none" strike="noStrike" kern="100" cap="none" spc="-3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1D8BD707-D9CF-40AE-B4C6-C98DA3205C09}" type="datetimeFigureOut">
              <a:rPr kumimoji="0" lang="en-US" sz="800" b="0" i="0" u="none" strike="noStrike" kern="100" cap="none" spc="-3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81805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3/12/2026</a:t>
            </a:fld>
            <a:endParaRPr kumimoji="0" lang="en-US" sz="800" b="0" i="0" u="none" strike="noStrike" kern="100" cap="none" spc="-3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B6F15528-21DE-4FAA-801E-634DDDAF4B2B}" type="slidenum">
              <a:rPr kumimoji="0" sz="800" b="0" i="0" u="none" strike="noStrike" kern="100" cap="none" spc="-3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81805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‹#›</a:t>
            </a:fld>
            <a:endParaRPr kumimoji="0" sz="800" b="0" i="0" u="none" strike="noStrike" kern="100" cap="none" spc="-3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53866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45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9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kumimoji="0" sz="1800" b="0" i="0" u="none" strike="noStrike" kern="100" cap="none" spc="-3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1D8BD707-D9CF-40AE-B4C6-C98DA3205C09}" type="datetimeFigureOut">
              <a:rPr kumimoji="0" lang="en-US" sz="800" b="0" i="0" u="none" strike="noStrike" kern="100" cap="none" spc="-3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81805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3/12/2026</a:t>
            </a:fld>
            <a:endParaRPr kumimoji="0" lang="en-US" sz="800" b="0" i="0" u="none" strike="noStrike" kern="100" cap="none" spc="-3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fld id="{B6F15528-21DE-4FAA-801E-634DDDAF4B2B}" type="slidenum">
              <a:rPr kumimoji="0" sz="800" b="0" i="0" u="none" strike="noStrike" kern="100" cap="none" spc="-3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9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81805"/>
                </a:buClr>
                <a:buSzTx/>
                <a:buFont typeface="Arial" panose="020B0604020202020204" pitchFamily="34" charset="0"/>
                <a:buChar char="​"/>
                <a:tabLst/>
                <a:defRPr/>
              </a:pPr>
              <a:t>‹#›</a:t>
            </a:fld>
            <a:endParaRPr kumimoji="0" sz="800" b="0" i="0" u="none" strike="noStrike" kern="100" cap="none" spc="-3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15163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sz="quarter" idx="13" hasCustomPrompt="1"/>
          </p:nvPr>
        </p:nvSpPr>
        <p:spPr>
          <a:xfrm>
            <a:off x="447357" y="1773238"/>
            <a:ext cx="10952481" cy="406876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 typeface="Calibri" panose="020F0502020204030204" pitchFamily="34" charset="0"/>
              <a:buChar char="-"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 baseline="0">
                <a:solidFill>
                  <a:schemeClr val="tx1"/>
                </a:solidFill>
              </a:defRPr>
            </a:lvl3pPr>
          </a:lstStyle>
          <a:p>
            <a:pPr lvl="0"/>
            <a:r>
              <a:rPr lang="nl-NL"/>
              <a:t>Pas de tekst aan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199438" y="106363"/>
            <a:ext cx="3176587" cy="2905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 i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Vul</a:t>
            </a:r>
            <a:r>
              <a:rPr lang="en-US"/>
              <a:t> </a:t>
            </a:r>
            <a:r>
              <a:rPr lang="en-US" err="1"/>
              <a:t>hier</a:t>
            </a:r>
            <a:r>
              <a:rPr lang="en-US"/>
              <a:t> </a:t>
            </a:r>
            <a:r>
              <a:rPr lang="en-US" err="1"/>
              <a:t>hoofdstuk</a:t>
            </a:r>
            <a:r>
              <a:rPr lang="en-US"/>
              <a:t>- of </a:t>
            </a:r>
            <a:r>
              <a:rPr lang="en-US" err="1"/>
              <a:t>presentatietitel</a:t>
            </a:r>
            <a:r>
              <a:rPr lang="en-US"/>
              <a:t> in</a:t>
            </a:r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832" y="914559"/>
            <a:ext cx="10952481" cy="3355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>
                <a:solidFill>
                  <a:schemeClr val="accent1"/>
                </a:solidFill>
              </a:defRPr>
            </a:lvl2pPr>
            <a:lvl3pPr marL="914400" indent="0">
              <a:buNone/>
              <a:defRPr sz="1800" b="1">
                <a:solidFill>
                  <a:schemeClr val="accent1"/>
                </a:solidFill>
              </a:defRPr>
            </a:lvl3pPr>
            <a:lvl4pPr marL="1371600" indent="0">
              <a:buNone/>
              <a:defRPr sz="1600" b="1">
                <a:solidFill>
                  <a:schemeClr val="accent1"/>
                </a:solidFill>
              </a:defRPr>
            </a:lvl4pPr>
            <a:lvl5pPr marL="1828800" indent="0">
              <a:buNone/>
              <a:defRPr sz="16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nl-NL"/>
              <a:t>Pas de subtitel aan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428307" y="-3810"/>
            <a:ext cx="7706043" cy="921265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3200" baseline="0">
                <a:solidFill>
                  <a:schemeClr val="accent1"/>
                </a:solidFill>
              </a:defRPr>
            </a:lvl1pPr>
          </a:lstStyle>
          <a:p>
            <a:r>
              <a:rPr lang="nl-NL"/>
              <a:t>Pas de kop aan</a:t>
            </a:r>
            <a:endParaRPr lang="en-US"/>
          </a:p>
        </p:txBody>
      </p:sp>
      <p:sp>
        <p:nvSpPr>
          <p:cNvPr id="13" name="Tijdelijke aanduiding voor tekst 6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5" y="6320490"/>
            <a:ext cx="7992000" cy="160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/>
            </a:lvl1pPr>
          </a:lstStyle>
          <a:p>
            <a:pPr lvl="0"/>
            <a:r>
              <a:rPr lang="nl-NL"/>
              <a:t>Plaats voetnoten…</a:t>
            </a:r>
          </a:p>
        </p:txBody>
      </p:sp>
    </p:spTree>
    <p:extLst>
      <p:ext uri="{BB962C8B-B14F-4D97-AF65-F5344CB8AC3E}">
        <p14:creationId xmlns:p14="http://schemas.microsoft.com/office/powerpoint/2010/main" val="3128806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  <p15:guide id="2" orient="horz" pos="3680">
          <p15:clr>
            <a:srgbClr val="FBAE40"/>
          </p15:clr>
        </p15:guide>
        <p15:guide id="3" orient="horz" pos="11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tags" Target="../tags/tag2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theme" Target="../theme/theme1.xml"/><Relationship Id="rId9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08.xml"/><Relationship Id="rId42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34.xml"/><Relationship Id="rId63" Type="http://schemas.openxmlformats.org/officeDocument/2006/relationships/slideLayout" Target="../slideLayouts/slideLayout150.xml"/><Relationship Id="rId68" Type="http://schemas.openxmlformats.org/officeDocument/2006/relationships/slideLayout" Target="../slideLayouts/slideLayout155.xml"/><Relationship Id="rId84" Type="http://schemas.openxmlformats.org/officeDocument/2006/relationships/slideLayout" Target="../slideLayouts/slideLayout171.xml"/><Relationship Id="rId89" Type="http://schemas.openxmlformats.org/officeDocument/2006/relationships/slideLayout" Target="../slideLayouts/slideLayout176.xml"/><Relationship Id="rId1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98.xml"/><Relationship Id="rId32" Type="http://schemas.openxmlformats.org/officeDocument/2006/relationships/slideLayout" Target="../slideLayouts/slideLayout119.xml"/><Relationship Id="rId37" Type="http://schemas.openxmlformats.org/officeDocument/2006/relationships/slideLayout" Target="../slideLayouts/slideLayout124.xml"/><Relationship Id="rId53" Type="http://schemas.openxmlformats.org/officeDocument/2006/relationships/slideLayout" Target="../slideLayouts/slideLayout140.xml"/><Relationship Id="rId58" Type="http://schemas.openxmlformats.org/officeDocument/2006/relationships/slideLayout" Target="../slideLayouts/slideLayout145.xml"/><Relationship Id="rId74" Type="http://schemas.openxmlformats.org/officeDocument/2006/relationships/slideLayout" Target="../slideLayouts/slideLayout161.xml"/><Relationship Id="rId79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92.xml"/><Relationship Id="rId90" Type="http://schemas.openxmlformats.org/officeDocument/2006/relationships/slideLayout" Target="../slideLayouts/slideLayout177.xml"/><Relationship Id="rId95" Type="http://schemas.openxmlformats.org/officeDocument/2006/relationships/image" Target="../media/image1.emf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43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35.xml"/><Relationship Id="rId64" Type="http://schemas.openxmlformats.org/officeDocument/2006/relationships/slideLayout" Target="../slideLayouts/slideLayout151.xml"/><Relationship Id="rId69" Type="http://schemas.openxmlformats.org/officeDocument/2006/relationships/slideLayout" Target="../slideLayouts/slideLayout156.xml"/><Relationship Id="rId8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38.xml"/><Relationship Id="rId72" Type="http://schemas.openxmlformats.org/officeDocument/2006/relationships/slideLayout" Target="../slideLayouts/slideLayout159.xml"/><Relationship Id="rId80" Type="http://schemas.openxmlformats.org/officeDocument/2006/relationships/slideLayout" Target="../slideLayouts/slideLayout167.xml"/><Relationship Id="rId85" Type="http://schemas.openxmlformats.org/officeDocument/2006/relationships/slideLayout" Target="../slideLayouts/slideLayout172.xml"/><Relationship Id="rId93" Type="http://schemas.openxmlformats.org/officeDocument/2006/relationships/tags" Target="../tags/tag31.xml"/><Relationship Id="rId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12.xml"/><Relationship Id="rId33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25.xml"/><Relationship Id="rId46" Type="http://schemas.openxmlformats.org/officeDocument/2006/relationships/slideLayout" Target="../slideLayouts/slideLayout133.xml"/><Relationship Id="rId59" Type="http://schemas.openxmlformats.org/officeDocument/2006/relationships/slideLayout" Target="../slideLayouts/slideLayout146.xml"/><Relationship Id="rId67" Type="http://schemas.openxmlformats.org/officeDocument/2006/relationships/slideLayout" Target="../slideLayouts/slideLayout154.xml"/><Relationship Id="rId20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28.xml"/><Relationship Id="rId54" Type="http://schemas.openxmlformats.org/officeDocument/2006/relationships/slideLayout" Target="../slideLayouts/slideLayout141.xml"/><Relationship Id="rId62" Type="http://schemas.openxmlformats.org/officeDocument/2006/relationships/slideLayout" Target="../slideLayouts/slideLayout149.xml"/><Relationship Id="rId70" Type="http://schemas.openxmlformats.org/officeDocument/2006/relationships/slideLayout" Target="../slideLayouts/slideLayout157.xml"/><Relationship Id="rId75" Type="http://schemas.openxmlformats.org/officeDocument/2006/relationships/slideLayout" Target="../slideLayouts/slideLayout162.xml"/><Relationship Id="rId83" Type="http://schemas.openxmlformats.org/officeDocument/2006/relationships/slideLayout" Target="../slideLayouts/slideLayout170.xml"/><Relationship Id="rId88" Type="http://schemas.openxmlformats.org/officeDocument/2006/relationships/slideLayout" Target="../slideLayouts/slideLayout175.xml"/><Relationship Id="rId91" Type="http://schemas.openxmlformats.org/officeDocument/2006/relationships/slideLayout" Target="../slideLayouts/slideLayout178.xml"/><Relationship Id="rId96" Type="http://schemas.openxmlformats.org/officeDocument/2006/relationships/image" Target="../media/image10.svg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36" Type="http://schemas.openxmlformats.org/officeDocument/2006/relationships/slideLayout" Target="../slideLayouts/slideLayout123.xml"/><Relationship Id="rId49" Type="http://schemas.openxmlformats.org/officeDocument/2006/relationships/slideLayout" Target="../slideLayouts/slideLayout136.xml"/><Relationship Id="rId57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18.xml"/><Relationship Id="rId44" Type="http://schemas.openxmlformats.org/officeDocument/2006/relationships/slideLayout" Target="../slideLayouts/slideLayout131.xml"/><Relationship Id="rId52" Type="http://schemas.openxmlformats.org/officeDocument/2006/relationships/slideLayout" Target="../slideLayouts/slideLayout139.xml"/><Relationship Id="rId60" Type="http://schemas.openxmlformats.org/officeDocument/2006/relationships/slideLayout" Target="../slideLayouts/slideLayout147.xml"/><Relationship Id="rId65" Type="http://schemas.openxmlformats.org/officeDocument/2006/relationships/slideLayout" Target="../slideLayouts/slideLayout152.xml"/><Relationship Id="rId73" Type="http://schemas.openxmlformats.org/officeDocument/2006/relationships/slideLayout" Target="../slideLayouts/slideLayout160.xml"/><Relationship Id="rId78" Type="http://schemas.openxmlformats.org/officeDocument/2006/relationships/slideLayout" Target="../slideLayouts/slideLayout165.xml"/><Relationship Id="rId81" Type="http://schemas.openxmlformats.org/officeDocument/2006/relationships/slideLayout" Target="../slideLayouts/slideLayout168.xml"/><Relationship Id="rId86" Type="http://schemas.openxmlformats.org/officeDocument/2006/relationships/slideLayout" Target="../slideLayouts/slideLayout173.xml"/><Relationship Id="rId94" Type="http://schemas.openxmlformats.org/officeDocument/2006/relationships/oleObject" Target="../embeddings/oleObject1.bin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9" Type="http://schemas.openxmlformats.org/officeDocument/2006/relationships/slideLayout" Target="../slideLayouts/slideLayout126.xml"/><Relationship Id="rId34" Type="http://schemas.openxmlformats.org/officeDocument/2006/relationships/slideLayout" Target="../slideLayouts/slideLayout121.xml"/><Relationship Id="rId50" Type="http://schemas.openxmlformats.org/officeDocument/2006/relationships/slideLayout" Target="../slideLayouts/slideLayout137.xml"/><Relationship Id="rId55" Type="http://schemas.openxmlformats.org/officeDocument/2006/relationships/slideLayout" Target="../slideLayouts/slideLayout142.xml"/><Relationship Id="rId76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94.xml"/><Relationship Id="rId71" Type="http://schemas.openxmlformats.org/officeDocument/2006/relationships/slideLayout" Target="../slideLayouts/slideLayout158.xml"/><Relationship Id="rId92" Type="http://schemas.openxmlformats.org/officeDocument/2006/relationships/theme" Target="../theme/theme2.xml"/><Relationship Id="rId2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116.xml"/><Relationship Id="rId24" Type="http://schemas.openxmlformats.org/officeDocument/2006/relationships/slideLayout" Target="../slideLayouts/slideLayout111.xml"/><Relationship Id="rId40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32.xml"/><Relationship Id="rId66" Type="http://schemas.openxmlformats.org/officeDocument/2006/relationships/slideLayout" Target="../slideLayouts/slideLayout153.xml"/><Relationship Id="rId87" Type="http://schemas.openxmlformats.org/officeDocument/2006/relationships/slideLayout" Target="../slideLayouts/slideLayout174.xml"/><Relationship Id="rId61" Type="http://schemas.openxmlformats.org/officeDocument/2006/relationships/slideLayout" Target="../slideLayouts/slideLayout148.xml"/><Relationship Id="rId82" Type="http://schemas.openxmlformats.org/officeDocument/2006/relationships/slideLayout" Target="../slideLayouts/slideLayout169.xml"/><Relationship Id="rId1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1.xml"/><Relationship Id="rId30" Type="http://schemas.openxmlformats.org/officeDocument/2006/relationships/slideLayout" Target="../slideLayouts/slideLayout117.xml"/><Relationship Id="rId35" Type="http://schemas.openxmlformats.org/officeDocument/2006/relationships/slideLayout" Target="../slideLayouts/slideLayout122.xml"/><Relationship Id="rId56" Type="http://schemas.openxmlformats.org/officeDocument/2006/relationships/slideLayout" Target="../slideLayouts/slideLayout143.xml"/><Relationship Id="rId77" Type="http://schemas.openxmlformats.org/officeDocument/2006/relationships/slideLayout" Target="../slideLayouts/slideLayout1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D7DBB37-5DB1-AF5A-3D0F-54CF80A6EF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9"/>
            </p:custDataLst>
            <p:extLst>
              <p:ext uri="{D42A27DB-BD31-4B8C-83A1-F6EECF244321}">
                <p14:modId xmlns:p14="http://schemas.microsoft.com/office/powerpoint/2010/main" val="3869504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0" imgW="306" imgH="306" progId="TCLayout.ActiveDocument.1">
                  <p:embed/>
                </p:oleObj>
              </mc:Choice>
              <mc:Fallback>
                <p:oleObj name="think-cell Slide" r:id="rId90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7DBB37-5DB1-AF5A-3D0F-54CF80A6EF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25A6B-8F5B-A241-A3BD-B5FDE9F51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32000" y="2018"/>
            <a:ext cx="1260000" cy="180000"/>
          </a:xfrm>
          <a:prstGeom prst="rect">
            <a:avLst/>
          </a:prstGeom>
        </p:spPr>
        <p:txBody>
          <a:bodyPr vert="horz" wrap="none" lIns="72000" tIns="72000" rIns="72000" bIns="72000" rtlCol="0" anchor="ctr">
            <a:noAutofit/>
          </a:bodyPr>
          <a:lstStyle>
            <a:lvl1pPr algn="r">
              <a:defRPr sz="800">
                <a:solidFill>
                  <a:srgbClr val="281805"/>
                </a:solidFill>
              </a:defRPr>
            </a:lvl1pPr>
          </a:lstStyle>
          <a:p>
            <a:fld id="{A9D88946-1CC8-4682-856B-CF2480E42B21}" type="datetime3">
              <a:rPr lang="en-US" smtClean="0"/>
              <a:t>12 March 2026</a:t>
            </a:fld>
            <a:endParaRPr lang="en-US"/>
          </a:p>
        </p:txBody>
      </p:sp>
      <p:grpSp>
        <p:nvGrpSpPr>
          <p:cNvPr id="39" name="Graphic 29">
            <a:extLst>
              <a:ext uri="{FF2B5EF4-FFF2-40B4-BE49-F238E27FC236}">
                <a16:creationId xmlns:a16="http://schemas.microsoft.com/office/drawing/2014/main" id="{E46F5822-CF06-7CB7-961A-2F4CF8A61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328982"/>
            <a:ext cx="655376" cy="410164"/>
            <a:chOff x="0" y="782816"/>
            <a:chExt cx="638870" cy="399835"/>
          </a:xfrm>
          <a:solidFill>
            <a:srgbClr val="63B6FF">
              <a:alpha val="0"/>
            </a:srgbClr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467514C-D026-5F26-17AC-E0144B92E403}"/>
                </a:ext>
              </a:extLst>
            </p:cNvPr>
            <p:cNvSpPr/>
            <p:nvPr/>
          </p:nvSpPr>
          <p:spPr>
            <a:xfrm>
              <a:off x="0" y="782816"/>
              <a:ext cx="213160" cy="213159"/>
            </a:xfrm>
            <a:custGeom>
              <a:avLst/>
              <a:gdLst>
                <a:gd name="connsiteX0" fmla="*/ 0 w 213160"/>
                <a:gd name="connsiteY0" fmla="*/ 56878 h 213159"/>
                <a:gd name="connsiteX1" fmla="*/ 156282 w 213160"/>
                <a:gd name="connsiteY1" fmla="*/ 0 h 213159"/>
                <a:gd name="connsiteX2" fmla="*/ 213160 w 213160"/>
                <a:gd name="connsiteY2" fmla="*/ 156282 h 213159"/>
                <a:gd name="connsiteX3" fmla="*/ 56878 w 213160"/>
                <a:gd name="connsiteY3" fmla="*/ 213160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60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2"/>
                  </a:lnTo>
                  <a:lnTo>
                    <a:pt x="56878" y="213160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9D4054C-45B1-5A95-E260-71EDBD7D557D}"/>
                </a:ext>
              </a:extLst>
            </p:cNvPr>
            <p:cNvSpPr/>
            <p:nvPr/>
          </p:nvSpPr>
          <p:spPr>
            <a:xfrm>
              <a:off x="213160" y="876154"/>
              <a:ext cx="213159" cy="213159"/>
            </a:xfrm>
            <a:custGeom>
              <a:avLst/>
              <a:gdLst>
                <a:gd name="connsiteX0" fmla="*/ 0 w 213159"/>
                <a:gd name="connsiteY0" fmla="*/ 56878 h 213159"/>
                <a:gd name="connsiteX1" fmla="*/ 156282 w 213159"/>
                <a:gd name="connsiteY1" fmla="*/ 0 h 213159"/>
                <a:gd name="connsiteX2" fmla="*/ 213160 w 213159"/>
                <a:gd name="connsiteY2" fmla="*/ 156281 h 213159"/>
                <a:gd name="connsiteX3" fmla="*/ 56878 w 213159"/>
                <a:gd name="connsiteY3" fmla="*/ 213159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59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1"/>
                  </a:lnTo>
                  <a:lnTo>
                    <a:pt x="56878" y="213159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7FE5822-6885-76E2-B897-9D46ADE46B96}"/>
                </a:ext>
              </a:extLst>
            </p:cNvPr>
            <p:cNvSpPr/>
            <p:nvPr/>
          </p:nvSpPr>
          <p:spPr>
            <a:xfrm>
              <a:off x="425711" y="969491"/>
              <a:ext cx="213159" cy="213159"/>
            </a:xfrm>
            <a:custGeom>
              <a:avLst/>
              <a:gdLst>
                <a:gd name="connsiteX0" fmla="*/ 0 w 213159"/>
                <a:gd name="connsiteY0" fmla="*/ 56878 h 213159"/>
                <a:gd name="connsiteX1" fmla="*/ 156282 w 213159"/>
                <a:gd name="connsiteY1" fmla="*/ 0 h 213159"/>
                <a:gd name="connsiteX2" fmla="*/ 213160 w 213159"/>
                <a:gd name="connsiteY2" fmla="*/ 156282 h 213159"/>
                <a:gd name="connsiteX3" fmla="*/ 56878 w 213159"/>
                <a:gd name="connsiteY3" fmla="*/ 213160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59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2"/>
                  </a:lnTo>
                  <a:lnTo>
                    <a:pt x="56878" y="213160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01C83-36AE-A5E2-4E80-B3AD2D74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85944-6880-CBB6-BA63-4A90CA935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00" y="1296000"/>
            <a:ext cx="11232000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63915-CBC8-75C7-C27B-2ADA3EEF6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2000" y="6102000"/>
            <a:ext cx="480000" cy="756000"/>
          </a:xfrm>
          <a:prstGeom prst="rect">
            <a:avLst/>
          </a:prstGeom>
        </p:spPr>
        <p:txBody>
          <a:bodyPr vert="horz" lIns="0" tIns="0" rIns="190800" bIns="15480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C48B9D-E96E-CF7A-0393-A815621AA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08575"/>
            <a:ext cx="0" cy="180000"/>
          </a:xfrm>
          <a:prstGeom prst="line">
            <a:avLst/>
          </a:prstGeom>
          <a:ln>
            <a:solidFill>
              <a:srgbClr val="28180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2A65B7-C498-C19F-571F-ECCE64119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6886575"/>
            <a:ext cx="0" cy="180000"/>
          </a:xfrm>
          <a:prstGeom prst="line">
            <a:avLst/>
          </a:prstGeom>
          <a:ln>
            <a:solidFill>
              <a:srgbClr val="28180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 hidden="1">
            <a:extLst>
              <a:ext uri="{FF2B5EF4-FFF2-40B4-BE49-F238E27FC236}">
                <a16:creationId xmlns:a16="http://schemas.microsoft.com/office/drawing/2014/main" id="{BA72FC20-E2CA-59C4-7B21-62C9115E4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82166" y="-250200"/>
            <a:ext cx="12756333" cy="7357336"/>
            <a:chOff x="-282166" y="-250200"/>
            <a:chExt cx="12756333" cy="735733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2B8D85E-52EF-FA63-9592-265E43AD271D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282166" y="-249136"/>
              <a:ext cx="766850" cy="1806436"/>
              <a:chOff x="-282166" y="-249136"/>
              <a:chExt cx="766850" cy="1806436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6D0D5E-5313-2E8E-FAC4-9AE8AC71A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8468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2E47E72-9EED-156D-E1C9-0EF9F58EB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4860373-8117-E073-7E3E-240392FEC0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173599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8D9028B-4948-B67E-79B8-A1A4C3540E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4619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97BD11A-2E6F-80FC-4AC5-0F4673578EF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V="1">
              <a:off x="-282166" y="6669000"/>
              <a:ext cx="766850" cy="438136"/>
              <a:chOff x="-282166" y="-249136"/>
              <a:chExt cx="766850" cy="438136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33A3C60-6DDF-0E86-7A5D-C9E2DC700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8468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973A5B8-A847-F13D-C557-F6CAA8F1C3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D787A70-EF66-4785-95AD-991F81706E7F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H="1">
              <a:off x="11716147" y="-250200"/>
              <a:ext cx="758020" cy="1806436"/>
              <a:chOff x="-282166" y="-249136"/>
              <a:chExt cx="758020" cy="1806436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C36DF73-1683-B9E0-DAE2-CC4FA9411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7585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74D68E9-43F3-F793-E58E-42D96487CD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A51D9C8-457F-A702-330E-3E83FF49A9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173599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317C7D4-4BF5-ECE3-AB0F-69BAEB0392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4619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1F3722B-662F-EE1F-F28F-2117DFF43FC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H="1" flipV="1">
              <a:off x="11716147" y="6669000"/>
              <a:ext cx="758020" cy="438136"/>
              <a:chOff x="-282166" y="-249136"/>
              <a:chExt cx="758020" cy="438136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1A63819-901C-AE9C-B688-44EE3E52D1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7585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85C02E4-A713-5717-13B4-0D5BEFA00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" name="Logo">
            <a:extLst>
              <a:ext uri="{FF2B5EF4-FFF2-40B4-BE49-F238E27FC236}">
                <a16:creationId xmlns:a16="http://schemas.microsoft.com/office/drawing/2014/main" id="{9FAFFEC7-5B44-048A-5234-FB83C136D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 l="26" r="26"/>
          <a:stretch/>
        </p:blipFill>
        <p:spPr>
          <a:xfrm>
            <a:off x="-38100" y="61552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1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89" r:id="rId26"/>
    <p:sldLayoutId id="2147483790" r:id="rId27"/>
    <p:sldLayoutId id="2147483791" r:id="rId28"/>
    <p:sldLayoutId id="2147483792" r:id="rId29"/>
    <p:sldLayoutId id="2147483793" r:id="rId30"/>
    <p:sldLayoutId id="2147483794" r:id="rId31"/>
    <p:sldLayoutId id="2147483795" r:id="rId32"/>
    <p:sldLayoutId id="2147483796" r:id="rId33"/>
    <p:sldLayoutId id="2147483797" r:id="rId34"/>
    <p:sldLayoutId id="2147483798" r:id="rId35"/>
    <p:sldLayoutId id="2147483799" r:id="rId36"/>
    <p:sldLayoutId id="2147483800" r:id="rId37"/>
    <p:sldLayoutId id="2147483801" r:id="rId38"/>
    <p:sldLayoutId id="2147483802" r:id="rId39"/>
    <p:sldLayoutId id="2147483803" r:id="rId40"/>
    <p:sldLayoutId id="2147483804" r:id="rId41"/>
    <p:sldLayoutId id="2147483805" r:id="rId42"/>
    <p:sldLayoutId id="2147483806" r:id="rId43"/>
    <p:sldLayoutId id="2147483807" r:id="rId44"/>
    <p:sldLayoutId id="2147483808" r:id="rId45"/>
    <p:sldLayoutId id="2147483809" r:id="rId46"/>
    <p:sldLayoutId id="2147483810" r:id="rId47"/>
    <p:sldLayoutId id="2147483811" r:id="rId48"/>
    <p:sldLayoutId id="2147483812" r:id="rId49"/>
    <p:sldLayoutId id="2147483813" r:id="rId50"/>
    <p:sldLayoutId id="2147483814" r:id="rId51"/>
    <p:sldLayoutId id="2147483815" r:id="rId52"/>
    <p:sldLayoutId id="214748381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23" r:id="rId60"/>
    <p:sldLayoutId id="2147483824" r:id="rId61"/>
    <p:sldLayoutId id="2147483825" r:id="rId62"/>
    <p:sldLayoutId id="2147483826" r:id="rId63"/>
    <p:sldLayoutId id="2147483827" r:id="rId64"/>
    <p:sldLayoutId id="2147483828" r:id="rId65"/>
    <p:sldLayoutId id="2147483829" r:id="rId66"/>
    <p:sldLayoutId id="2147483830" r:id="rId67"/>
    <p:sldLayoutId id="2147483831" r:id="rId68"/>
    <p:sldLayoutId id="2147483832" r:id="rId69"/>
    <p:sldLayoutId id="2147483833" r:id="rId70"/>
    <p:sldLayoutId id="2147483834" r:id="rId71"/>
    <p:sldLayoutId id="2147483835" r:id="rId72"/>
    <p:sldLayoutId id="2147483836" r:id="rId73"/>
    <p:sldLayoutId id="2147483837" r:id="rId74"/>
    <p:sldLayoutId id="2147483838" r:id="rId75"/>
    <p:sldLayoutId id="2147483839" r:id="rId76"/>
    <p:sldLayoutId id="2147483840" r:id="rId77"/>
    <p:sldLayoutId id="2147483841" r:id="rId78"/>
    <p:sldLayoutId id="2147483842" r:id="rId79"/>
    <p:sldLayoutId id="2147483843" r:id="rId80"/>
    <p:sldLayoutId id="2147483844" r:id="rId81"/>
    <p:sldLayoutId id="2147483845" r:id="rId82"/>
    <p:sldLayoutId id="2147483846" r:id="rId83"/>
    <p:sldLayoutId id="2147483847" r:id="rId84"/>
    <p:sldLayoutId id="2147483848" r:id="rId85"/>
    <p:sldLayoutId id="2147483849" r:id="rId86"/>
    <p:sldLayoutId id="2147483850" r:id="rId87"/>
  </p:sldLayoutIdLst>
  <p:hf hdr="0" ftr="0"/>
  <p:txStyles>
    <p:titleStyle>
      <a:lvl1pPr algn="l" defTabSz="914400" rtl="0" eaLnBrk="1" latinLnBrk="0" hangingPunct="1">
        <a:lnSpc>
          <a:spcPct val="92000"/>
        </a:lnSpc>
        <a:spcBef>
          <a:spcPct val="0"/>
        </a:spcBef>
        <a:buNone/>
        <a:defRPr sz="3200" kern="1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Font typeface="Arial" panose="020B0604020202020204" pitchFamily="34" charset="0"/>
        <a:buChar char="​"/>
        <a:defRPr sz="1800" b="0" kern="100" spc="-30" baseline="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95000"/>
        </a:lnSpc>
        <a:spcBef>
          <a:spcPts val="600"/>
        </a:spcBef>
        <a:buClrTx/>
        <a:buFont typeface="Arial" panose="020B0604020202020204" pitchFamily="34" charset="0"/>
        <a:buChar char="▪"/>
        <a:defRPr sz="1800" b="0" kern="1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B0604020202020204" pitchFamily="34" charset="0"/>
        <a:buChar char="•"/>
        <a:defRPr sz="1600" b="0" kern="100" spc="-30" baseline="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B0604020202020204" pitchFamily="34" charset="0"/>
        <a:buChar char="◦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5000"/>
        </a:lnSpc>
        <a:spcBef>
          <a:spcPts val="300"/>
        </a:spcBef>
        <a:buClrTx/>
        <a:buSzPct val="100000"/>
        <a:buFont typeface="Arial" panose="020E0502030303020204" pitchFamily="34" charset="0"/>
        <a:buChar char="–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5pPr>
      <a:lvl6pPr marL="358775" indent="-358775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SzPct val="90000"/>
        <a:buFont typeface="+mj-lt"/>
        <a:buAutoNum type="arabicPeriod"/>
        <a:tabLst/>
        <a:defRPr sz="1800" kern="100" spc="-30" baseline="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95000"/>
        </a:lnSpc>
        <a:spcBef>
          <a:spcPts val="30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360000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Font typeface="+mj-lt"/>
        <a:buAutoNum type="alphaLcPeriod"/>
        <a:defRPr sz="1800" b="0" kern="100" spc="-30" baseline="0">
          <a:solidFill>
            <a:srgbClr val="281805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40503050406030204" pitchFamily="18" charset="0"/>
        <a:buChar char="–"/>
        <a:defRPr sz="1600" b="0" kern="100" spc="-30" baseline="0">
          <a:solidFill>
            <a:srgbClr val="281805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90000"/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1" kern="1200">
          <a:solidFill>
            <a:srgbClr val="281805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1" kern="1200">
          <a:solidFill>
            <a:srgbClr val="281805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D7DBB37-5DB1-AF5A-3D0F-54CF80A6EF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3"/>
            </p:custDataLst>
            <p:extLst>
              <p:ext uri="{D42A27DB-BD31-4B8C-83A1-F6EECF244321}">
                <p14:modId xmlns:p14="http://schemas.microsoft.com/office/powerpoint/2010/main" val="3869504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4" imgW="306" imgH="306" progId="TCLayout.ActiveDocument.1">
                  <p:embed/>
                </p:oleObj>
              </mc:Choice>
              <mc:Fallback>
                <p:oleObj name="think-cell Slide" r:id="rId94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7DBB37-5DB1-AF5A-3D0F-54CF80A6EF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25A6B-8F5B-A241-A3BD-B5FDE9F51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32000" y="2018"/>
            <a:ext cx="1260000" cy="180000"/>
          </a:xfrm>
          <a:prstGeom prst="rect">
            <a:avLst/>
          </a:prstGeom>
        </p:spPr>
        <p:txBody>
          <a:bodyPr vert="horz" wrap="none" lIns="72000" tIns="72000" rIns="72000" bIns="72000" rtlCol="0" anchor="ctr">
            <a:noAutofit/>
          </a:bodyPr>
          <a:lstStyle>
            <a:lvl1pPr algn="r">
              <a:defRPr sz="800">
                <a:solidFill>
                  <a:srgbClr val="281805"/>
                </a:solidFill>
              </a:defRPr>
            </a:lvl1pPr>
          </a:lstStyle>
          <a:p>
            <a:fld id="{A9D88946-1CC8-4682-856B-CF2480E42B21}" type="datetime3">
              <a:rPr lang="en-US" smtClean="0"/>
              <a:t>12 March 2026</a:t>
            </a:fld>
            <a:endParaRPr lang="en-US"/>
          </a:p>
        </p:txBody>
      </p:sp>
      <p:grpSp>
        <p:nvGrpSpPr>
          <p:cNvPr id="39" name="Graphic 29">
            <a:extLst>
              <a:ext uri="{FF2B5EF4-FFF2-40B4-BE49-F238E27FC236}">
                <a16:creationId xmlns:a16="http://schemas.microsoft.com/office/drawing/2014/main" id="{E46F5822-CF06-7CB7-961A-2F4CF8A61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328982"/>
            <a:ext cx="655376" cy="410164"/>
            <a:chOff x="0" y="782816"/>
            <a:chExt cx="638870" cy="399835"/>
          </a:xfrm>
          <a:solidFill>
            <a:srgbClr val="63B6FF">
              <a:alpha val="0"/>
            </a:srgbClr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467514C-D026-5F26-17AC-E0144B92E403}"/>
                </a:ext>
              </a:extLst>
            </p:cNvPr>
            <p:cNvSpPr/>
            <p:nvPr/>
          </p:nvSpPr>
          <p:spPr>
            <a:xfrm>
              <a:off x="0" y="782816"/>
              <a:ext cx="213160" cy="213159"/>
            </a:xfrm>
            <a:custGeom>
              <a:avLst/>
              <a:gdLst>
                <a:gd name="connsiteX0" fmla="*/ 0 w 213160"/>
                <a:gd name="connsiteY0" fmla="*/ 56878 h 213159"/>
                <a:gd name="connsiteX1" fmla="*/ 156282 w 213160"/>
                <a:gd name="connsiteY1" fmla="*/ 0 h 213159"/>
                <a:gd name="connsiteX2" fmla="*/ 213160 w 213160"/>
                <a:gd name="connsiteY2" fmla="*/ 156282 h 213159"/>
                <a:gd name="connsiteX3" fmla="*/ 56878 w 213160"/>
                <a:gd name="connsiteY3" fmla="*/ 213160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60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2"/>
                  </a:lnTo>
                  <a:lnTo>
                    <a:pt x="56878" y="213160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9D4054C-45B1-5A95-E260-71EDBD7D557D}"/>
                </a:ext>
              </a:extLst>
            </p:cNvPr>
            <p:cNvSpPr/>
            <p:nvPr/>
          </p:nvSpPr>
          <p:spPr>
            <a:xfrm>
              <a:off x="213160" y="876154"/>
              <a:ext cx="213159" cy="213159"/>
            </a:xfrm>
            <a:custGeom>
              <a:avLst/>
              <a:gdLst>
                <a:gd name="connsiteX0" fmla="*/ 0 w 213159"/>
                <a:gd name="connsiteY0" fmla="*/ 56878 h 213159"/>
                <a:gd name="connsiteX1" fmla="*/ 156282 w 213159"/>
                <a:gd name="connsiteY1" fmla="*/ 0 h 213159"/>
                <a:gd name="connsiteX2" fmla="*/ 213160 w 213159"/>
                <a:gd name="connsiteY2" fmla="*/ 156281 h 213159"/>
                <a:gd name="connsiteX3" fmla="*/ 56878 w 213159"/>
                <a:gd name="connsiteY3" fmla="*/ 213159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59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1"/>
                  </a:lnTo>
                  <a:lnTo>
                    <a:pt x="56878" y="213159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7FE5822-6885-76E2-B897-9D46ADE46B96}"/>
                </a:ext>
              </a:extLst>
            </p:cNvPr>
            <p:cNvSpPr/>
            <p:nvPr/>
          </p:nvSpPr>
          <p:spPr>
            <a:xfrm>
              <a:off x="425711" y="969491"/>
              <a:ext cx="213159" cy="213159"/>
            </a:xfrm>
            <a:custGeom>
              <a:avLst/>
              <a:gdLst>
                <a:gd name="connsiteX0" fmla="*/ 0 w 213159"/>
                <a:gd name="connsiteY0" fmla="*/ 56878 h 213159"/>
                <a:gd name="connsiteX1" fmla="*/ 156282 w 213159"/>
                <a:gd name="connsiteY1" fmla="*/ 0 h 213159"/>
                <a:gd name="connsiteX2" fmla="*/ 213160 w 213159"/>
                <a:gd name="connsiteY2" fmla="*/ 156282 h 213159"/>
                <a:gd name="connsiteX3" fmla="*/ 56878 w 213159"/>
                <a:gd name="connsiteY3" fmla="*/ 213160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59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2"/>
                  </a:lnTo>
                  <a:lnTo>
                    <a:pt x="56878" y="213160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01C83-36AE-A5E2-4E80-B3AD2D74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85944-6880-CBB6-BA63-4A90CA935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00" y="1296000"/>
            <a:ext cx="11232000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63915-CBC8-75C7-C27B-2ADA3EEF6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2000" y="6102000"/>
            <a:ext cx="480000" cy="756000"/>
          </a:xfrm>
          <a:prstGeom prst="rect">
            <a:avLst/>
          </a:prstGeom>
        </p:spPr>
        <p:txBody>
          <a:bodyPr vert="horz" lIns="0" tIns="0" rIns="190800" bIns="15480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C48B9D-E96E-CF7A-0393-A815621AA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08575"/>
            <a:ext cx="0" cy="180000"/>
          </a:xfrm>
          <a:prstGeom prst="line">
            <a:avLst/>
          </a:prstGeom>
          <a:ln>
            <a:solidFill>
              <a:srgbClr val="28180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2A65B7-C498-C19F-571F-ECCE64119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6886575"/>
            <a:ext cx="0" cy="180000"/>
          </a:xfrm>
          <a:prstGeom prst="line">
            <a:avLst/>
          </a:prstGeom>
          <a:ln>
            <a:solidFill>
              <a:srgbClr val="28180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 hidden="1">
            <a:extLst>
              <a:ext uri="{FF2B5EF4-FFF2-40B4-BE49-F238E27FC236}">
                <a16:creationId xmlns:a16="http://schemas.microsoft.com/office/drawing/2014/main" id="{BA72FC20-E2CA-59C4-7B21-62C9115E4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82166" y="-250200"/>
            <a:ext cx="12756333" cy="7357336"/>
            <a:chOff x="-282166" y="-250200"/>
            <a:chExt cx="12756333" cy="735733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2B8D85E-52EF-FA63-9592-265E43AD271D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282166" y="-249136"/>
              <a:ext cx="766850" cy="1806436"/>
              <a:chOff x="-282166" y="-249136"/>
              <a:chExt cx="766850" cy="1806436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6D0D5E-5313-2E8E-FAC4-9AE8AC71A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8468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2E47E72-9EED-156D-E1C9-0EF9F58EB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4860373-8117-E073-7E3E-240392FEC0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173599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8D9028B-4948-B67E-79B8-A1A4C3540E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4619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97BD11A-2E6F-80FC-4AC5-0F4673578EF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V="1">
              <a:off x="-282166" y="6669000"/>
              <a:ext cx="766850" cy="438136"/>
              <a:chOff x="-282166" y="-249136"/>
              <a:chExt cx="766850" cy="438136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33A3C60-6DDF-0E86-7A5D-C9E2DC700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8468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973A5B8-A847-F13D-C557-F6CAA8F1C3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D787A70-EF66-4785-95AD-991F81706E7F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H="1">
              <a:off x="11716147" y="-250200"/>
              <a:ext cx="758020" cy="1806436"/>
              <a:chOff x="-282166" y="-249136"/>
              <a:chExt cx="758020" cy="1806436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C36DF73-1683-B9E0-DAE2-CC4FA9411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7585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74D68E9-43F3-F793-E58E-42D96487CD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A51D9C8-457F-A702-330E-3E83FF49A9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173599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317C7D4-4BF5-ECE3-AB0F-69BAEB0392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4619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1F3722B-662F-EE1F-F28F-2117DFF43FC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H="1" flipV="1">
              <a:off x="11716147" y="6669000"/>
              <a:ext cx="758020" cy="438136"/>
              <a:chOff x="-282166" y="-249136"/>
              <a:chExt cx="758020" cy="438136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1A63819-901C-AE9C-B688-44EE3E52D1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7585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85C02E4-A713-5717-13B4-0D5BEFA00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" name="Logo">
            <a:extLst>
              <a:ext uri="{FF2B5EF4-FFF2-40B4-BE49-F238E27FC236}">
                <a16:creationId xmlns:a16="http://schemas.microsoft.com/office/drawing/2014/main" id="{9FAFFEC7-5B44-048A-5234-FB83C136D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 l="26" r="26"/>
          <a:stretch/>
        </p:blipFill>
        <p:spPr>
          <a:xfrm>
            <a:off x="-38100" y="61552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3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  <p:sldLayoutId id="2147483869" r:id="rId18"/>
    <p:sldLayoutId id="2147483870" r:id="rId19"/>
    <p:sldLayoutId id="2147483871" r:id="rId20"/>
    <p:sldLayoutId id="2147483872" r:id="rId21"/>
    <p:sldLayoutId id="2147483873" r:id="rId22"/>
    <p:sldLayoutId id="2147483874" r:id="rId23"/>
    <p:sldLayoutId id="2147483875" r:id="rId24"/>
    <p:sldLayoutId id="2147483876" r:id="rId25"/>
    <p:sldLayoutId id="2147483877" r:id="rId26"/>
    <p:sldLayoutId id="2147483878" r:id="rId27"/>
    <p:sldLayoutId id="2147483879" r:id="rId28"/>
    <p:sldLayoutId id="2147483880" r:id="rId29"/>
    <p:sldLayoutId id="2147483881" r:id="rId30"/>
    <p:sldLayoutId id="2147483882" r:id="rId31"/>
    <p:sldLayoutId id="2147483883" r:id="rId32"/>
    <p:sldLayoutId id="2147483884" r:id="rId33"/>
    <p:sldLayoutId id="2147483885" r:id="rId34"/>
    <p:sldLayoutId id="2147483886" r:id="rId35"/>
    <p:sldLayoutId id="2147483887" r:id="rId36"/>
    <p:sldLayoutId id="2147483888" r:id="rId37"/>
    <p:sldLayoutId id="2147483889" r:id="rId38"/>
    <p:sldLayoutId id="2147483890" r:id="rId39"/>
    <p:sldLayoutId id="2147483891" r:id="rId40"/>
    <p:sldLayoutId id="2147483892" r:id="rId41"/>
    <p:sldLayoutId id="2147483893" r:id="rId42"/>
    <p:sldLayoutId id="2147483894" r:id="rId43"/>
    <p:sldLayoutId id="2147483895" r:id="rId44"/>
    <p:sldLayoutId id="2147483896" r:id="rId45"/>
    <p:sldLayoutId id="2147483897" r:id="rId46"/>
    <p:sldLayoutId id="2147483898" r:id="rId47"/>
    <p:sldLayoutId id="2147483899" r:id="rId48"/>
    <p:sldLayoutId id="2147483900" r:id="rId49"/>
    <p:sldLayoutId id="2147483901" r:id="rId50"/>
    <p:sldLayoutId id="2147483902" r:id="rId51"/>
    <p:sldLayoutId id="2147483903" r:id="rId52"/>
    <p:sldLayoutId id="2147483904" r:id="rId53"/>
    <p:sldLayoutId id="2147483905" r:id="rId54"/>
    <p:sldLayoutId id="2147483906" r:id="rId55"/>
    <p:sldLayoutId id="2147483907" r:id="rId56"/>
    <p:sldLayoutId id="2147483908" r:id="rId57"/>
    <p:sldLayoutId id="2147483909" r:id="rId58"/>
    <p:sldLayoutId id="2147483910" r:id="rId59"/>
    <p:sldLayoutId id="2147483911" r:id="rId60"/>
    <p:sldLayoutId id="2147483912" r:id="rId61"/>
    <p:sldLayoutId id="2147483913" r:id="rId62"/>
    <p:sldLayoutId id="2147483914" r:id="rId63"/>
    <p:sldLayoutId id="2147483915" r:id="rId64"/>
    <p:sldLayoutId id="2147483916" r:id="rId65"/>
    <p:sldLayoutId id="2147483917" r:id="rId66"/>
    <p:sldLayoutId id="2147483918" r:id="rId67"/>
    <p:sldLayoutId id="2147483919" r:id="rId68"/>
    <p:sldLayoutId id="2147483920" r:id="rId69"/>
    <p:sldLayoutId id="2147483921" r:id="rId70"/>
    <p:sldLayoutId id="2147483922" r:id="rId71"/>
    <p:sldLayoutId id="2147483923" r:id="rId72"/>
    <p:sldLayoutId id="2147483924" r:id="rId73"/>
    <p:sldLayoutId id="2147483925" r:id="rId74"/>
    <p:sldLayoutId id="2147483926" r:id="rId75"/>
    <p:sldLayoutId id="2147483927" r:id="rId76"/>
    <p:sldLayoutId id="2147483928" r:id="rId77"/>
    <p:sldLayoutId id="2147483929" r:id="rId78"/>
    <p:sldLayoutId id="2147483930" r:id="rId79"/>
    <p:sldLayoutId id="2147483931" r:id="rId80"/>
    <p:sldLayoutId id="2147483932" r:id="rId81"/>
    <p:sldLayoutId id="2147483933" r:id="rId82"/>
    <p:sldLayoutId id="2147483934" r:id="rId83"/>
    <p:sldLayoutId id="2147483935" r:id="rId84"/>
    <p:sldLayoutId id="2147483936" r:id="rId85"/>
    <p:sldLayoutId id="2147483937" r:id="rId86"/>
    <p:sldLayoutId id="2147483938" r:id="rId87"/>
    <p:sldLayoutId id="2147483939" r:id="rId88"/>
    <p:sldLayoutId id="2147483940" r:id="rId89"/>
    <p:sldLayoutId id="2147483941" r:id="rId90"/>
    <p:sldLayoutId id="2147483942" r:id="rId91"/>
  </p:sldLayoutIdLst>
  <p:hf hdr="0" ftr="0"/>
  <p:txStyles>
    <p:titleStyle>
      <a:lvl1pPr algn="l" defTabSz="914400" rtl="0" eaLnBrk="1" latinLnBrk="0" hangingPunct="1">
        <a:lnSpc>
          <a:spcPct val="92000"/>
        </a:lnSpc>
        <a:spcBef>
          <a:spcPct val="0"/>
        </a:spcBef>
        <a:buNone/>
        <a:defRPr sz="3200" kern="1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Font typeface="Arial" panose="020B0604020202020204" pitchFamily="34" charset="0"/>
        <a:buChar char="​"/>
        <a:defRPr sz="1800" b="0" kern="100" spc="-30" baseline="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95000"/>
        </a:lnSpc>
        <a:spcBef>
          <a:spcPts val="600"/>
        </a:spcBef>
        <a:buClrTx/>
        <a:buFont typeface="Arial" panose="020B0604020202020204" pitchFamily="34" charset="0"/>
        <a:buChar char="▪"/>
        <a:defRPr sz="1800" b="0" kern="1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B0604020202020204" pitchFamily="34" charset="0"/>
        <a:buChar char="•"/>
        <a:defRPr sz="1600" b="0" kern="100" spc="-30" baseline="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B0604020202020204" pitchFamily="34" charset="0"/>
        <a:buChar char="◦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5000"/>
        </a:lnSpc>
        <a:spcBef>
          <a:spcPts val="300"/>
        </a:spcBef>
        <a:buClrTx/>
        <a:buSzPct val="100000"/>
        <a:buFont typeface="Arial" panose="020E0502030303020204" pitchFamily="34" charset="0"/>
        <a:buChar char="–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5pPr>
      <a:lvl6pPr marL="358775" indent="-358775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SzPct val="90000"/>
        <a:buFont typeface="+mj-lt"/>
        <a:buAutoNum type="arabicPeriod"/>
        <a:tabLst/>
        <a:defRPr sz="1800" kern="100" spc="-30" baseline="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95000"/>
        </a:lnSpc>
        <a:spcBef>
          <a:spcPts val="30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360000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Font typeface="+mj-lt"/>
        <a:buAutoNum type="alphaLcPeriod"/>
        <a:defRPr sz="1800" b="0" kern="100" spc="-30" baseline="0">
          <a:solidFill>
            <a:srgbClr val="281805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40503050406030204" pitchFamily="18" charset="0"/>
        <a:buChar char="–"/>
        <a:defRPr sz="1600" b="0" kern="100" spc="-30" baseline="0">
          <a:solidFill>
            <a:srgbClr val="281805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90000"/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1" kern="1200">
          <a:solidFill>
            <a:srgbClr val="281805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1" kern="1200">
          <a:solidFill>
            <a:srgbClr val="281805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60.xml"/><Relationship Id="rId6" Type="http://schemas.openxmlformats.org/officeDocument/2006/relationships/image" Target="../media/image12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61.xml"/><Relationship Id="rId6" Type="http://schemas.openxmlformats.org/officeDocument/2006/relationships/image" Target="../media/image1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62.xml"/><Relationship Id="rId6" Type="http://schemas.openxmlformats.org/officeDocument/2006/relationships/image" Target="../media/image14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6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6.xml"/><Relationship Id="rId1" Type="http://schemas.openxmlformats.org/officeDocument/2006/relationships/tags" Target="../tags/tag6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FEE30-08A2-469C-D6D5-A9A938D4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A9A9A7-5BFE-F2B8-0212-1990462BA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621" y="2151612"/>
            <a:ext cx="6336000" cy="2760534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kumimoji="0" lang="en-US" sz="1800" b="0" i="0" u="none" strike="noStrike" kern="100" cap="none" spc="-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ACBSD-4272</a:t>
            </a:r>
            <a:br>
              <a:rPr lang="en-US" b="0" i="0" u="none" strike="noStrike" kern="100" cap="none" spc="-12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</a:rPr>
            </a:br>
            <a:r>
              <a:rPr kumimoji="0" lang="en-US" sz="3200" b="0" i="0" u="none" strike="noStrike" kern="100" cap="none" spc="-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Solution Design</a:t>
            </a:r>
            <a:r>
              <a:rPr lang="en-US" sz="3200" dirty="0">
                <a:solidFill>
                  <a:srgbClr val="000000"/>
                </a:solidFill>
                <a:latin typeface="Arial" panose="020B0604020202020204"/>
              </a:rPr>
              <a:t> - Final</a:t>
            </a:r>
            <a:r>
              <a:rPr kumimoji="0" lang="en-US" sz="3200" b="0" i="0" u="none" strike="noStrike" kern="100" cap="none" spc="-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: </a:t>
            </a:r>
            <a:br>
              <a:rPr lang="en-US" sz="3200" b="0" i="0" u="none" strike="noStrike" kern="100" cap="none" spc="-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</a:rPr>
            </a:br>
            <a:r>
              <a:rPr lang="en-US" sz="2400" dirty="0">
                <a:latin typeface="Arial" panose="020B0604020202020204"/>
                <a:cs typeface="Arial"/>
              </a:rPr>
              <a:t>Document Scanning – Assessment Automation</a:t>
            </a:r>
            <a:br>
              <a:rPr lang="en-US" sz="2400" dirty="0">
                <a:latin typeface="Arial" panose="020B0604020202020204"/>
                <a:cs typeface="Arial"/>
              </a:rPr>
            </a:br>
            <a:br>
              <a:rPr lang="en-US" sz="3200" dirty="0">
                <a:latin typeface="Arial" panose="020B0604020202020204"/>
              </a:rPr>
            </a:br>
            <a:r>
              <a:rPr kumimoji="0" lang="en-US" sz="2400" b="0" i="0" u="none" strike="noStrike" kern="100" cap="none" spc="-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RITM1149048 - </a:t>
            </a:r>
            <a:r>
              <a:rPr kumimoji="0" lang="en-US" sz="2400" b="0" i="0" u="none" strike="noStrike" kern="100" cap="none" spc="-12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OneTrust</a:t>
            </a:r>
            <a:endParaRPr lang="en-US" sz="3200" dirty="0">
              <a:cs typeface="Arial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0B0940-E82E-512C-FCD0-935C255DDF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7621" y="5524297"/>
            <a:ext cx="6336000" cy="288000"/>
          </a:xfrm>
        </p:spPr>
        <p:txBody>
          <a:bodyPr/>
          <a:lstStyle/>
          <a:p>
            <a:r>
              <a:rPr lang="en-US" dirty="0"/>
              <a:t>Mohamed Kerbachi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3FB18B-234F-2357-7129-0DF498D5D6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7621" y="5894676"/>
            <a:ext cx="6336000" cy="2520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03/ 05 / 2026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0F661636-C4FD-14FC-7A2F-3695372300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5917" y="6360502"/>
            <a:ext cx="546695" cy="298870"/>
          </a:xfrm>
        </p:spPr>
        <p:txBody>
          <a:bodyPr/>
          <a:lstStyle/>
          <a:p>
            <a:r>
              <a:rPr lang="en-US"/>
              <a:t>Internal</a:t>
            </a:r>
          </a:p>
        </p:txBody>
      </p:sp>
      <p:pic>
        <p:nvPicPr>
          <p:cNvPr id="3" name="Picture Placeholder 2" descr="A hand writing on a whiteboard&#10;&#10;AI-generated content may be incorrect.">
            <a:extLst>
              <a:ext uri="{FF2B5EF4-FFF2-40B4-BE49-F238E27FC236}">
                <a16:creationId xmlns:a16="http://schemas.microsoft.com/office/drawing/2014/main" id="{037E12B3-2895-D177-923E-B7716A8B8585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r="250"/>
          <a:stretch>
            <a:fillRect/>
          </a:stretch>
        </p:blipFill>
        <p:spPr bwMode="auto">
          <a:xfrm>
            <a:off x="7032625" y="0"/>
            <a:ext cx="5159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33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DEA6-853A-66E1-06CC-AE8A4B4C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5846F6-02DA-4A8A-FBE6-6FD38F300D0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C14AA-E782-E601-1F9E-EF6BCE74E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1"/>
            <a:ext cx="11232000" cy="662400"/>
          </a:xfrm>
        </p:spPr>
        <p:txBody>
          <a:bodyPr/>
          <a:lstStyle/>
          <a:p>
            <a:r>
              <a:rPr lang="en-US"/>
              <a:t>Version Control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E4A12-AAF0-0381-E07E-DA3675B479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89BA397-F0BB-D3FF-492A-AD0C9E534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878217"/>
              </p:ext>
            </p:extLst>
          </p:nvPr>
        </p:nvGraphicFramePr>
        <p:xfrm>
          <a:off x="829500" y="1558909"/>
          <a:ext cx="10155988" cy="1862405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1149612">
                  <a:extLst>
                    <a:ext uri="{9D8B030D-6E8A-4147-A177-3AD203B41FA5}">
                      <a16:colId xmlns:a16="http://schemas.microsoft.com/office/drawing/2014/main" val="2699862379"/>
                    </a:ext>
                  </a:extLst>
                </a:gridCol>
                <a:gridCol w="2786319">
                  <a:extLst>
                    <a:ext uri="{9D8B030D-6E8A-4147-A177-3AD203B41FA5}">
                      <a16:colId xmlns:a16="http://schemas.microsoft.com/office/drawing/2014/main" val="2135919893"/>
                    </a:ext>
                  </a:extLst>
                </a:gridCol>
                <a:gridCol w="2426677">
                  <a:extLst>
                    <a:ext uri="{9D8B030D-6E8A-4147-A177-3AD203B41FA5}">
                      <a16:colId xmlns:a16="http://schemas.microsoft.com/office/drawing/2014/main" val="3683021367"/>
                    </a:ext>
                  </a:extLst>
                </a:gridCol>
                <a:gridCol w="3793380">
                  <a:extLst>
                    <a:ext uri="{9D8B030D-6E8A-4147-A177-3AD203B41FA5}">
                      <a16:colId xmlns:a16="http://schemas.microsoft.com/office/drawing/2014/main" val="2898678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Version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798822"/>
                  </a:ext>
                </a:extLst>
              </a:tr>
              <a:tr h="480646">
                <a:tc>
                  <a:txBody>
                    <a:bodyPr/>
                    <a:lstStyle/>
                    <a:p>
                      <a:pPr marL="0" lvl="1" indent="0" algn="l">
                        <a:buNone/>
                      </a:pPr>
                      <a:r>
                        <a:rPr lang="en-US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buNone/>
                      </a:pPr>
                      <a:r>
                        <a:rPr lang="en-US" dirty="0"/>
                        <a:t>09 / 27 / 2017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Arial"/>
                        </a:rPr>
                        <a:t>M. 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Rijkers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dirty="0"/>
                        <a:t>Initial document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06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dirty="0"/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dirty="0"/>
                        <a:t>12 / 09 / 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dirty="0"/>
                        <a:t>Mohamed Kerbachi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Arial"/>
                        </a:rPr>
                        <a:t>Use new document template and add AI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09233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/>
                        <a:t>3.0 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03 / 04 / 2026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Mohamed </a:t>
                      </a:r>
                      <a:r>
                        <a:rPr lang="en-US" sz="1800" b="0" i="0" u="none" strike="noStrike" noProof="0" dirty="0" err="1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Kerbachi</a:t>
                      </a:r>
                      <a:endParaRPr lang="en-US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1" algn="l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Final Solution Design</a:t>
                      </a: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3011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D848959-EAEA-084E-FE47-AF7B8EC72EFD}"/>
              </a:ext>
            </a:extLst>
          </p:cNvPr>
          <p:cNvSpPr txBox="1"/>
          <p:nvPr/>
        </p:nvSpPr>
        <p:spPr>
          <a:xfrm>
            <a:off x="261257" y="2377440"/>
            <a:ext cx="0" cy="0"/>
          </a:xfrm>
          <a:prstGeom prst="rect">
            <a:avLst/>
          </a:prstGeom>
          <a:noFill/>
        </p:spPr>
        <p:txBody>
          <a:bodyPr wrap="none" lIns="50800" tIns="50800" rIns="50800" bIns="50800" rtlCol="0">
            <a:noAutofit/>
          </a:bodyPr>
          <a:lstStyle/>
          <a:p>
            <a:pPr algn="l"/>
            <a:endParaRPr lang="en-US" kern="100" spc="-30"/>
          </a:p>
        </p:txBody>
      </p:sp>
    </p:spTree>
    <p:extLst>
      <p:ext uri="{BB962C8B-B14F-4D97-AF65-F5344CB8AC3E}">
        <p14:creationId xmlns:p14="http://schemas.microsoft.com/office/powerpoint/2010/main" val="206311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CB3F-FFBF-8776-E467-0619CC23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830A00-5C1B-72F4-3007-55A08272EA8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EF02A-7A6E-87FC-29A0-E136C0FFE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306B-D152-DC54-1A7B-3DB51633B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263770"/>
            <a:ext cx="8148441" cy="5139229"/>
          </a:xfrm>
          <a:ln>
            <a:solidFill>
              <a:schemeClr val="accent1"/>
            </a:solidFill>
            <a:prstDash val="sysDash"/>
          </a:ln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Background, Objectives &amp; Solution Summary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an update of an old </a:t>
            </a:r>
            <a:r>
              <a:rPr lang="en-US" dirty="0" err="1"/>
              <a:t>OneTrust</a:t>
            </a:r>
            <a:r>
              <a:rPr lang="en-US" dirty="0"/>
              <a:t> design document.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new AI modules (Chat bot and Document scanner) was tested in a </a:t>
            </a:r>
            <a:r>
              <a:rPr lang="en-US" dirty="0"/>
              <a:t>non-prod environment and are added in the Design Document.</a:t>
            </a:r>
          </a:p>
          <a:p>
            <a:pPr marL="285750" indent="-285750">
              <a:buChar char="•"/>
            </a:pPr>
            <a:r>
              <a:rPr lang="en-US">
                <a:cs typeface="Arial"/>
              </a:rPr>
              <a:t>Completion rate by AI:  70-80%</a:t>
            </a:r>
            <a:endParaRPr lang="en-US" dirty="0">
              <a:cs typeface="Arial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Transition to future state:</a:t>
            </a:r>
            <a:endParaRPr kumimoji="0" lang="en-US" sz="1800" b="0" i="0" u="none" strike="noStrike" kern="1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endParaRPr lang="en-US" dirty="0"/>
          </a:p>
          <a:p>
            <a:pPr lvl="0">
              <a:lnSpc>
                <a:spcPct val="150000"/>
              </a:lnSpc>
              <a:spcBef>
                <a:spcPts val="800"/>
              </a:spcBef>
              <a:defRPr/>
            </a:pP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new </a:t>
            </a:r>
            <a:r>
              <a:rPr kumimoji="0" lang="en-US" sz="1800" b="0" i="0" u="none" strike="noStrike" kern="100" cap="none" spc="-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OneTrust</a:t>
            </a: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license offers </a:t>
            </a: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AI-enhanced capabilities</a:t>
            </a: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as an optional service. To Data Protection team will activate </a:t>
            </a:r>
            <a:r>
              <a:rPr lang="en-US" b="1" dirty="0"/>
              <a:t>Chat bot </a:t>
            </a:r>
            <a:r>
              <a:rPr lang="en-US" dirty="0"/>
              <a:t>and </a:t>
            </a:r>
            <a:r>
              <a:rPr lang="en-US" b="1" dirty="0"/>
              <a:t>Document scanner </a:t>
            </a: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service in the </a:t>
            </a: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production environment</a:t>
            </a:r>
            <a:r>
              <a:rPr kumimoji="0" lang="en-US" sz="180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upon approval of the solution design.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A4127-F420-1DAC-70CD-8E4A8536A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23425" y="1263771"/>
            <a:ext cx="3117370" cy="5139229"/>
          </a:xfrm>
          <a:ln>
            <a:solidFill>
              <a:schemeClr val="accent1"/>
            </a:solidFill>
            <a:prstDash val="sysDot"/>
          </a:ln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Executive Sponsor 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Jaell Dreijer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kumimoji="0" lang="en-US" sz="1800" b="0" i="0" u="none" strike="noStrike" kern="1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Initiative Sponsor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Emma Warner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kumimoji="0" lang="en-US" sz="1800" b="0" i="0" u="none" strike="noStrike" kern="1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Business Unit Sponsor</a:t>
            </a:r>
          </a:p>
          <a:p>
            <a:pPr>
              <a:defRPr/>
            </a:pPr>
            <a:r>
              <a:rPr lang="en-US">
                <a:solidFill>
                  <a:srgbClr val="000000"/>
                </a:solidFill>
                <a:latin typeface="Arial" panose="020B0604020202020204"/>
              </a:rPr>
              <a:t>Corporate Centre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 (CC)</a:t>
            </a:r>
            <a:endParaRPr lang="en-US" sz="1800" b="0" i="0" u="none" strike="noStrike" kern="1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  <a:p>
            <a:endParaRPr lang="en-US" dirty="0">
              <a:cs typeface="Arial" panose="020B060402020202020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F80E0-9EC5-F30D-F4DC-C2626B99056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DDFFB-1A92-1632-F72E-404C0496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0ACE71-2A18-4B27-2557-B023498A7CC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62A96-8211-74CB-B466-1E36E32A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89AFB-A9EF-70E4-863F-B86C958C93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Arial" panose="020B0604020202020204"/>
              </a:rPr>
              <a:t>Promise value: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Automating document parsing and ingestion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Improving user experience and productivity by providing real-time guidance and support within the platform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1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Cost/Licensing</a:t>
            </a: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new AI features are part of the new licensing model.</a:t>
            </a: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000000"/>
                </a:solidFill>
                <a:latin typeface="Arial" panose="020B0604020202020204"/>
              </a:rPr>
              <a:t>OneTrust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 licensing is based on number of Data Privacy Officers (DPO) and administrator users.</a:t>
            </a:r>
            <a:endParaRPr kumimoji="0" lang="en-US" sz="1800" b="0" i="0" u="none" strike="noStrike" kern="10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281805"/>
              </a:buClr>
              <a:buSzTx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sz="1800" b="0" i="0" u="none" strike="noStrike" kern="1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​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B90FE-0E11-37B7-87CF-0F5D82D01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999" y="941067"/>
            <a:ext cx="4535305" cy="316800"/>
          </a:xfrm>
        </p:spPr>
        <p:txBody>
          <a:bodyPr/>
          <a:lstStyle/>
          <a:p>
            <a:r>
              <a:rPr lang="en-US" dirty="0"/>
              <a:t>Problem Statement &amp; Promise of Value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5D820-FD84-FBE4-C64A-69E1D9F98B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DCC0C3A9-1609-FAA2-B088-AB52A3BA5D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57404232"/>
              </p:ext>
            </p:extLst>
          </p:nvPr>
        </p:nvGraphicFramePr>
        <p:xfrm>
          <a:off x="7925494" y="1414800"/>
          <a:ext cx="4143737" cy="238108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3046">
                  <a:extLst>
                    <a:ext uri="{9D8B030D-6E8A-4147-A177-3AD203B41FA5}">
                      <a16:colId xmlns:a16="http://schemas.microsoft.com/office/drawing/2014/main" val="2987185805"/>
                    </a:ext>
                  </a:extLst>
                </a:gridCol>
                <a:gridCol w="1858881">
                  <a:extLst>
                    <a:ext uri="{9D8B030D-6E8A-4147-A177-3AD203B41FA5}">
                      <a16:colId xmlns:a16="http://schemas.microsoft.com/office/drawing/2014/main" val="3414685307"/>
                    </a:ext>
                  </a:extLst>
                </a:gridCol>
                <a:gridCol w="309951">
                  <a:extLst>
                    <a:ext uri="{9D8B030D-6E8A-4147-A177-3AD203B41FA5}">
                      <a16:colId xmlns:a16="http://schemas.microsoft.com/office/drawing/2014/main" val="2079354931"/>
                    </a:ext>
                  </a:extLst>
                </a:gridCol>
                <a:gridCol w="1621859">
                  <a:extLst>
                    <a:ext uri="{9D8B030D-6E8A-4147-A177-3AD203B41FA5}">
                      <a16:colId xmlns:a16="http://schemas.microsoft.com/office/drawing/2014/main" val="1305747727"/>
                    </a:ext>
                  </a:extLst>
                </a:gridCol>
              </a:tblGrid>
              <a:tr h="478955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The following Country/Business Unit(s) will be impacted by this Solution Design: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90023"/>
                  </a:ext>
                </a:extLst>
              </a:tr>
              <a:tr h="313307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228600" algn="l"/>
                        </a:tabLs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TA 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Spain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9653925"/>
                  </a:ext>
                </a:extLst>
              </a:tr>
              <a:tr h="313307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228600" algn="l"/>
                        </a:tabLs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UK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HR Global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2000777"/>
                  </a:ext>
                </a:extLst>
              </a:tr>
              <a:tr h="313307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228600" algn="l"/>
                        </a:tabLst>
                      </a:pPr>
                      <a:r>
                        <a:rPr lang="en-US" sz="1000" dirty="0">
                          <a:effectLst/>
                        </a:rPr>
                        <a:t>☐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NL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ASIA/TLB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1045100"/>
                  </a:ext>
                </a:extLst>
              </a:tr>
              <a:tr h="313307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228600" algn="l"/>
                        </a:tabLs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AAM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Corporate Centre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5766209"/>
                  </a:ext>
                </a:extLst>
              </a:tr>
              <a:tr h="313307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" algn="l"/>
                          <a:tab pos="228600" algn="l"/>
                          <a:tab pos="245110" algn="ctr"/>
                        </a:tabLs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GTS / Corporate tech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Other (Specify) _________________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71207847"/>
                  </a:ext>
                </a:extLst>
              </a:tr>
              <a:tr h="313307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228600" algn="l"/>
                        </a:tabLs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</a:rPr>
                        <a:t>X</a:t>
                      </a:r>
                      <a:endParaRPr lang="en-US" sz="10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Global</a:t>
                      </a:r>
                      <a:endParaRPr lang="en-US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0645430"/>
                  </a:ext>
                </a:extLst>
              </a:tr>
            </a:tbl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D44CD88-4CD2-5943-9C93-1C5F558E1031}"/>
              </a:ext>
            </a:extLst>
          </p:cNvPr>
          <p:cNvSpPr txBox="1">
            <a:spLocks/>
          </p:cNvSpPr>
          <p:nvPr/>
        </p:nvSpPr>
        <p:spPr>
          <a:xfrm>
            <a:off x="7925494" y="942975"/>
            <a:ext cx="360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1" kern="100" spc="-3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Impacted Business Units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F5371B8-87ED-91F2-3488-10A7B318D5DC}"/>
              </a:ext>
            </a:extLst>
          </p:cNvPr>
          <p:cNvSpPr txBox="1">
            <a:spLocks/>
          </p:cNvSpPr>
          <p:nvPr/>
        </p:nvSpPr>
        <p:spPr>
          <a:xfrm>
            <a:off x="7925493" y="4278405"/>
            <a:ext cx="4143737" cy="3311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1" kern="100" spc="-3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Enterprise Architecture Classification</a:t>
            </a:r>
          </a:p>
        </p:txBody>
      </p:sp>
      <p:graphicFrame>
        <p:nvGraphicFramePr>
          <p:cNvPr id="11" name="Content Placeholder 14">
            <a:extLst>
              <a:ext uri="{FF2B5EF4-FFF2-40B4-BE49-F238E27FC236}">
                <a16:creationId xmlns:a16="http://schemas.microsoft.com/office/drawing/2014/main" id="{B4E410E7-1BFC-F123-0066-C87DA102A5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0270401"/>
              </p:ext>
            </p:extLst>
          </p:nvPr>
        </p:nvGraphicFramePr>
        <p:xfrm>
          <a:off x="7925492" y="4771615"/>
          <a:ext cx="3961708" cy="154150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32329">
                  <a:extLst>
                    <a:ext uri="{9D8B030D-6E8A-4147-A177-3AD203B41FA5}">
                      <a16:colId xmlns:a16="http://schemas.microsoft.com/office/drawing/2014/main" val="2987185805"/>
                    </a:ext>
                  </a:extLst>
                </a:gridCol>
                <a:gridCol w="3329379">
                  <a:extLst>
                    <a:ext uri="{9D8B030D-6E8A-4147-A177-3AD203B41FA5}">
                      <a16:colId xmlns:a16="http://schemas.microsoft.com/office/drawing/2014/main" val="3414685307"/>
                    </a:ext>
                  </a:extLst>
                </a:gridCol>
              </a:tblGrid>
              <a:tr h="490430">
                <a:tc>
                  <a:txBody>
                    <a:bodyPr/>
                    <a:lstStyle/>
                    <a:p>
                      <a:pPr marL="45720" marR="45720" lvl="0" algn="ctr">
                        <a:lnSpc>
                          <a:spcPct val="114999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  <a:tabLst>
                          <a:tab pos="228600" algn="l"/>
                        </a:tabLst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☐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Core: </a:t>
                      </a:r>
                      <a:r>
                        <a:rPr lang="en-GB" sz="10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components that are shared by all BUs across the enterprise​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89653925"/>
                  </a:ext>
                </a:extLst>
              </a:tr>
              <a:tr h="490430">
                <a:tc>
                  <a:txBody>
                    <a:bodyPr/>
                    <a:lstStyle/>
                    <a:p>
                      <a:pPr marL="45720" marR="45720" lvl="0" algn="ctr">
                        <a:lnSpc>
                          <a:spcPct val="114999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  <a:tabLst>
                          <a:tab pos="228600" algn="l"/>
                        </a:tabLst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Common</a:t>
                      </a:r>
                      <a:r>
                        <a:rPr lang="en-US" sz="1000" dirty="0">
                          <a:effectLst/>
                        </a:rPr>
                        <a:t>:  Technology components shared by multiple business units within the enterprise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02000777"/>
                  </a:ext>
                </a:extLst>
              </a:tr>
              <a:tr h="560644">
                <a:tc>
                  <a:txBody>
                    <a:bodyPr/>
                    <a:lstStyle/>
                    <a:p>
                      <a:pPr marL="45720" marR="4572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228600" algn="l"/>
                        </a:tabLs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Distinct</a:t>
                      </a:r>
                      <a:r>
                        <a:rPr lang="en-US" sz="1000" dirty="0">
                          <a:effectLst/>
                        </a:rPr>
                        <a:t>: Technology components that are specific to a particular business unit within the enterprise​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01045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2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6AD2-BD35-3CBE-6091-214230AF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1D0F8B7-8EAD-831A-3FB5-710B287C2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430599"/>
              </p:ext>
            </p:extLst>
          </p:nvPr>
        </p:nvGraphicFramePr>
        <p:xfrm>
          <a:off x="480000" y="1692661"/>
          <a:ext cx="10865334" cy="1640143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18242">
                  <a:extLst>
                    <a:ext uri="{9D8B030D-6E8A-4147-A177-3AD203B41FA5}">
                      <a16:colId xmlns:a16="http://schemas.microsoft.com/office/drawing/2014/main" val="523774736"/>
                    </a:ext>
                  </a:extLst>
                </a:gridCol>
                <a:gridCol w="5958363">
                  <a:extLst>
                    <a:ext uri="{9D8B030D-6E8A-4147-A177-3AD203B41FA5}">
                      <a16:colId xmlns:a16="http://schemas.microsoft.com/office/drawing/2014/main" val="1809603206"/>
                    </a:ext>
                  </a:extLst>
                </a:gridCol>
                <a:gridCol w="3288729">
                  <a:extLst>
                    <a:ext uri="{9D8B030D-6E8A-4147-A177-3AD203B41FA5}">
                      <a16:colId xmlns:a16="http://schemas.microsoft.com/office/drawing/2014/main" val="3713803289"/>
                    </a:ext>
                  </a:extLst>
                </a:gridCol>
              </a:tblGrid>
              <a:tr h="379539"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Business Requirements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37702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Req. #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Requirement Details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Priority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92113184"/>
                  </a:ext>
                </a:extLst>
              </a:tr>
              <a:tr h="5015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BR. 1.0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Exit Strategy: export all data in industry format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Must Have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416262777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BR. 2.0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Regulation compliance: GDPR, UK GDPR, CCPA, HIPAA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Must Have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Yu Gothic" panose="020B0400000000000000" pitchFamily="34" charset="-128"/>
                      </a:endParaRP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9440481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D5C4F50-79A3-E848-CF93-CBFD426CD1A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DA389-F18F-8FAD-E14B-5957C64F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A7BC-29DA-044C-62F4-5DD4647E8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023479"/>
            <a:ext cx="11599705" cy="531231"/>
          </a:xfrm>
        </p:spPr>
        <p:txBody>
          <a:bodyPr/>
          <a:lstStyle/>
          <a:p>
            <a:pPr>
              <a:buNone/>
            </a:pPr>
            <a:r>
              <a:rPr lang="en-US"/>
              <a:t>Describe the key business requirements in scope for the solution design.</a:t>
            </a:r>
          </a:p>
          <a:p>
            <a:pPr>
              <a:buNone/>
            </a:pPr>
            <a:endParaRPr lang="en-US"/>
          </a:p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4E542-3787-5914-C16D-67954A40DF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D445129-4B1F-2391-502D-F8D494001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2463800"/>
            <a:ext cx="4022725" cy="63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8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CD2A-D6A7-38A1-355C-4F78A9B3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258A92-35DE-556E-D673-7EE65EED6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57614"/>
              </p:ext>
            </p:extLst>
          </p:nvPr>
        </p:nvGraphicFramePr>
        <p:xfrm>
          <a:off x="581879" y="1644862"/>
          <a:ext cx="10904269" cy="327307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140695">
                  <a:extLst>
                    <a:ext uri="{9D8B030D-6E8A-4147-A177-3AD203B41FA5}">
                      <a16:colId xmlns:a16="http://schemas.microsoft.com/office/drawing/2014/main" val="4174786132"/>
                    </a:ext>
                  </a:extLst>
                </a:gridCol>
                <a:gridCol w="2223388">
                  <a:extLst>
                    <a:ext uri="{9D8B030D-6E8A-4147-A177-3AD203B41FA5}">
                      <a16:colId xmlns:a16="http://schemas.microsoft.com/office/drawing/2014/main" val="4071515877"/>
                    </a:ext>
                  </a:extLst>
                </a:gridCol>
                <a:gridCol w="5896812">
                  <a:extLst>
                    <a:ext uri="{9D8B030D-6E8A-4147-A177-3AD203B41FA5}">
                      <a16:colId xmlns:a16="http://schemas.microsoft.com/office/drawing/2014/main" val="3499600532"/>
                    </a:ext>
                  </a:extLst>
                </a:gridCol>
                <a:gridCol w="1643374">
                  <a:extLst>
                    <a:ext uri="{9D8B030D-6E8A-4147-A177-3AD203B41FA5}">
                      <a16:colId xmlns:a16="http://schemas.microsoft.com/office/drawing/2014/main" val="3903477258"/>
                    </a:ext>
                  </a:extLst>
                </a:gridCol>
              </a:tblGrid>
              <a:tr h="202933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Functional Requirements </a:t>
                      </a:r>
                    </a:p>
                  </a:txBody>
                  <a:tcPr marL="45720" marR="4572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870737"/>
                  </a:ext>
                </a:extLst>
              </a:tr>
              <a:tr h="3198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/>
                        <a:t>Req. #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/>
                        <a:t>Req. Category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/>
                        <a:t>Requirement Details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/>
                        <a:t>Priority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61921871"/>
                  </a:ext>
                </a:extLst>
              </a:tr>
              <a:tr h="9847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FR.1.0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Technology component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 Audit and Reporting – Generate compliance reports and maintain audit trails for all activities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Must Have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4540224"/>
                  </a:ext>
                </a:extLst>
              </a:tr>
              <a:tr h="8720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FR.2.0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Risk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Risk Identification and Mitigation – Detect privacy risks and enforce remediation workflows.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Must Have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255320394"/>
                  </a:ext>
                </a:extLst>
              </a:tr>
              <a:tr h="8720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FR.3.0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Security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Vendor Risk Management – Assess and monitor third-party vendor compliance and risk.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Must Have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/>
                        <a:t> 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24755383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84D9379-B4B2-58AE-FBCB-331AAE66140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92B29-0991-E3E9-AC81-EB0EBCB5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04FF7-8223-2582-0D1E-053EB0B15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023479"/>
            <a:ext cx="11599705" cy="531231"/>
          </a:xfrm>
        </p:spPr>
        <p:txBody>
          <a:bodyPr/>
          <a:lstStyle/>
          <a:p>
            <a:pPr>
              <a:buNone/>
            </a:pPr>
            <a:r>
              <a:rPr lang="en-US"/>
              <a:t>Describe the key functional requirements in scope for the solution design.</a:t>
            </a:r>
          </a:p>
          <a:p>
            <a:pPr>
              <a:buNone/>
            </a:pPr>
            <a:endParaRPr lang="en-US"/>
          </a:p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F84A6-8F23-A15B-C0E8-FC96BA955B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31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CC63-2B51-444E-C1DF-84DD5F53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F48FF91-C500-E2BE-E99D-F74650C1688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3E1DE-16E4-CC67-F481-95C3D4C15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6EFC-2598-5A7D-DAE9-0589B1F52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023479"/>
            <a:ext cx="11599705" cy="531231"/>
          </a:xfrm>
        </p:spPr>
        <p:txBody>
          <a:bodyPr/>
          <a:lstStyle/>
          <a:p>
            <a:pPr>
              <a:buNone/>
            </a:pPr>
            <a:r>
              <a:rPr lang="en-US"/>
              <a:t>Describe the key nonfunctional requirements in scope for the solution design.</a:t>
            </a:r>
          </a:p>
          <a:p>
            <a:pPr>
              <a:buNone/>
            </a:pPr>
            <a:endParaRPr lang="en-US"/>
          </a:p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50044-C6ED-8399-4AF3-CE9033F2BA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FA1950-A60C-B668-DA66-F9F469C44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113343"/>
              </p:ext>
            </p:extLst>
          </p:nvPr>
        </p:nvGraphicFramePr>
        <p:xfrm>
          <a:off x="628772" y="1366946"/>
          <a:ext cx="10479952" cy="3823463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282121">
                  <a:extLst>
                    <a:ext uri="{9D8B030D-6E8A-4147-A177-3AD203B41FA5}">
                      <a16:colId xmlns:a16="http://schemas.microsoft.com/office/drawing/2014/main" val="3846684463"/>
                    </a:ext>
                  </a:extLst>
                </a:gridCol>
                <a:gridCol w="2290404">
                  <a:extLst>
                    <a:ext uri="{9D8B030D-6E8A-4147-A177-3AD203B41FA5}">
                      <a16:colId xmlns:a16="http://schemas.microsoft.com/office/drawing/2014/main" val="1762738387"/>
                    </a:ext>
                  </a:extLst>
                </a:gridCol>
                <a:gridCol w="5328002">
                  <a:extLst>
                    <a:ext uri="{9D8B030D-6E8A-4147-A177-3AD203B41FA5}">
                      <a16:colId xmlns:a16="http://schemas.microsoft.com/office/drawing/2014/main" val="3761848457"/>
                    </a:ext>
                  </a:extLst>
                </a:gridCol>
                <a:gridCol w="1579425">
                  <a:extLst>
                    <a:ext uri="{9D8B030D-6E8A-4147-A177-3AD203B41FA5}">
                      <a16:colId xmlns:a16="http://schemas.microsoft.com/office/drawing/2014/main" val="3856562252"/>
                    </a:ext>
                  </a:extLst>
                </a:gridCol>
              </a:tblGrid>
              <a:tr h="108888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Non-Functional Requirements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80740"/>
                  </a:ext>
                </a:extLst>
              </a:tr>
              <a:tr h="1460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/>
                        <a:t>Req. #</a:t>
                      </a:r>
                      <a:endParaRPr lang="en-US" sz="1200" b="1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/>
                        <a:t>Req. Category</a:t>
                      </a:r>
                      <a:endParaRPr lang="en-US" sz="1200" b="1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/>
                        <a:t>Requirement Details</a:t>
                      </a:r>
                      <a:endParaRPr lang="en-US" sz="1200" b="1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b="1" dirty="0"/>
                        <a:t>Priority</a:t>
                      </a:r>
                      <a:endParaRPr lang="en-US" sz="1200" b="1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78098094"/>
                  </a:ext>
                </a:extLst>
              </a:tr>
              <a:tr h="8642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NFR.1.0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/>
                        <a:t>Observability, Logging and Monitoring Requirements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/>
                        <a:t>Compatibility and connectivity with corporate approved SIEM (Splunk)</a:t>
                      </a:r>
                      <a:r>
                        <a:rPr lang="en-GB" sz="1200" dirty="0"/>
                        <a:t> </a:t>
                      </a:r>
                      <a:r>
                        <a:rPr lang="en-GB" sz="2400" b="1" dirty="0">
                          <a:solidFill>
                            <a:schemeClr val="accent1">
                              <a:lumMod val="49000"/>
                            </a:schemeClr>
                          </a:solidFill>
                        </a:rPr>
                        <a:t>*</a:t>
                      </a:r>
                      <a:endParaRPr lang="en-US" sz="2400" b="1">
                        <a:solidFill>
                          <a:schemeClr val="accent1">
                            <a:lumMod val="49000"/>
                          </a:schemeClr>
                        </a:solidFill>
                      </a:endParaRP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Must Have</a:t>
                      </a:r>
                      <a:endParaRPr lang="en-US" sz="1200" dirty="0"/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106820978"/>
                  </a:ext>
                </a:extLst>
              </a:tr>
              <a:tr h="6927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NFR.2.0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/>
                        <a:t>Fault Tolerance &amp; Resiliency Requirements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 err="1"/>
                        <a:t>OneTrust</a:t>
                      </a:r>
                      <a:r>
                        <a:rPr lang="en-US" sz="1200" dirty="0"/>
                        <a:t> is a Tier 2 application with RPO 12, RTO 24</a:t>
                      </a:r>
                      <a:r>
                        <a:rPr lang="en-GB" sz="1200" dirty="0"/>
                        <a:t> 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Must Have</a:t>
                      </a:r>
                      <a:endParaRPr lang="en-US" sz="1200" dirty="0"/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74034910"/>
                  </a:ext>
                </a:extLst>
              </a:tr>
              <a:tr h="6927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NFR.3.0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/>
                        <a:t>Availability Objectives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 err="1"/>
                        <a:t>OneTrust</a:t>
                      </a:r>
                      <a:r>
                        <a:rPr lang="en-US" sz="1200" dirty="0"/>
                        <a:t> is SaaS solution and comply with Aegon requirements</a:t>
                      </a:r>
                      <a:r>
                        <a:rPr lang="en-GB" sz="1200" dirty="0"/>
                        <a:t> 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Must Have</a:t>
                      </a:r>
                      <a:endParaRPr lang="en-US" sz="1200" dirty="0"/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 </a:t>
                      </a:r>
                      <a:endParaRPr lang="en-US" sz="12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0429408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NFR.4.0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/>
                        <a:t>Performance Requirements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 err="1"/>
                        <a:t>OneTrust</a:t>
                      </a:r>
                      <a:r>
                        <a:rPr lang="en-US" sz="1200" dirty="0"/>
                        <a:t> is SaaS solution and comply with Aegon requirements</a:t>
                      </a:r>
                      <a:r>
                        <a:rPr lang="en-GB" sz="1200" dirty="0"/>
                        <a:t> 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 Must Have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74590769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dirty="0"/>
                        <a:t>NFR.5.0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GB" sz="1200" dirty="0"/>
                        <a:t>Capacity Requirements</a:t>
                      </a:r>
                      <a:endParaRPr lang="en-US" sz="12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1200" dirty="0" err="1"/>
                        <a:t>OneTrust</a:t>
                      </a:r>
                      <a:r>
                        <a:rPr lang="en-US" sz="1200" dirty="0"/>
                        <a:t> is SaaS solution and comply with Aegon requirements 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281805"/>
                        </a:buClr>
                        <a:buSzTx/>
                        <a:buFont typeface="Arial" panose="020B0604020202020204" pitchFamily="34" charset="0"/>
                        <a:buChar char="​"/>
                        <a:tabLst/>
                        <a:defRPr/>
                      </a:pPr>
                      <a:r>
                        <a:rPr lang="en-GB" sz="1200" dirty="0"/>
                        <a:t> Must Have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264693215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9A824F-C67E-BB2E-4B75-C5AC84AFAA9B}"/>
              </a:ext>
            </a:extLst>
          </p:cNvPr>
          <p:cNvSpPr txBox="1">
            <a:spLocks/>
          </p:cNvSpPr>
          <p:nvPr/>
        </p:nvSpPr>
        <p:spPr>
          <a:xfrm>
            <a:off x="475517" y="5579791"/>
            <a:ext cx="11588500" cy="3967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800" dirty="0">
                <a:solidFill>
                  <a:schemeClr val="accent1">
                    <a:lumMod val="49000"/>
                  </a:schemeClr>
                </a:solidFill>
              </a:rPr>
              <a:t>*</a:t>
            </a:r>
            <a:r>
              <a:rPr lang="en-US" dirty="0"/>
              <a:t> </a:t>
            </a:r>
            <a:r>
              <a:rPr lang="en-US" b="1" dirty="0"/>
              <a:t>SPLUNK </a:t>
            </a:r>
            <a:r>
              <a:rPr lang="en-US" dirty="0"/>
              <a:t>is supported as SIEM, but this feature is not implemented yet.</a:t>
            </a:r>
            <a:endParaRPr lang="en-US" dirty="0">
              <a:cs typeface="Arial"/>
            </a:endParaRP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endParaRPr lang="en-US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6905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BA79-FFF2-6AD7-F1AD-358A76D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D0E4A1-7CB4-4300-ED12-EF36134B026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8AA00C7-9B1A-C328-15F1-1CCAFA967A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0" imgH="409" progId="TCLayout.ActiveDocument.1">
                  <p:embed/>
                </p:oleObj>
              </mc:Choice>
              <mc:Fallback>
                <p:oleObj name="think-cell Slide" r:id="rId4" imgW="410" imgH="40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AA00C7-9B1A-C328-15F1-1CCAFA967A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6BAA25E8-AB9A-3597-32B6-29A388F3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5945514" cy="1005867"/>
          </a:xfrm>
        </p:spPr>
        <p:txBody>
          <a:bodyPr vert="horz"/>
          <a:lstStyle/>
          <a:p>
            <a:r>
              <a:rPr lang="en-US" sz="2400"/>
              <a:t>Baseline Technology Architecture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D8549A-30F1-CD1E-46C9-25FA9F7A60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75441-D4C6-A69C-D41F-2C1AA213AC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838" y="4601968"/>
            <a:ext cx="10787439" cy="756000"/>
          </a:xfr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91440" tIns="91440" rIns="91440" bIns="91440" anchor="t"/>
          <a:lstStyle/>
          <a:p>
            <a:pPr>
              <a:buNone/>
            </a:pPr>
            <a:r>
              <a:rPr lang="en-US" sz="1400"/>
              <a:t>Describe the changes between the baseline and target architecture</a:t>
            </a:r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5251E923-8388-A1DC-0335-229278D136A8}"/>
              </a:ext>
            </a:extLst>
          </p:cNvPr>
          <p:cNvSpPr txBox="1">
            <a:spLocks/>
          </p:cNvSpPr>
          <p:nvPr/>
        </p:nvSpPr>
        <p:spPr>
          <a:xfrm>
            <a:off x="6246486" y="251999"/>
            <a:ext cx="5945514" cy="10058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3200" kern="1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2400"/>
              <a:t>Target Technology Architecture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A4779CF3-4CA3-B148-BD7D-BB09CA9AA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83232"/>
            <a:ext cx="12192000" cy="54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1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6B67-6115-8309-BE1D-5CB18D59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F835EA-4157-AB8E-F9F4-455A0110704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9D69CF-BBA9-3756-B580-5246CA205C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0" imgH="409" progId="TCLayout.ActiveDocument.1">
                  <p:embed/>
                </p:oleObj>
              </mc:Choice>
              <mc:Fallback>
                <p:oleObj name="think-cell Slide" r:id="rId4" imgW="410" imgH="40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9D69CF-BBA9-3756-B580-5246CA205C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0A4F0628-7996-1518-4C0B-0C8EE4C2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Integration Architecture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A9D5A4C-E31E-CCFD-02E9-DD5F1E002D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31CFB2-92EA-06AB-EAB6-8EE9353A1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79687"/>
              </p:ext>
            </p:extLst>
          </p:nvPr>
        </p:nvGraphicFramePr>
        <p:xfrm>
          <a:off x="4000964" y="5265098"/>
          <a:ext cx="7770195" cy="121840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498389">
                  <a:extLst>
                    <a:ext uri="{9D8B030D-6E8A-4147-A177-3AD203B41FA5}">
                      <a16:colId xmlns:a16="http://schemas.microsoft.com/office/drawing/2014/main" val="4159898105"/>
                    </a:ext>
                  </a:extLst>
                </a:gridCol>
                <a:gridCol w="4026059">
                  <a:extLst>
                    <a:ext uri="{9D8B030D-6E8A-4147-A177-3AD203B41FA5}">
                      <a16:colId xmlns:a16="http://schemas.microsoft.com/office/drawing/2014/main" val="3855315617"/>
                    </a:ext>
                  </a:extLst>
                </a:gridCol>
                <a:gridCol w="3245747">
                  <a:extLst>
                    <a:ext uri="{9D8B030D-6E8A-4147-A177-3AD203B41FA5}">
                      <a16:colId xmlns:a16="http://schemas.microsoft.com/office/drawing/2014/main" val="1098126030"/>
                    </a:ext>
                  </a:extLst>
                </a:gridCol>
              </a:tblGrid>
              <a:tr h="5055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#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Components/Patterns used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Purpose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481499"/>
                  </a:ext>
                </a:extLst>
              </a:tr>
              <a:tr h="356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en-US" sz="1200" dirty="0" err="1">
                          <a:effectLst/>
                        </a:rPr>
                        <a:t>PingOne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Authentication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429742"/>
                  </a:ext>
                </a:extLst>
              </a:tr>
              <a:tr h="356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Browsing Pattern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External HTTPS access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155490"/>
                  </a:ext>
                </a:extLst>
              </a:tr>
            </a:tbl>
          </a:graphicData>
        </a:graphic>
      </p:graphicFrame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6B921729-A3E9-9D04-472C-A9CD905BB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40" y="1165857"/>
            <a:ext cx="11350319" cy="384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7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4A38-3E91-83EC-35F1-456037A2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6E3170-FCFA-9C9A-91C9-5A81163EEC8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A0BF53-91D5-BBE6-1C7B-0E25F18936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0" imgH="409" progId="TCLayout.ActiveDocument.1">
                  <p:embed/>
                </p:oleObj>
              </mc:Choice>
              <mc:Fallback>
                <p:oleObj name="think-cell Slide" r:id="rId4" imgW="410" imgH="40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A0BF53-91D5-BBE6-1C7B-0E25F1893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61DAA711-F94E-B061-0E17-11415160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Security Boundaries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FCE93B4-00B9-FBCA-ABB9-794C60682E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FAAE22-2A4C-08C5-B96D-4684AB98A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621519"/>
              </p:ext>
            </p:extLst>
          </p:nvPr>
        </p:nvGraphicFramePr>
        <p:xfrm>
          <a:off x="4919820" y="5680358"/>
          <a:ext cx="6794244" cy="83694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87029">
                  <a:extLst>
                    <a:ext uri="{9D8B030D-6E8A-4147-A177-3AD203B41FA5}">
                      <a16:colId xmlns:a16="http://schemas.microsoft.com/office/drawing/2014/main" val="2313134226"/>
                    </a:ext>
                  </a:extLst>
                </a:gridCol>
                <a:gridCol w="1877682">
                  <a:extLst>
                    <a:ext uri="{9D8B030D-6E8A-4147-A177-3AD203B41FA5}">
                      <a16:colId xmlns:a16="http://schemas.microsoft.com/office/drawing/2014/main" val="3033648230"/>
                    </a:ext>
                  </a:extLst>
                </a:gridCol>
                <a:gridCol w="1397360">
                  <a:extLst>
                    <a:ext uri="{9D8B030D-6E8A-4147-A177-3AD203B41FA5}">
                      <a16:colId xmlns:a16="http://schemas.microsoft.com/office/drawing/2014/main" val="2538705780"/>
                    </a:ext>
                  </a:extLst>
                </a:gridCol>
                <a:gridCol w="3232173">
                  <a:extLst>
                    <a:ext uri="{9D8B030D-6E8A-4147-A177-3AD203B41FA5}">
                      <a16:colId xmlns:a16="http://schemas.microsoft.com/office/drawing/2014/main" val="1813144263"/>
                    </a:ext>
                  </a:extLst>
                </a:gridCol>
              </a:tblGrid>
              <a:tr h="27898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Security Boundary Reference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Existing Pattern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Description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42600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Firewall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 Corporate Firewall 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15918"/>
                  </a:ext>
                </a:extLst>
              </a:tr>
              <a:tr h="2789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 SSO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err="1">
                          <a:effectLst/>
                        </a:rPr>
                        <a:t>PingOne</a:t>
                      </a:r>
                      <a:r>
                        <a:rPr lang="en-US" sz="1000" dirty="0">
                          <a:effectLst/>
                        </a:rPr>
                        <a:t> Sign on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763416"/>
                  </a:ext>
                </a:extLst>
              </a:tr>
            </a:tbl>
          </a:graphicData>
        </a:graphic>
      </p:graphicFrame>
      <p:pic>
        <p:nvPicPr>
          <p:cNvPr id="6" name="Picture 5" descr="A diagram of a web trust&#10;&#10;AI-generated content may be incorrect.">
            <a:extLst>
              <a:ext uri="{FF2B5EF4-FFF2-40B4-BE49-F238E27FC236}">
                <a16:creationId xmlns:a16="http://schemas.microsoft.com/office/drawing/2014/main" id="{B854A4A6-CFEB-55BD-CC9A-478D4C02F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43" y="1226035"/>
            <a:ext cx="10857758" cy="392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2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BE13-BFC4-117D-2C55-C8EBFE7D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data flow&#10;&#10;AI-generated content may be incorrect.">
            <a:extLst>
              <a:ext uri="{FF2B5EF4-FFF2-40B4-BE49-F238E27FC236}">
                <a16:creationId xmlns:a16="http://schemas.microsoft.com/office/drawing/2014/main" id="{6B286E93-CE24-4644-524D-147E39689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" y="1113132"/>
            <a:ext cx="6926031" cy="48573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A3F54E-16CE-9DA7-216E-C6E00027573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F93303-F4CA-45FF-6AF7-E3FA0DFA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5D8383-E106-8696-4CF2-5C5938B293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FBA23E-C08F-C1F6-9212-55AC9EA4C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289985"/>
              </p:ext>
            </p:extLst>
          </p:nvPr>
        </p:nvGraphicFramePr>
        <p:xfrm>
          <a:off x="8056999" y="1555199"/>
          <a:ext cx="3857702" cy="194332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7073">
                  <a:extLst>
                    <a:ext uri="{9D8B030D-6E8A-4147-A177-3AD203B41FA5}">
                      <a16:colId xmlns:a16="http://schemas.microsoft.com/office/drawing/2014/main" val="1169536713"/>
                    </a:ext>
                  </a:extLst>
                </a:gridCol>
                <a:gridCol w="1461565">
                  <a:extLst>
                    <a:ext uri="{9D8B030D-6E8A-4147-A177-3AD203B41FA5}">
                      <a16:colId xmlns:a16="http://schemas.microsoft.com/office/drawing/2014/main" val="98420864"/>
                    </a:ext>
                  </a:extLst>
                </a:gridCol>
                <a:gridCol w="424079">
                  <a:extLst>
                    <a:ext uri="{9D8B030D-6E8A-4147-A177-3AD203B41FA5}">
                      <a16:colId xmlns:a16="http://schemas.microsoft.com/office/drawing/2014/main" val="4238175479"/>
                    </a:ext>
                  </a:extLst>
                </a:gridCol>
                <a:gridCol w="1664985">
                  <a:extLst>
                    <a:ext uri="{9D8B030D-6E8A-4147-A177-3AD203B41FA5}">
                      <a16:colId xmlns:a16="http://schemas.microsoft.com/office/drawing/2014/main" val="700609630"/>
                    </a:ext>
                  </a:extLst>
                </a:gridCol>
              </a:tblGrid>
              <a:tr h="25669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 Data Classification 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    Data Legal and Regulatory Classification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2871"/>
                  </a:ext>
                </a:extLst>
              </a:tr>
              <a:tr h="312644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☐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Strictly Confidential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Financial Information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3475309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Confidential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☐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Personal Identifiable Information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3059821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Internal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Protected Health Information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92490527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Public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Payment Card Information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398924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☐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No Data Shared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X</a:t>
                      </a:r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No Personal Data Shared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04235754"/>
                  </a:ext>
                </a:extLst>
              </a:tr>
            </a:tbl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24FF63-AA37-53F3-20F8-BD84FD639A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6999" y="1082930"/>
            <a:ext cx="3600000" cy="324000"/>
          </a:xfrm>
        </p:spPr>
        <p:txBody>
          <a:bodyPr/>
          <a:lstStyle/>
          <a:p>
            <a:r>
              <a:rPr lang="en-US"/>
              <a:t>Data Classification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6E1AE4-68F6-8B53-5144-837C8146C2B3}"/>
              </a:ext>
            </a:extLst>
          </p:cNvPr>
          <p:cNvSpPr txBox="1">
            <a:spLocks/>
          </p:cNvSpPr>
          <p:nvPr/>
        </p:nvSpPr>
        <p:spPr>
          <a:xfrm>
            <a:off x="535001" y="1095867"/>
            <a:ext cx="360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1" kern="100" spc="-3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Data Flow Diagram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00534B2-92CB-261F-5A17-A0C7A3C07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44589" y="67733"/>
            <a:ext cx="4347411" cy="853197"/>
          </a:xfr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lIns="91440" tIns="91440" rIns="91440" bIns="91440" rtlCol="0" anchor="ctr" anchorCtr="0">
            <a:no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400" b="1" dirty="0"/>
              <a:t>Data Privacy Impact Assessment:</a:t>
            </a:r>
          </a:p>
          <a:p>
            <a:pPr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400" dirty="0"/>
              <a:t>DPIA Number # </a:t>
            </a:r>
            <a:r>
              <a:rPr lang="en-US" sz="1400" b="1" dirty="0"/>
              <a:t>12549</a:t>
            </a:r>
            <a:r>
              <a:rPr lang="en-US" sz="1400" dirty="0"/>
              <a:t> </a:t>
            </a:r>
            <a:br>
              <a:rPr lang="en-US" sz="3200" dirty="0"/>
            </a:br>
            <a:r>
              <a:rPr lang="en-US" sz="1400" dirty="0"/>
              <a:t>GenAI inventory # 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WordVisi_MSFontService"/>
              </a:rPr>
              <a:t>CC0040 / GTS021</a:t>
            </a:r>
            <a:endParaRPr lang="en-US" sz="1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B048EF3-8D02-2D7B-A0AB-D9C0F1836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5227"/>
              </p:ext>
            </p:extLst>
          </p:nvPr>
        </p:nvGraphicFramePr>
        <p:xfrm>
          <a:off x="3015342" y="5780314"/>
          <a:ext cx="8896700" cy="932588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405308">
                  <a:extLst>
                    <a:ext uri="{9D8B030D-6E8A-4147-A177-3AD203B41FA5}">
                      <a16:colId xmlns:a16="http://schemas.microsoft.com/office/drawing/2014/main" val="2225895960"/>
                    </a:ext>
                  </a:extLst>
                </a:gridCol>
                <a:gridCol w="8491392">
                  <a:extLst>
                    <a:ext uri="{9D8B030D-6E8A-4147-A177-3AD203B41FA5}">
                      <a16:colId xmlns:a16="http://schemas.microsoft.com/office/drawing/2014/main" val="4005347433"/>
                    </a:ext>
                  </a:extLst>
                </a:gridCol>
              </a:tblGrid>
              <a:tr h="2331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Description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6883184"/>
                  </a:ext>
                </a:extLst>
              </a:tr>
              <a:tr h="2331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The respondent can upload the document to </a:t>
                      </a:r>
                      <a:r>
                        <a:rPr lang="en-US" sz="1400" dirty="0" err="1">
                          <a:effectLst/>
                        </a:rPr>
                        <a:t>OneTrust</a:t>
                      </a:r>
                      <a:r>
                        <a:rPr lang="en-US" sz="1400" dirty="0">
                          <a:effectLst/>
                        </a:rPr>
                        <a:t> using the </a:t>
                      </a:r>
                      <a:r>
                        <a:rPr lang="en-US" sz="1400" dirty="0" err="1">
                          <a:effectLst/>
                        </a:rPr>
                        <a:t>OneTrust</a:t>
                      </a:r>
                      <a:r>
                        <a:rPr lang="en-US" sz="1400" dirty="0">
                          <a:effectLst/>
                        </a:rPr>
                        <a:t> web portal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4910183"/>
                  </a:ext>
                </a:extLst>
              </a:tr>
              <a:tr h="2331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The respondent can interact with the </a:t>
                      </a:r>
                      <a:r>
                        <a:rPr lang="en-US" sz="1400" dirty="0" err="1">
                          <a:effectLst/>
                        </a:rPr>
                        <a:t>OneTrust</a:t>
                      </a:r>
                      <a:r>
                        <a:rPr lang="en-US" sz="1400" dirty="0">
                          <a:effectLst/>
                        </a:rPr>
                        <a:t> AI chat assistant available in </a:t>
                      </a:r>
                      <a:r>
                        <a:rPr lang="en-US" sz="1400" dirty="0" err="1">
                          <a:effectLst/>
                        </a:rPr>
                        <a:t>OneTrust</a:t>
                      </a:r>
                      <a:r>
                        <a:rPr lang="en-US" sz="1400" dirty="0">
                          <a:effectLst/>
                        </a:rPr>
                        <a:t> web portal.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39802"/>
                  </a:ext>
                </a:extLst>
              </a:tr>
              <a:tr h="2331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All LLMs queries are sent to </a:t>
                      </a:r>
                      <a:r>
                        <a:rPr lang="en-US" sz="1400" dirty="0" err="1">
                          <a:effectLst/>
                        </a:rPr>
                        <a:t>OneTrust’s</a:t>
                      </a:r>
                      <a:r>
                        <a:rPr lang="en-US" sz="1400" dirty="0">
                          <a:effectLst/>
                        </a:rPr>
                        <a:t> Azure professional subscription.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894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813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140B-0C89-E7B9-D205-0824D4A5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F65C46-5F95-EB42-5925-5DC113C9AE3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5F96D-FB21-E366-91F6-F56DF31D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8731733" cy="1005867"/>
          </a:xfrm>
        </p:spPr>
        <p:txBody>
          <a:bodyPr/>
          <a:lstStyle/>
          <a:p>
            <a:r>
              <a:rPr lang="en-US" dirty="0"/>
              <a:t>Technology Components &amp; Architecture Impacts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109B7-1B88-1812-4B14-FF77F90F41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ACD3730-72B7-1742-D5F4-F54AA341B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1187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C2904F7-A8D9-B4E0-999B-5D52B2A351F0}"/>
              </a:ext>
            </a:extLst>
          </p:cNvPr>
          <p:cNvSpPr txBox="1">
            <a:spLocks/>
          </p:cNvSpPr>
          <p:nvPr/>
        </p:nvSpPr>
        <p:spPr>
          <a:xfrm>
            <a:off x="9251950" y="67734"/>
            <a:ext cx="2940050" cy="778932"/>
          </a:xfrm>
          <a:prstGeom prst="rect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lIns="91440" tIns="91440" rIns="91440" bIns="9144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Tx/>
              <a:buFont typeface="Arial" panose="020B0604020202020204" pitchFamily="34" charset="0"/>
              <a:buChar char="▪"/>
              <a:defRPr sz="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Tx/>
              <a:buFont typeface="Arial" panose="020B0604020202020204" pitchFamily="34" charset="0"/>
              <a:buChar char="◦"/>
              <a:defRPr sz="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Tx/>
              <a:buSzPct val="100000"/>
              <a:buFont typeface="Arial" panose="020E0502030303020204" pitchFamily="34" charset="0"/>
              <a:buChar char="–"/>
              <a:defRPr sz="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1400" b="1"/>
              <a:t>Technology Risk Assessment: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400"/>
              <a:t>[TRA Link or Not Required]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50695C-7A03-2244-21C5-028254350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823440"/>
              </p:ext>
            </p:extLst>
          </p:nvPr>
        </p:nvGraphicFramePr>
        <p:xfrm>
          <a:off x="622569" y="1312381"/>
          <a:ext cx="10973700" cy="1390328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56390">
                  <a:extLst>
                    <a:ext uri="{9D8B030D-6E8A-4147-A177-3AD203B41FA5}">
                      <a16:colId xmlns:a16="http://schemas.microsoft.com/office/drawing/2014/main" val="1615157726"/>
                    </a:ext>
                  </a:extLst>
                </a:gridCol>
                <a:gridCol w="1948408">
                  <a:extLst>
                    <a:ext uri="{9D8B030D-6E8A-4147-A177-3AD203B41FA5}">
                      <a16:colId xmlns:a16="http://schemas.microsoft.com/office/drawing/2014/main" val="1540150723"/>
                    </a:ext>
                  </a:extLst>
                </a:gridCol>
                <a:gridCol w="1803051">
                  <a:extLst>
                    <a:ext uri="{9D8B030D-6E8A-4147-A177-3AD203B41FA5}">
                      <a16:colId xmlns:a16="http://schemas.microsoft.com/office/drawing/2014/main" val="3563382236"/>
                    </a:ext>
                  </a:extLst>
                </a:gridCol>
                <a:gridCol w="1987582">
                  <a:extLst>
                    <a:ext uri="{9D8B030D-6E8A-4147-A177-3AD203B41FA5}">
                      <a16:colId xmlns:a16="http://schemas.microsoft.com/office/drawing/2014/main" val="1037978135"/>
                    </a:ext>
                  </a:extLst>
                </a:gridCol>
                <a:gridCol w="1619549">
                  <a:extLst>
                    <a:ext uri="{9D8B030D-6E8A-4147-A177-3AD203B41FA5}">
                      <a16:colId xmlns:a16="http://schemas.microsoft.com/office/drawing/2014/main" val="1331904103"/>
                    </a:ext>
                  </a:extLst>
                </a:gridCol>
                <a:gridCol w="1858720">
                  <a:extLst>
                    <a:ext uri="{9D8B030D-6E8A-4147-A177-3AD203B41FA5}">
                      <a16:colId xmlns:a16="http://schemas.microsoft.com/office/drawing/2014/main" val="2082666919"/>
                    </a:ext>
                  </a:extLst>
                </a:gridCol>
              </a:tblGrid>
              <a:tr h="3294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effectLst/>
                        </a:rPr>
                        <a:t>Technology Component Type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Technology Component Name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CMDB ID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Architecture Impact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Tech Lifecycle Strategy 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Risk Rating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extLst>
                  <a:ext uri="{0D108BD9-81ED-4DB2-BD59-A6C34878D82A}">
                    <a16:rowId xmlns:a16="http://schemas.microsoft.com/office/drawing/2014/main" val="876269796"/>
                  </a:ext>
                </a:extLst>
              </a:tr>
              <a:tr h="286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400" b="0">
                          <a:effectLst/>
                        </a:rPr>
                        <a:t>Business Application</a:t>
                      </a:r>
                      <a:endParaRPr lang="en-US" sz="1400" b="0" i="1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400" dirty="0">
                          <a:effectLst/>
                        </a:rPr>
                        <a:t>ONETRUST GLOBAL</a:t>
                      </a:r>
                      <a:endParaRPr lang="en-US" sz="1400" i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400" dirty="0">
                          <a:effectLst/>
                        </a:rPr>
                        <a:t>CI001936362</a:t>
                      </a:r>
                      <a:endParaRPr lang="en-US" sz="1400" i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400">
                          <a:effectLst/>
                        </a:rPr>
                        <a:t>Reuse</a:t>
                      </a:r>
                      <a:endParaRPr lang="en-US" sz="1400" i="1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400">
                          <a:effectLst/>
                        </a:rPr>
                        <a:t>Buy</a:t>
                      </a:r>
                      <a:endParaRPr lang="en-US" sz="1400" i="1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1400" dirty="0">
                          <a:effectLst/>
                        </a:rPr>
                        <a:t>Low</a:t>
                      </a:r>
                      <a:endParaRPr lang="en-US" sz="1400" i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extLst>
                  <a:ext uri="{0D108BD9-81ED-4DB2-BD59-A6C34878D82A}">
                    <a16:rowId xmlns:a16="http://schemas.microsoft.com/office/drawing/2014/main" val="3000147148"/>
                  </a:ext>
                </a:extLst>
              </a:tr>
              <a:tr h="286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59045" marR="59045" marT="0" marB="0"/>
                </a:tc>
                <a:extLst>
                  <a:ext uri="{0D108BD9-81ED-4DB2-BD59-A6C34878D82A}">
                    <a16:rowId xmlns:a16="http://schemas.microsoft.com/office/drawing/2014/main" val="3000915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266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1B40-E14E-E6BB-6D40-43E9A74B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B4A502-263D-0C5B-B725-13D38473DEB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258415-0B82-1DCB-E089-E17599C9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1"/>
            <a:ext cx="11472000" cy="594666"/>
          </a:xfrm>
        </p:spPr>
        <p:txBody>
          <a:bodyPr/>
          <a:lstStyle/>
          <a:p>
            <a:r>
              <a:rPr lang="en-US"/>
              <a:t>Operational Resiliency Targets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5D4A9-23E9-943D-1B52-8DC1EAD532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E1720CD-D1DA-A0D3-5F14-E20F5EA07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1187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A5157-2D44-4443-B530-40E853A5C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5" y="1492250"/>
            <a:ext cx="11996530" cy="168470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6B3618-27F5-D150-45DD-232E80C07943}"/>
              </a:ext>
            </a:extLst>
          </p:cNvPr>
          <p:cNvSpPr txBox="1"/>
          <p:nvPr/>
        </p:nvSpPr>
        <p:spPr>
          <a:xfrm>
            <a:off x="480000" y="4795291"/>
            <a:ext cx="11472000" cy="1684708"/>
          </a:xfrm>
          <a:prstGeom prst="rect">
            <a:avLst/>
          </a:prstGeom>
          <a:noFill/>
        </p:spPr>
        <p:txBody>
          <a:bodyPr wrap="square" lIns="50800" tIns="50800" rIns="50800" bIns="50800" rtlCol="0">
            <a:noAutofit/>
          </a:bodyPr>
          <a:lstStyle/>
          <a:p>
            <a:pPr algn="l"/>
            <a:r>
              <a:rPr lang="en-US" sz="2000" kern="100" spc="-30" dirty="0" err="1"/>
              <a:t>OneTrust</a:t>
            </a:r>
            <a:r>
              <a:rPr lang="en-US" sz="2000" kern="100" spc="-30" dirty="0"/>
              <a:t> application should be classified as Tier 2 because it supports compliance and governance functions that are important but not operationally critical to day-to-day business activities.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E0B30C-DFFE-C7B5-1073-5DE6AE6394D8}"/>
              </a:ext>
            </a:extLst>
          </p:cNvPr>
          <p:cNvSpPr/>
          <p:nvPr/>
        </p:nvSpPr>
        <p:spPr>
          <a:xfrm>
            <a:off x="2729948" y="1500903"/>
            <a:ext cx="4757530" cy="1676055"/>
          </a:xfrm>
          <a:prstGeom prst="rect">
            <a:avLst/>
          </a:prstGeom>
          <a:solidFill>
            <a:schemeClr val="bg1">
              <a:lumMod val="50000"/>
              <a:alpha val="52862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357626-AD6A-9DDF-D238-D83A8498CF5C}"/>
              </a:ext>
            </a:extLst>
          </p:cNvPr>
          <p:cNvSpPr/>
          <p:nvPr/>
        </p:nvSpPr>
        <p:spPr>
          <a:xfrm>
            <a:off x="8958649" y="1492251"/>
            <a:ext cx="3135616" cy="1684708"/>
          </a:xfrm>
          <a:prstGeom prst="rect">
            <a:avLst/>
          </a:prstGeom>
          <a:solidFill>
            <a:schemeClr val="bg1">
              <a:lumMod val="50000"/>
              <a:alpha val="52862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E7A6FD5B-35D0-8B44-2F1F-84ED42D8CAA9}"/>
              </a:ext>
            </a:extLst>
          </p:cNvPr>
          <p:cNvSpPr/>
          <p:nvPr/>
        </p:nvSpPr>
        <p:spPr>
          <a:xfrm>
            <a:off x="8438461" y="1371616"/>
            <a:ext cx="450573" cy="547267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008E12-881C-BE1C-578C-FF6885465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023479"/>
            <a:ext cx="11599705" cy="531231"/>
          </a:xfrm>
        </p:spPr>
        <p:txBody>
          <a:bodyPr/>
          <a:lstStyle/>
          <a:p>
            <a:pPr>
              <a:buNone/>
            </a:pPr>
            <a:r>
              <a:rPr lang="en-US"/>
              <a:t>The solution is designed for the following GTS resiliency target level:</a:t>
            </a:r>
          </a:p>
          <a:p>
            <a:pPr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2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9158-0F51-87F9-2DB7-7485136B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FE1041C-DCED-ED68-C002-3CDDD6776F2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9EAB54C-B8EA-D7BB-565D-1183965205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0" imgH="409" progId="TCLayout.ActiveDocument.1">
                  <p:embed/>
                </p:oleObj>
              </mc:Choice>
              <mc:Fallback>
                <p:oleObj name="think-cell Slide" r:id="rId4" imgW="410" imgH="40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EAB54C-B8EA-D7BB-565D-1183965205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072299F5-9535-AFE0-32BB-072EDF94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Waivers and/or Exceptions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EB33ED8-C961-6C0E-2320-F611E1D47B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C1630-B86E-9DC8-E4B9-142836E66D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0058" y="317256"/>
            <a:ext cx="5503670" cy="336863"/>
          </a:xfr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lIns="91440" tIns="91440" rIns="91440" bIns="91440" rtlCol="0" anchor="ctr" anchorCtr="0">
            <a:noAutofit/>
          </a:bodyPr>
          <a:lstStyle/>
          <a:p>
            <a:pPr>
              <a:buNone/>
            </a:pPr>
            <a:r>
              <a:rPr lang="en-US" sz="1400" b="1"/>
              <a:t>Architecture Alignment to Standards Score: &lt;Enter Score&gt;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0E4188-CC1C-4D1E-781E-395BD1284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292399"/>
              </p:ext>
            </p:extLst>
          </p:nvPr>
        </p:nvGraphicFramePr>
        <p:xfrm>
          <a:off x="308228" y="1250077"/>
          <a:ext cx="11231999" cy="177317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734990463"/>
                    </a:ext>
                  </a:extLst>
                </a:gridCol>
                <a:gridCol w="2698014">
                  <a:extLst>
                    <a:ext uri="{9D8B030D-6E8A-4147-A177-3AD203B41FA5}">
                      <a16:colId xmlns:a16="http://schemas.microsoft.com/office/drawing/2014/main" val="1400823722"/>
                    </a:ext>
                  </a:extLst>
                </a:gridCol>
                <a:gridCol w="5166175">
                  <a:extLst>
                    <a:ext uri="{9D8B030D-6E8A-4147-A177-3AD203B41FA5}">
                      <a16:colId xmlns:a16="http://schemas.microsoft.com/office/drawing/2014/main" val="1222328102"/>
                    </a:ext>
                  </a:extLst>
                </a:gridCol>
                <a:gridCol w="2899810">
                  <a:extLst>
                    <a:ext uri="{9D8B030D-6E8A-4147-A177-3AD203B41FA5}">
                      <a16:colId xmlns:a16="http://schemas.microsoft.com/office/drawing/2014/main" val="288295275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#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Acceptance Title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Exception Description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Link to Risk Exception Acceptance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11413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7997821"/>
                  </a:ext>
                </a:extLst>
              </a:tr>
              <a:tr h="2434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505331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443315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119256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08799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5409377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83753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6F0EE01-C83B-6C01-D4CC-3886CB147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27" y="852224"/>
            <a:ext cx="11643773" cy="338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Acceptances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7D85C0-76BB-A5F3-0656-9CE9152F3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644292"/>
              </p:ext>
            </p:extLst>
          </p:nvPr>
        </p:nvGraphicFramePr>
        <p:xfrm>
          <a:off x="290256" y="3576424"/>
          <a:ext cx="11231999" cy="177317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734990463"/>
                    </a:ext>
                  </a:extLst>
                </a:gridCol>
                <a:gridCol w="2698014">
                  <a:extLst>
                    <a:ext uri="{9D8B030D-6E8A-4147-A177-3AD203B41FA5}">
                      <a16:colId xmlns:a16="http://schemas.microsoft.com/office/drawing/2014/main" val="1400823722"/>
                    </a:ext>
                  </a:extLst>
                </a:gridCol>
                <a:gridCol w="5184147">
                  <a:extLst>
                    <a:ext uri="{9D8B030D-6E8A-4147-A177-3AD203B41FA5}">
                      <a16:colId xmlns:a16="http://schemas.microsoft.com/office/drawing/2014/main" val="1222328102"/>
                    </a:ext>
                  </a:extLst>
                </a:gridCol>
                <a:gridCol w="2881838">
                  <a:extLst>
                    <a:ext uri="{9D8B030D-6E8A-4147-A177-3AD203B41FA5}">
                      <a16:colId xmlns:a16="http://schemas.microsoft.com/office/drawing/2014/main" val="288295275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#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Remediation Title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Exception Description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Link to Risk Remediation Acceptance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114136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7997821"/>
                  </a:ext>
                </a:extLst>
              </a:tr>
              <a:tr h="24346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505331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443315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5280263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7436596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4144917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835990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DC0E79B-4909-2D3E-6535-FE1971CB5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55" y="3178571"/>
            <a:ext cx="11643773" cy="338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Remediations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4B007-3A27-BB22-8D3E-C40B78C75FD2}"/>
              </a:ext>
            </a:extLst>
          </p:cNvPr>
          <p:cNvSpPr txBox="1"/>
          <p:nvPr/>
        </p:nvSpPr>
        <p:spPr>
          <a:xfrm>
            <a:off x="1461156" y="5475835"/>
            <a:ext cx="10079070" cy="6261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50800" tIns="50800" rIns="50800" bIns="50800" rtlCol="0">
            <a:noAutofit/>
          </a:bodyPr>
          <a:lstStyle/>
          <a:p>
            <a:pPr algn="l"/>
            <a:r>
              <a:rPr lang="en-US" sz="1200" b="1">
                <a:latin typeface="Arial" panose="020B0604020202020204" pitchFamily="34" charset="0"/>
                <a:cs typeface="Times New Roman" panose="02020603050405020304" pitchFamily="18" charset="0"/>
              </a:rPr>
              <a:t>Notes Regarding Exceptions to Standards or Additional Concerns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8A5A3-B2B1-13A3-7C21-0F052979B0D3}"/>
              </a:ext>
            </a:extLst>
          </p:cNvPr>
          <p:cNvSpPr txBox="1"/>
          <p:nvPr/>
        </p:nvSpPr>
        <p:spPr>
          <a:xfrm>
            <a:off x="1461156" y="6283227"/>
            <a:ext cx="10079069" cy="41395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i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Prior to an item being added to the ARB agenda for Solution Design – Final ARB, approval for risk acceptance or risk remediation must be obtained, not merely logged.  </a:t>
            </a:r>
            <a:r>
              <a:rPr lang="en-US" sz="1100" i="1">
                <a:solidFill>
                  <a:srgbClr val="000000"/>
                </a:solidFill>
                <a:latin typeface="Helvetica Neue" panose="02000503000000020004" pitchFamily="2" charset="0"/>
              </a:rPr>
              <a:t>Technology owner for the initiative is responsible for obtaining risk acceptance or risk mediation approvals.</a:t>
            </a:r>
            <a:endParaRPr lang="en-US" sz="1100" i="1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EFDCB-A771-03A1-A32E-189F6FB7B4F0}"/>
              </a:ext>
            </a:extLst>
          </p:cNvPr>
          <p:cNvSpPr txBox="1"/>
          <p:nvPr/>
        </p:nvSpPr>
        <p:spPr>
          <a:xfrm>
            <a:off x="4827859" y="2612877"/>
            <a:ext cx="2156791" cy="13942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50800" tIns="50800" rIns="50800" bIns="50800" rtlCol="0">
            <a:noAutofit/>
          </a:bodyPr>
          <a:lstStyle/>
          <a:p>
            <a:pPr algn="ctr"/>
            <a:r>
              <a:rPr lang="en-US" sz="2400" kern="100" spc="0" dirty="0">
                <a:solidFill>
                  <a:srgbClr val="4CD300"/>
                </a:solidFill>
              </a:rPr>
              <a:t>No Waiver</a:t>
            </a:r>
          </a:p>
          <a:p>
            <a:pPr algn="ctr"/>
            <a:endParaRPr lang="en-US" sz="2400" spc="0" dirty="0">
              <a:solidFill>
                <a:srgbClr val="4CD300"/>
              </a:solidFill>
            </a:endParaRPr>
          </a:p>
          <a:p>
            <a:pPr algn="ctr"/>
            <a:r>
              <a:rPr lang="en-US" sz="2400" kern="100" spc="0" dirty="0">
                <a:solidFill>
                  <a:srgbClr val="4CD300"/>
                </a:solidFill>
              </a:rPr>
              <a:t>No Exception</a:t>
            </a:r>
          </a:p>
        </p:txBody>
      </p:sp>
    </p:spTree>
    <p:extLst>
      <p:ext uri="{BB962C8B-B14F-4D97-AF65-F5344CB8AC3E}">
        <p14:creationId xmlns:p14="http://schemas.microsoft.com/office/powerpoint/2010/main" val="2981127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545C-F309-C6F2-83EC-C6A465B152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pic>
        <p:nvPicPr>
          <p:cNvPr id="6" name="Picture 2" descr="Roadtrip_hands_on_stearingwheel_oldtimer_Car_Grand_Canyon">
            <a:extLst>
              <a:ext uri="{FF2B5EF4-FFF2-40B4-BE49-F238E27FC236}">
                <a16:creationId xmlns:a16="http://schemas.microsoft.com/office/drawing/2014/main" id="{6F2E621E-0844-E9F8-DAF4-B98FD9250AF7}"/>
              </a:ext>
            </a:extLst>
          </p:cNvPr>
          <p:cNvPicPr>
            <a:picLocks noGrp="1" noChangeAspect="1" noChangeArrowheads="1"/>
          </p:cNvPicPr>
          <p:nvPr>
            <p:ph type="pic" sz="quarter" idx="19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246" r="33774"/>
          <a:stretch/>
        </p:blipFill>
        <p:spPr>
          <a:xfrm>
            <a:off x="6327600" y="0"/>
            <a:ext cx="5864400" cy="6858000"/>
          </a:xfrm>
        </p:spPr>
      </p:pic>
    </p:spTree>
    <p:extLst>
      <p:ext uri="{BB962C8B-B14F-4D97-AF65-F5344CB8AC3E}">
        <p14:creationId xmlns:p14="http://schemas.microsoft.com/office/powerpoint/2010/main" val="332602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F6348DE-3FAB-3AD1-8207-B3A3E68A1E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0" imgH="409" progId="TCLayout.ActiveDocument.1">
                  <p:embed/>
                </p:oleObj>
              </mc:Choice>
              <mc:Fallback>
                <p:oleObj name="think-cell Slide" r:id="rId4" imgW="410" imgH="40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6348DE-3FAB-3AD1-8207-B3A3E68A1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30B69CE-44AA-14D6-79D8-D2F9707A1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End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936610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egon 2023">
  <a:themeElements>
    <a:clrScheme name="Aegon july2023">
      <a:dk1>
        <a:srgbClr val="000000"/>
      </a:dk1>
      <a:lt1>
        <a:srgbClr val="FFFFFF"/>
      </a:lt1>
      <a:dk2>
        <a:srgbClr val="1D2550"/>
      </a:dk2>
      <a:lt2>
        <a:srgbClr val="E7FF00"/>
      </a:lt2>
      <a:accent1>
        <a:srgbClr val="4CD300"/>
      </a:accent1>
      <a:accent2>
        <a:srgbClr val="641EE0"/>
      </a:accent2>
      <a:accent3>
        <a:srgbClr val="FA69FF"/>
      </a:accent3>
      <a:accent4>
        <a:srgbClr val="1D2550"/>
      </a:accent4>
      <a:accent5>
        <a:srgbClr val="ADD6FB"/>
      </a:accent5>
      <a:accent6>
        <a:srgbClr val="AAA29C"/>
      </a:accent6>
      <a:hlink>
        <a:srgbClr val="641EE0"/>
      </a:hlink>
      <a:folHlink>
        <a:srgbClr val="81368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8180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0800" tIns="50800" rIns="50800" bIns="50800" rtlCol="0">
        <a:noAutofit/>
      </a:bodyPr>
      <a:lstStyle>
        <a:defPPr algn="l">
          <a:defRPr kern="100" spc="-30" smtClean="0"/>
        </a:defPPr>
      </a:lstStyle>
    </a:txDef>
  </a:objectDefaults>
  <a:extraClrSchemeLst/>
  <a:custClrLst>
    <a:custClr>
      <a:srgbClr val="FFFFFF"/>
    </a:custClr>
    <a:custClr name="Fresh Lime">
      <a:srgbClr val="E7FF00"/>
    </a:custClr>
    <a:custClr name="Grass Green">
      <a:srgbClr val="4CD300"/>
    </a:custClr>
    <a:custClr name="Hot Pink">
      <a:srgbClr val="FA69FF"/>
    </a:custClr>
    <a:custClr name="Sky Blue">
      <a:srgbClr val="63B6FF"/>
    </a:custClr>
    <a:custClr name="Lavender Purple">
      <a:srgbClr val="641EE0"/>
    </a:custClr>
    <a:custClr name="Crimson Red">
      <a:srgbClr val="CF0000"/>
    </a:custClr>
    <a:custClr name="Chocolate Brown">
      <a:srgbClr val="5E3930"/>
    </a:custClr>
    <a:custClr name="Forest Green">
      <a:srgbClr val="0B3F2D"/>
    </a:custClr>
    <a:custClr name="Night Blue">
      <a:srgbClr val="1D2550"/>
    </a:custClr>
    <a:custClr name="Pure White">
      <a:srgbClr val="FFFFFF"/>
    </a:custClr>
    <a:custClr>
      <a:srgbClr val="FFFFFF"/>
    </a:custClr>
    <a:custClr name="Grass Green 75%">
      <a:srgbClr val="77DD3E"/>
    </a:custClr>
    <a:custClr name="Hot Pink 75%">
      <a:srgbClr val="FA8BFD"/>
    </a:custClr>
    <a:custClr name="Sky Blue 75%">
      <a:srgbClr val="89C6FD"/>
    </a:custClr>
    <a:custClr name="Lavender Purple 75%">
      <a:srgbClr val="894AE6"/>
    </a:custClr>
    <a:custClr name="Crimson Red 75%">
      <a:srgbClr val="D93D3D"/>
    </a:custClr>
    <a:custClr>
      <a:srgbClr val="FFFFFF"/>
    </a:custClr>
    <a:custClr>
      <a:srgbClr val="FFFFFF"/>
    </a:custClr>
    <a:custClr name="Night Blue 75%">
      <a:srgbClr val="565C7C"/>
    </a:custClr>
    <a:custClr>
      <a:srgbClr val="FFFFFF"/>
    </a:custClr>
    <a:custClr>
      <a:srgbClr val="FFFFFF"/>
    </a:custClr>
    <a:custClr name="Grass Green 50%">
      <a:srgbClr val="A1E67B"/>
    </a:custClr>
    <a:custClr name="Hot Pink 50%">
      <a:srgbClr val="F9AFFB"/>
    </a:custClr>
    <a:custClr name="Sky Blue 50%">
      <a:srgbClr val="ADD6FB"/>
    </a:custClr>
    <a:custClr name="Lavender Purple 50%">
      <a:srgbClr val="AE82EC"/>
    </a:custClr>
    <a:custClr name="Crimson Red 50%">
      <a:srgbClr val="E17A7A"/>
    </a:custClr>
    <a:custClr>
      <a:srgbClr val="FFFFFF"/>
    </a:custClr>
    <a:custClr>
      <a:srgbClr val="FFFFFF"/>
    </a:custClr>
    <a:custClr name="Night Blue 50%">
      <a:srgbClr val="8E92A7"/>
    </a:custClr>
    <a:custClr>
      <a:srgbClr val="FFFFFF"/>
    </a:custClr>
    <a:custClr>
      <a:srgbClr val="FFFFFF"/>
    </a:custClr>
    <a:custClr name="Grass Green 25%">
      <a:srgbClr val="CCEEB8"/>
    </a:custClr>
    <a:custClr name="Hot Pink 25%">
      <a:srgbClr val="F7D2F8"/>
    </a:custClr>
    <a:custClr name="Sky Blue 25%">
      <a:srgbClr val="D1E6F8"/>
    </a:custClr>
    <a:custClr name="Lavender Purple 25%">
      <a:srgbClr val="D2BCF1"/>
    </a:custClr>
    <a:custClr name="Crimson Red 25%">
      <a:srgbClr val="EBB8B8"/>
    </a:custClr>
    <a:custClr>
      <a:srgbClr val="FFFFFF"/>
    </a:custClr>
    <a:custClr>
      <a:srgbClr val="FFFFFF"/>
    </a:custClr>
    <a:custClr name="Night Blue 25%">
      <a:srgbClr val="C6C8D3"/>
    </a:custClr>
    <a:custClr name="Aegon Blue">
      <a:srgbClr val="0066FF"/>
    </a:custClr>
    <a:custClr name="TransAmerica Red">
      <a:srgbClr val="FF2800"/>
    </a:custClr>
    <a:custClr name="Gray">
      <a:srgbClr val="AAA29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RITMXXXXXXX-ACBSD-XXX Presentation Template" id="{D1B94B5A-75C5-074C-8777-54F0E39C5C72}" vid="{9C40B5B0-FC9F-394C-8E90-07E42C93B73F}"/>
    </a:ext>
  </a:extLst>
</a:theme>
</file>

<file path=ppt/theme/theme2.xml><?xml version="1.0" encoding="utf-8"?>
<a:theme xmlns:a="http://schemas.openxmlformats.org/drawingml/2006/main" name="1_aegon 2023">
  <a:themeElements>
    <a:clrScheme name="Aegon july2023">
      <a:dk1>
        <a:srgbClr val="000000"/>
      </a:dk1>
      <a:lt1>
        <a:srgbClr val="FFFFFF"/>
      </a:lt1>
      <a:dk2>
        <a:srgbClr val="1D2550"/>
      </a:dk2>
      <a:lt2>
        <a:srgbClr val="E7FF00"/>
      </a:lt2>
      <a:accent1>
        <a:srgbClr val="4CD300"/>
      </a:accent1>
      <a:accent2>
        <a:srgbClr val="641EE0"/>
      </a:accent2>
      <a:accent3>
        <a:srgbClr val="FA69FF"/>
      </a:accent3>
      <a:accent4>
        <a:srgbClr val="1D2550"/>
      </a:accent4>
      <a:accent5>
        <a:srgbClr val="ADD6FB"/>
      </a:accent5>
      <a:accent6>
        <a:srgbClr val="AAA29C"/>
      </a:accent6>
      <a:hlink>
        <a:srgbClr val="641EE0"/>
      </a:hlink>
      <a:folHlink>
        <a:srgbClr val="81368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8180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0800" tIns="50800" rIns="50800" bIns="50800" rtlCol="0">
        <a:noAutofit/>
      </a:bodyPr>
      <a:lstStyle>
        <a:defPPr algn="l">
          <a:defRPr kern="100" spc="-30" smtClean="0"/>
        </a:defPPr>
      </a:lstStyle>
    </a:txDef>
  </a:objectDefaults>
  <a:extraClrSchemeLst/>
  <a:custClrLst>
    <a:custClr>
      <a:srgbClr val="FFFFFF"/>
    </a:custClr>
    <a:custClr name="Fresh Lime">
      <a:srgbClr val="E7FF00"/>
    </a:custClr>
    <a:custClr name="Grass Green">
      <a:srgbClr val="4CD300"/>
    </a:custClr>
    <a:custClr name="Hot Pink">
      <a:srgbClr val="FA69FF"/>
    </a:custClr>
    <a:custClr name="Sky Blue">
      <a:srgbClr val="63B6FF"/>
    </a:custClr>
    <a:custClr name="Lavender Purple">
      <a:srgbClr val="641EE0"/>
    </a:custClr>
    <a:custClr name="Crimson Red">
      <a:srgbClr val="CF0000"/>
    </a:custClr>
    <a:custClr name="Chocolate Brown">
      <a:srgbClr val="5E3930"/>
    </a:custClr>
    <a:custClr name="Forest Green">
      <a:srgbClr val="0B3F2D"/>
    </a:custClr>
    <a:custClr name="Night Blue">
      <a:srgbClr val="1D2550"/>
    </a:custClr>
    <a:custClr name="Pure White">
      <a:srgbClr val="FFFFFF"/>
    </a:custClr>
    <a:custClr>
      <a:srgbClr val="FFFFFF"/>
    </a:custClr>
    <a:custClr name="Grass Green 75%">
      <a:srgbClr val="77DD3E"/>
    </a:custClr>
    <a:custClr name="Hot Pink 75%">
      <a:srgbClr val="FA8BFD"/>
    </a:custClr>
    <a:custClr name="Sky Blue 75%">
      <a:srgbClr val="89C6FD"/>
    </a:custClr>
    <a:custClr name="Lavender Purple 75%">
      <a:srgbClr val="894AE6"/>
    </a:custClr>
    <a:custClr name="Crimson Red 75%">
      <a:srgbClr val="D93D3D"/>
    </a:custClr>
    <a:custClr>
      <a:srgbClr val="FFFFFF"/>
    </a:custClr>
    <a:custClr>
      <a:srgbClr val="FFFFFF"/>
    </a:custClr>
    <a:custClr name="Night Blue 75%">
      <a:srgbClr val="565C7C"/>
    </a:custClr>
    <a:custClr>
      <a:srgbClr val="FFFFFF"/>
    </a:custClr>
    <a:custClr>
      <a:srgbClr val="FFFFFF"/>
    </a:custClr>
    <a:custClr name="Grass Green 50%">
      <a:srgbClr val="A1E67B"/>
    </a:custClr>
    <a:custClr name="Hot Pink 50%">
      <a:srgbClr val="F9AFFB"/>
    </a:custClr>
    <a:custClr name="Sky Blue 50%">
      <a:srgbClr val="ADD6FB"/>
    </a:custClr>
    <a:custClr name="Lavender Purple 50%">
      <a:srgbClr val="AE82EC"/>
    </a:custClr>
    <a:custClr name="Crimson Red 50%">
      <a:srgbClr val="E17A7A"/>
    </a:custClr>
    <a:custClr>
      <a:srgbClr val="FFFFFF"/>
    </a:custClr>
    <a:custClr>
      <a:srgbClr val="FFFFFF"/>
    </a:custClr>
    <a:custClr name="Night Blue 50%">
      <a:srgbClr val="8E92A7"/>
    </a:custClr>
    <a:custClr>
      <a:srgbClr val="FFFFFF"/>
    </a:custClr>
    <a:custClr>
      <a:srgbClr val="FFFFFF"/>
    </a:custClr>
    <a:custClr name="Grass Green 25%">
      <a:srgbClr val="CCEEB8"/>
    </a:custClr>
    <a:custClr name="Hot Pink 25%">
      <a:srgbClr val="F7D2F8"/>
    </a:custClr>
    <a:custClr name="Sky Blue 25%">
      <a:srgbClr val="D1E6F8"/>
    </a:custClr>
    <a:custClr name="Lavender Purple 25%">
      <a:srgbClr val="D2BCF1"/>
    </a:custClr>
    <a:custClr name="Crimson Red 25%">
      <a:srgbClr val="EBB8B8"/>
    </a:custClr>
    <a:custClr>
      <a:srgbClr val="FFFFFF"/>
    </a:custClr>
    <a:custClr>
      <a:srgbClr val="FFFFFF"/>
    </a:custClr>
    <a:custClr name="Night Blue 25%">
      <a:srgbClr val="C6C8D3"/>
    </a:custClr>
    <a:custClr name="Aegon Blue">
      <a:srgbClr val="0066FF"/>
    </a:custClr>
    <a:custClr name="TransAmerica Red">
      <a:srgbClr val="FF2800"/>
    </a:custClr>
    <a:custClr name="Gray">
      <a:srgbClr val="AAA29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RITMXXXXXXX-ACBSD-XXX Presentation Template" id="{D1B94B5A-75C5-074C-8777-54F0E39C5C72}" vid="{8DE58E29-B919-254F-942C-FC9F4361AE8A}"/>
    </a:ext>
  </a:extLst>
</a:theme>
</file>

<file path=ppt/theme/theme3.xml><?xml version="1.0" encoding="utf-8"?>
<a:theme xmlns:a="http://schemas.openxmlformats.org/drawingml/2006/main" name="aegon 2022">
  <a:themeElements>
    <a:clrScheme name="Aegon dec2022">
      <a:dk1>
        <a:srgbClr val="281805"/>
      </a:dk1>
      <a:lt1>
        <a:srgbClr val="FFFFFF"/>
      </a:lt1>
      <a:dk2>
        <a:srgbClr val="1D2550"/>
      </a:dk2>
      <a:lt2>
        <a:srgbClr val="E7FF00"/>
      </a:lt2>
      <a:accent1>
        <a:srgbClr val="4CD300"/>
      </a:accent1>
      <a:accent2>
        <a:srgbClr val="641EE0"/>
      </a:accent2>
      <a:accent3>
        <a:srgbClr val="FA69FF"/>
      </a:accent3>
      <a:accent4>
        <a:srgbClr val="1D2550"/>
      </a:accent4>
      <a:accent5>
        <a:srgbClr val="ADD6FB"/>
      </a:accent5>
      <a:accent6>
        <a:srgbClr val="AAA29C"/>
      </a:accent6>
      <a:hlink>
        <a:srgbClr val="641EE0"/>
      </a:hlink>
      <a:folHlink>
        <a:srgbClr val="81368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rgbClr val="28180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8180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0800" tIns="50800" rIns="50800" bIns="50800" rtlCol="0">
        <a:noAutofit/>
      </a:bodyPr>
      <a:lstStyle>
        <a:defPPr algn="l">
          <a:defRPr kern="100" spc="-30" smtClean="0"/>
        </a:defPPr>
      </a:lstStyle>
    </a:txDef>
  </a:objectDefaults>
  <a:extraClrSchemeLst/>
  <a:custClrLst>
    <a:custClr name="Warm Black">
      <a:srgbClr val="281805"/>
    </a:custClr>
    <a:custClr name="Fresh Lime">
      <a:srgbClr val="E7FF00"/>
    </a:custClr>
    <a:custClr name="Grass Green">
      <a:srgbClr val="4CD300"/>
    </a:custClr>
    <a:custClr name="Hot Pink">
      <a:srgbClr val="FA69FF"/>
    </a:custClr>
    <a:custClr name="Sky Blue">
      <a:srgbClr val="63B6FF"/>
    </a:custClr>
    <a:custClr name="Lavender Purple">
      <a:srgbClr val="641EE0"/>
    </a:custClr>
    <a:custClr name="Crimson Red">
      <a:srgbClr val="CF0000"/>
    </a:custClr>
    <a:custClr name="Chocolate Brown">
      <a:srgbClr val="5E3930"/>
    </a:custClr>
    <a:custClr name="Forest Green">
      <a:srgbClr val="0B3F2D"/>
    </a:custClr>
    <a:custClr name="Night Blue">
      <a:srgbClr val="1D2550"/>
    </a:custClr>
    <a:custClr name="Pure White">
      <a:srgbClr val="FFFFFF"/>
    </a:custClr>
    <a:custClr>
      <a:srgbClr val="FFFFFF"/>
    </a:custClr>
    <a:custClr name="Grass Green 75%">
      <a:srgbClr val="77DD3E"/>
    </a:custClr>
    <a:custClr name="Hot Pink 75%">
      <a:srgbClr val="FA8BFD"/>
    </a:custClr>
    <a:custClr name="Sky Blue 75%">
      <a:srgbClr val="89C6FD"/>
    </a:custClr>
    <a:custClr name="Lavender Purple 75%">
      <a:srgbClr val="894AE6"/>
    </a:custClr>
    <a:custClr name="Crimson Red 75%">
      <a:srgbClr val="D93D3D"/>
    </a:custClr>
    <a:custClr>
      <a:srgbClr val="FFFFFF"/>
    </a:custClr>
    <a:custClr>
      <a:srgbClr val="FFFFFF"/>
    </a:custClr>
    <a:custClr name="Night Blue 75%">
      <a:srgbClr val="565C7C"/>
    </a:custClr>
    <a:custClr>
      <a:srgbClr val="FFFFFF"/>
    </a:custClr>
    <a:custClr>
      <a:srgbClr val="FFFFFF"/>
    </a:custClr>
    <a:custClr name="Grass Green 50%">
      <a:srgbClr val="A1E67B"/>
    </a:custClr>
    <a:custClr name="Hot Pink 50%">
      <a:srgbClr val="F9AFFB"/>
    </a:custClr>
    <a:custClr name="Sky Blue 50%">
      <a:srgbClr val="ADD6FB"/>
    </a:custClr>
    <a:custClr name="Lavender Purple 50%">
      <a:srgbClr val="AE82EC"/>
    </a:custClr>
    <a:custClr name="Crimson Red 50%">
      <a:srgbClr val="E17A7A"/>
    </a:custClr>
    <a:custClr>
      <a:srgbClr val="FFFFFF"/>
    </a:custClr>
    <a:custClr>
      <a:srgbClr val="FFFFFF"/>
    </a:custClr>
    <a:custClr name="Night Blue 50%">
      <a:srgbClr val="8E92A7"/>
    </a:custClr>
    <a:custClr>
      <a:srgbClr val="FFFFFF"/>
    </a:custClr>
    <a:custClr>
      <a:srgbClr val="FFFFFF"/>
    </a:custClr>
    <a:custClr name="Grass Green 25%">
      <a:srgbClr val="CCEEB8"/>
    </a:custClr>
    <a:custClr name="Hot Pink 25%">
      <a:srgbClr val="F7D2F8"/>
    </a:custClr>
    <a:custClr name="Sky Blue 25%">
      <a:srgbClr val="D1E6F8"/>
    </a:custClr>
    <a:custClr name="Lavender Purple 25%">
      <a:srgbClr val="D2BCF1"/>
    </a:custClr>
    <a:custClr name="Crimson Red 25%">
      <a:srgbClr val="EBB8B8"/>
    </a:custClr>
    <a:custClr>
      <a:srgbClr val="FFFFFF"/>
    </a:custClr>
    <a:custClr>
      <a:srgbClr val="FFFFFF"/>
    </a:custClr>
    <a:custClr name="Night Blue 25%">
      <a:srgbClr val="C6C8D3"/>
    </a:custClr>
    <a:custClr name="Aegon Blue">
      <a:srgbClr val="0066FF"/>
    </a:custClr>
    <a:custClr name="TransAmerica Red">
      <a:srgbClr val="FF2800"/>
    </a:custClr>
    <a:custClr name="Gray">
      <a:srgbClr val="AAA29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ppt/theme/theme4.xml><?xml version="1.0" encoding="utf-8"?>
<a:theme xmlns:a="http://schemas.openxmlformats.org/drawingml/2006/main" name="aegon 2022">
  <a:themeElements>
    <a:clrScheme name="Aegon dec2022">
      <a:dk1>
        <a:srgbClr val="281805"/>
      </a:dk1>
      <a:lt1>
        <a:srgbClr val="FFFFFF"/>
      </a:lt1>
      <a:dk2>
        <a:srgbClr val="1D2550"/>
      </a:dk2>
      <a:lt2>
        <a:srgbClr val="E7FF00"/>
      </a:lt2>
      <a:accent1>
        <a:srgbClr val="4CD300"/>
      </a:accent1>
      <a:accent2>
        <a:srgbClr val="641EE0"/>
      </a:accent2>
      <a:accent3>
        <a:srgbClr val="FA69FF"/>
      </a:accent3>
      <a:accent4>
        <a:srgbClr val="1D2550"/>
      </a:accent4>
      <a:accent5>
        <a:srgbClr val="ADD6FB"/>
      </a:accent5>
      <a:accent6>
        <a:srgbClr val="AAA29C"/>
      </a:accent6>
      <a:hlink>
        <a:srgbClr val="641EE0"/>
      </a:hlink>
      <a:folHlink>
        <a:srgbClr val="81368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rgbClr val="28180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8180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0800" tIns="50800" rIns="50800" bIns="50800" rtlCol="0">
        <a:noAutofit/>
      </a:bodyPr>
      <a:lstStyle>
        <a:defPPr algn="l">
          <a:defRPr kern="100" spc="-30" smtClean="0"/>
        </a:defPPr>
      </a:lstStyle>
    </a:txDef>
  </a:objectDefaults>
  <a:extraClrSchemeLst/>
  <a:custClrLst>
    <a:custClr name="Warm Black">
      <a:srgbClr val="281805"/>
    </a:custClr>
    <a:custClr name="Fresh Lime">
      <a:srgbClr val="E7FF00"/>
    </a:custClr>
    <a:custClr name="Grass Green">
      <a:srgbClr val="4CD300"/>
    </a:custClr>
    <a:custClr name="Hot Pink">
      <a:srgbClr val="FA69FF"/>
    </a:custClr>
    <a:custClr name="Sky Blue">
      <a:srgbClr val="63B6FF"/>
    </a:custClr>
    <a:custClr name="Lavender Purple">
      <a:srgbClr val="641EE0"/>
    </a:custClr>
    <a:custClr name="Crimson Red">
      <a:srgbClr val="CF0000"/>
    </a:custClr>
    <a:custClr name="Chocolate Brown">
      <a:srgbClr val="5E3930"/>
    </a:custClr>
    <a:custClr name="Forest Green">
      <a:srgbClr val="0B3F2D"/>
    </a:custClr>
    <a:custClr name="Night Blue">
      <a:srgbClr val="1D2550"/>
    </a:custClr>
    <a:custClr name="Pure White">
      <a:srgbClr val="FFFFFF"/>
    </a:custClr>
    <a:custClr>
      <a:srgbClr val="FFFFFF"/>
    </a:custClr>
    <a:custClr name="Grass Green 75%">
      <a:srgbClr val="77DD3E"/>
    </a:custClr>
    <a:custClr name="Hot Pink 75%">
      <a:srgbClr val="FA8BFD"/>
    </a:custClr>
    <a:custClr name="Sky Blue 75%">
      <a:srgbClr val="89C6FD"/>
    </a:custClr>
    <a:custClr name="Lavender Purple 75%">
      <a:srgbClr val="894AE6"/>
    </a:custClr>
    <a:custClr name="Crimson Red 75%">
      <a:srgbClr val="D93D3D"/>
    </a:custClr>
    <a:custClr>
      <a:srgbClr val="FFFFFF"/>
    </a:custClr>
    <a:custClr>
      <a:srgbClr val="FFFFFF"/>
    </a:custClr>
    <a:custClr name="Night Blue 75%">
      <a:srgbClr val="565C7C"/>
    </a:custClr>
    <a:custClr>
      <a:srgbClr val="FFFFFF"/>
    </a:custClr>
    <a:custClr>
      <a:srgbClr val="FFFFFF"/>
    </a:custClr>
    <a:custClr name="Grass Green 50%">
      <a:srgbClr val="A1E67B"/>
    </a:custClr>
    <a:custClr name="Hot Pink 50%">
      <a:srgbClr val="F9AFFB"/>
    </a:custClr>
    <a:custClr name="Sky Blue 50%">
      <a:srgbClr val="ADD6FB"/>
    </a:custClr>
    <a:custClr name="Lavender Purple 50%">
      <a:srgbClr val="AE82EC"/>
    </a:custClr>
    <a:custClr name="Crimson Red 50%">
      <a:srgbClr val="E17A7A"/>
    </a:custClr>
    <a:custClr>
      <a:srgbClr val="FFFFFF"/>
    </a:custClr>
    <a:custClr>
      <a:srgbClr val="FFFFFF"/>
    </a:custClr>
    <a:custClr name="Night Blue 50%">
      <a:srgbClr val="8E92A7"/>
    </a:custClr>
    <a:custClr>
      <a:srgbClr val="FFFFFF"/>
    </a:custClr>
    <a:custClr>
      <a:srgbClr val="FFFFFF"/>
    </a:custClr>
    <a:custClr name="Grass Green 25%">
      <a:srgbClr val="CCEEB8"/>
    </a:custClr>
    <a:custClr name="Hot Pink 25%">
      <a:srgbClr val="F7D2F8"/>
    </a:custClr>
    <a:custClr name="Sky Blue 25%">
      <a:srgbClr val="D1E6F8"/>
    </a:custClr>
    <a:custClr name="Lavender Purple 25%">
      <a:srgbClr val="D2BCF1"/>
    </a:custClr>
    <a:custClr name="Crimson Red 25%">
      <a:srgbClr val="EBB8B8"/>
    </a:custClr>
    <a:custClr>
      <a:srgbClr val="FFFFFF"/>
    </a:custClr>
    <a:custClr>
      <a:srgbClr val="FFFFFF"/>
    </a:custClr>
    <a:custClr name="Night Blue 25%">
      <a:srgbClr val="C6C8D3"/>
    </a:custClr>
    <a:custClr name="Aegon Blue">
      <a:srgbClr val="0066FF"/>
    </a:custClr>
    <a:custClr name="TransAmerica Red">
      <a:srgbClr val="FF2800"/>
    </a:custClr>
    <a:custClr name="Gray">
      <a:srgbClr val="AAA29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90f8d83-fd29-439e-ae91-cfcefa340f30">
      <UserInfo>
        <DisplayName>Marinas, Pelayo</DisplayName>
        <AccountId>84</AccountId>
        <AccountType/>
      </UserInfo>
      <UserInfo>
        <DisplayName>Ramos, Edgar</DisplayName>
        <AccountId>236</AccountId>
        <AccountType/>
      </UserInfo>
      <UserInfo>
        <DisplayName>Gomez, Jesus</DisplayName>
        <AccountId>240</AccountId>
        <AccountType/>
      </UserInfo>
      <UserInfo>
        <DisplayName>Jauregui, Bernard</DisplayName>
        <AccountId>5731</AccountId>
        <AccountType/>
      </UserInfo>
      <UserInfo>
        <DisplayName>Biliczky, Roland</DisplayName>
        <AccountId>20</AccountId>
        <AccountType/>
      </UserInfo>
      <UserInfo>
        <DisplayName>Lieuw  A Joeng, Henny</DisplayName>
        <AccountId>21</AccountId>
        <AccountType/>
      </UserInfo>
      <UserInfo>
        <DisplayName>Newport, Ben</DisplayName>
        <AccountId>56</AccountId>
        <AccountType/>
      </UserInfo>
      <UserInfo>
        <DisplayName>Apel, Nick</DisplayName>
        <AccountId>3097</AccountId>
        <AccountType/>
      </UserInfo>
      <UserInfo>
        <DisplayName>De Prado, Maria</DisplayName>
        <AccountId>306</AccountId>
        <AccountType/>
      </UserInfo>
      <UserInfo>
        <DisplayName>Martín, Álvaro</DisplayName>
        <AccountId>549</AccountId>
        <AccountType/>
      </UserInfo>
    </SharedWithUsers>
    <Keyword xmlns="7bc1719e-3073-4a83-a8aa-5d9b5543732c" xsi:nil="true"/>
    <_ip_UnifiedCompliancePolicyUIAction xmlns="http://schemas.microsoft.com/sharepoint/v3" xsi:nil="true"/>
    <lcf76f155ced4ddcb4097134ff3c332f xmlns="7bc1719e-3073-4a83-a8aa-5d9b5543732c">
      <Terms xmlns="http://schemas.microsoft.com/office/infopath/2007/PartnerControls"/>
    </lcf76f155ced4ddcb4097134ff3c332f>
    <TaxCatchAll xmlns="bfe6e0b6-a5a6-435d-956e-8490d4b03c3e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DAF3E3634C144D9EC799C876E6F9A3" ma:contentTypeVersion="32" ma:contentTypeDescription="Create a new document." ma:contentTypeScope="" ma:versionID="05ba2877cbc3ca9c27a5f2169dd2f361">
  <xsd:schema xmlns:xsd="http://www.w3.org/2001/XMLSchema" xmlns:xs="http://www.w3.org/2001/XMLSchema" xmlns:p="http://schemas.microsoft.com/office/2006/metadata/properties" xmlns:ns1="http://schemas.microsoft.com/sharepoint/v3" xmlns:ns2="7bc1719e-3073-4a83-a8aa-5d9b5543732c" xmlns:ns3="290f8d83-fd29-439e-ae91-cfcefa340f30" xmlns:ns4="bfe6e0b6-a5a6-435d-956e-8490d4b03c3e" targetNamespace="http://schemas.microsoft.com/office/2006/metadata/properties" ma:root="true" ma:fieldsID="594f020d093c3cc314390237aec36bac" ns1:_="" ns2:_="" ns3:_="" ns4:_="">
    <xsd:import namespace="http://schemas.microsoft.com/sharepoint/v3"/>
    <xsd:import namespace="7bc1719e-3073-4a83-a8aa-5d9b5543732c"/>
    <xsd:import namespace="290f8d83-fd29-439e-ae91-cfcefa340f30"/>
    <xsd:import namespace="bfe6e0b6-a5a6-435d-956e-8490d4b03c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Keyword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1719e-3073-4a83-a8aa-5d9b554373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Keyword" ma:index="21" nillable="true" ma:displayName="Keyword" ma:description="Unique keyword for search usage" ma:format="Dropdown" ma:internalName="Keyword">
      <xsd:simpleType>
        <xsd:union memberTypes="dms:Text">
          <xsd:simpleType>
            <xsd:restriction base="dms:Choice">
              <xsd:enumeration value="Unknown"/>
            </xsd:restriction>
          </xsd:simpleType>
        </xsd:un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3ecf46e-890a-4d8f-8227-d99d79ddb8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f8d83-fd29-439e-ae91-cfcefa340f3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6e0b6-a5a6-435d-956e-8490d4b03c3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d1e4a496-b8a4-4beb-a473-f4a6df7ad317}" ma:internalName="TaxCatchAll" ma:showField="CatchAllData" ma:web="290f8d83-fd29-439e-ae91-cfcefa340f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7B9F05-37E0-4F35-828D-076429559AB8}">
  <ds:schemaRefs>
    <ds:schemaRef ds:uri="a7119a4e-e68f-40ab-b042-1f58d8d72198"/>
    <ds:schemaRef ds:uri="http://schemas.microsoft.com/office/2006/documentManagement/types"/>
    <ds:schemaRef ds:uri="64890ed3-1443-4801-af28-560269e5aecc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290f8d83-fd29-439e-ae91-cfcefa340f30"/>
    <ds:schemaRef ds:uri="7bc1719e-3073-4a83-a8aa-5d9b5543732c"/>
    <ds:schemaRef ds:uri="http://schemas.microsoft.com/sharepoint/v3"/>
    <ds:schemaRef ds:uri="bfe6e0b6-a5a6-435d-956e-8490d4b03c3e"/>
  </ds:schemaRefs>
</ds:datastoreItem>
</file>

<file path=customXml/itemProps2.xml><?xml version="1.0" encoding="utf-8"?>
<ds:datastoreItem xmlns:ds="http://schemas.openxmlformats.org/officeDocument/2006/customXml" ds:itemID="{8037AA49-A9B9-43FF-8776-4650CED3C4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17F1CF-976A-43FF-B136-BFCBBF2F8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bc1719e-3073-4a83-a8aa-5d9b5543732c"/>
    <ds:schemaRef ds:uri="290f8d83-fd29-439e-ae91-cfcefa340f30"/>
    <ds:schemaRef ds:uri="bfe6e0b6-a5a6-435d-956e-8490d4b03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1018</Words>
  <Application>Microsoft Office PowerPoint</Application>
  <PresentationFormat>Widescreen</PresentationFormat>
  <Paragraphs>281</Paragraphs>
  <Slides>16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aegon 2023</vt:lpstr>
      <vt:lpstr>1_aegon 2023</vt:lpstr>
      <vt:lpstr>ACBSD-4272 Solution Design - Final:  Document Scanning – Assessment Automation  RITM1149048 - OneTrust</vt:lpstr>
      <vt:lpstr>Version Control</vt:lpstr>
      <vt:lpstr>Background and Objective</vt:lpstr>
      <vt:lpstr>Business Case</vt:lpstr>
      <vt:lpstr>Key Business Requirements</vt:lpstr>
      <vt:lpstr>Key Functional Requirements</vt:lpstr>
      <vt:lpstr>Key Non-functional Requirements</vt:lpstr>
      <vt:lpstr>Baseline Technology Architecture</vt:lpstr>
      <vt:lpstr>Integration Architecture</vt:lpstr>
      <vt:lpstr>Security Boundaries</vt:lpstr>
      <vt:lpstr>Data Flow</vt:lpstr>
      <vt:lpstr>Technology Components &amp; Architecture Impacts</vt:lpstr>
      <vt:lpstr>Operational Resiliency Targets</vt:lpstr>
      <vt:lpstr>Waivers and/or Exceptions</vt:lpstr>
      <vt:lpstr>Questions?</vt:lpstr>
      <vt:lpstr>End of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ACBSD-XXXX TITLE</dc:title>
  <dc:creator>Reynolds, Stephanie</dc:creator>
  <dc:description>august 2023</dc:description>
  <cp:lastModifiedBy>Kerbachi, Mohamed - GTS Global ENG &amp; ARCH</cp:lastModifiedBy>
  <cp:revision>151</cp:revision>
  <cp:lastPrinted>2022-11-30T15:12:21Z</cp:lastPrinted>
  <dcterms:created xsi:type="dcterms:W3CDTF">2024-11-26T17:49:06Z</dcterms:created>
  <dcterms:modified xsi:type="dcterms:W3CDTF">2026-03-12T15:06:07Z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0x0101006BDAF3E3634C144D9EC799C876E6F9A3</vt:lpwstr>
  </property>
  <property fmtid="{D5CDD505-2E9C-101B-9397-08002B2CF9AE}" pid="4" name="Business App">
    <vt:lpwstr>Unknown</vt:lpwstr>
  </property>
</Properties>
</file>
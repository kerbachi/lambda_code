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
  </p:notesMasterIdLst>
  <p:sldIdLst>
    <p:sldId id="466" r:id="rId5"/>
    <p:sldId id="517" r:id="rId6"/>
    <p:sldId id="529" r:id="rId7"/>
    <p:sldId id="542" r:id="rId8"/>
    <p:sldId id="580" r:id="rId9"/>
    <p:sldId id="52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CAA6B76-8210-B252-2F28-8FF8B537E782}" name="Kerbachi, Mohamed - GTS Global ENG &amp; ARCH" initials="MK" userId="S::mohamed.kerbachi@transamerica.com::7bfead4c-51c4-46e1-b396-f93a69a42d0c" providerId="AD"/>
  <p188:author id="{028607BD-1C6E-2B0A-BE57-D1979727F874}" name="Recker, Jarred" initials="JR" userId="S::Jarred.Recker@transamerica.com::79a3a26d-8564-4827-b723-44e7a72740f5" providerId="AD"/>
  <p188:author id="{0AA202C6-2523-FC8E-BBCD-3217C6972488}" name="Berry, Eric" initials="BE" userId="S::eric.berry@transamerica.com::fe6d55fa-793d-4ee8-9ad7-3f8d39c5873b" providerId="AD"/>
  <p188:author id="{23EE38CC-77CA-481D-6CDE-0BEE30FFFBE6}" name="Kerbachi, Mohamed - GTS Global ENG &amp; ARCH" initials="MK" userId="S::Mohamed.Kerbachi@transamerica.com::7bfead4c-51c4-46e1-b396-f93a69a42d0c" providerId="AD"/>
  <p188:author id="{223165D0-A6AB-A4BE-C253-FBA9483AE2EE}" name="Ispentchian, Ara" initials="AI" userId="S::Ara.Ispentchian@transamerica.com::2aa5874e-f012-46f6-a42c-3989a21d81f9"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9F601C-9554-ABB4-C3C1-4EB32A10CACB}" v="219" dt="2025-04-07T12:44:19.1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rbachi, Mohamed - GTS Global ENG &amp; ARCH" userId="7bfead4c-51c4-46e1-b396-f93a69a42d0c" providerId="ADAL" clId="{31B709F6-EE76-4B92-9D0A-D967639A1881}"/>
    <pc:docChg chg="custSel addSld modSld">
      <pc:chgData name="Kerbachi, Mohamed - GTS Global ENG &amp; ARCH" userId="7bfead4c-51c4-46e1-b396-f93a69a42d0c" providerId="ADAL" clId="{31B709F6-EE76-4B92-9D0A-D967639A1881}" dt="2025-03-25T20:56:48.458" v="2170" actId="20577"/>
      <pc:docMkLst>
        <pc:docMk/>
      </pc:docMkLst>
      <pc:sldChg chg="modSp mod">
        <pc:chgData name="Kerbachi, Mohamed - GTS Global ENG &amp; ARCH" userId="7bfead4c-51c4-46e1-b396-f93a69a42d0c" providerId="ADAL" clId="{31B709F6-EE76-4B92-9D0A-D967639A1881}" dt="2025-03-25T20:56:48.458" v="2170" actId="20577"/>
        <pc:sldMkLst>
          <pc:docMk/>
          <pc:sldMk cId="2052045015" sldId="466"/>
        </pc:sldMkLst>
        <pc:spChg chg="mod">
          <ac:chgData name="Kerbachi, Mohamed - GTS Global ENG &amp; ARCH" userId="7bfead4c-51c4-46e1-b396-f93a69a42d0c" providerId="ADAL" clId="{31B709F6-EE76-4B92-9D0A-D967639A1881}" dt="2025-03-25T20:56:48.458" v="2170" actId="20577"/>
          <ac:spMkLst>
            <pc:docMk/>
            <pc:sldMk cId="2052045015" sldId="466"/>
            <ac:spMk id="5" creationId="{29C2A467-D87E-44F9-BE1E-98FC7DEEBD49}"/>
          </ac:spMkLst>
        </pc:spChg>
      </pc:sldChg>
      <pc:sldChg chg="modSp mod">
        <pc:chgData name="Kerbachi, Mohamed - GTS Global ENG &amp; ARCH" userId="7bfead4c-51c4-46e1-b396-f93a69a42d0c" providerId="ADAL" clId="{31B709F6-EE76-4B92-9D0A-D967639A1881}" dt="2025-03-25T13:30:14.504" v="642" actId="20577"/>
        <pc:sldMkLst>
          <pc:docMk/>
          <pc:sldMk cId="3788444289" sldId="517"/>
        </pc:sldMkLst>
        <pc:spChg chg="mod">
          <ac:chgData name="Kerbachi, Mohamed - GTS Global ENG &amp; ARCH" userId="7bfead4c-51c4-46e1-b396-f93a69a42d0c" providerId="ADAL" clId="{31B709F6-EE76-4B92-9D0A-D967639A1881}" dt="2025-03-25T13:30:14.504" v="642" actId="20577"/>
          <ac:spMkLst>
            <pc:docMk/>
            <pc:sldMk cId="3788444289" sldId="517"/>
            <ac:spMk id="6" creationId="{36C2B4C8-FF1B-4ABA-81A9-4DC8E2B9DE72}"/>
          </ac:spMkLst>
        </pc:spChg>
      </pc:sldChg>
      <pc:sldChg chg="modSp mod">
        <pc:chgData name="Kerbachi, Mohamed - GTS Global ENG &amp; ARCH" userId="7bfead4c-51c4-46e1-b396-f93a69a42d0c" providerId="ADAL" clId="{31B709F6-EE76-4B92-9D0A-D967639A1881}" dt="2025-03-25T16:30:51.669" v="2063" actId="1076"/>
        <pc:sldMkLst>
          <pc:docMk/>
          <pc:sldMk cId="2628243161" sldId="522"/>
        </pc:sldMkLst>
        <pc:spChg chg="mod">
          <ac:chgData name="Kerbachi, Mohamed - GTS Global ENG &amp; ARCH" userId="7bfead4c-51c4-46e1-b396-f93a69a42d0c" providerId="ADAL" clId="{31B709F6-EE76-4B92-9D0A-D967639A1881}" dt="2025-03-25T16:30:51.669" v="2063" actId="1076"/>
          <ac:spMkLst>
            <pc:docMk/>
            <pc:sldMk cId="2628243161" sldId="522"/>
            <ac:spMk id="6" creationId="{36C2B4C8-FF1B-4ABA-81A9-4DC8E2B9DE72}"/>
          </ac:spMkLst>
        </pc:spChg>
        <pc:picChg chg="mod">
          <ac:chgData name="Kerbachi, Mohamed - GTS Global ENG &amp; ARCH" userId="7bfead4c-51c4-46e1-b396-f93a69a42d0c" providerId="ADAL" clId="{31B709F6-EE76-4B92-9D0A-D967639A1881}" dt="2025-03-25T16:30:42.997" v="2061" actId="14100"/>
          <ac:picMkLst>
            <pc:docMk/>
            <pc:sldMk cId="2628243161" sldId="522"/>
            <ac:picMk id="8" creationId="{8D69F1C6-4292-41BB-AB9E-1BCE464B2ADC}"/>
          </ac:picMkLst>
        </pc:picChg>
      </pc:sldChg>
      <pc:sldChg chg="modSp mod">
        <pc:chgData name="Kerbachi, Mohamed - GTS Global ENG &amp; ARCH" userId="7bfead4c-51c4-46e1-b396-f93a69a42d0c" providerId="ADAL" clId="{31B709F6-EE76-4B92-9D0A-D967639A1881}" dt="2025-03-25T16:33:47.843" v="2166" actId="20577"/>
        <pc:sldMkLst>
          <pc:docMk/>
          <pc:sldMk cId="3357680843" sldId="531"/>
        </pc:sldMkLst>
        <pc:spChg chg="mod">
          <ac:chgData name="Kerbachi, Mohamed - GTS Global ENG &amp; ARCH" userId="7bfead4c-51c4-46e1-b396-f93a69a42d0c" providerId="ADAL" clId="{31B709F6-EE76-4B92-9D0A-D967639A1881}" dt="2025-03-25T16:33:47.843" v="2166" actId="20577"/>
          <ac:spMkLst>
            <pc:docMk/>
            <pc:sldMk cId="3357680843" sldId="531"/>
            <ac:spMk id="4" creationId="{20ABB9E9-9B0D-134C-4116-887D01F91859}"/>
          </ac:spMkLst>
        </pc:spChg>
        <pc:picChg chg="mod">
          <ac:chgData name="Kerbachi, Mohamed - GTS Global ENG &amp; ARCH" userId="7bfead4c-51c4-46e1-b396-f93a69a42d0c" providerId="ADAL" clId="{31B709F6-EE76-4B92-9D0A-D967639A1881}" dt="2025-03-25T16:33:36.197" v="2154" actId="1076"/>
          <ac:picMkLst>
            <pc:docMk/>
            <pc:sldMk cId="3357680843" sldId="531"/>
            <ac:picMk id="9" creationId="{18B2983F-1CD6-358D-3EBB-9F433A8E3657}"/>
          </ac:picMkLst>
        </pc:picChg>
      </pc:sldChg>
      <pc:sldChg chg="addSp modSp add mod">
        <pc:chgData name="Kerbachi, Mohamed - GTS Global ENG &amp; ARCH" userId="7bfead4c-51c4-46e1-b396-f93a69a42d0c" providerId="ADAL" clId="{31B709F6-EE76-4B92-9D0A-D967639A1881}" dt="2025-03-25T16:29:23.921" v="2058"/>
        <pc:sldMkLst>
          <pc:docMk/>
          <pc:sldMk cId="1719268551" sldId="542"/>
        </pc:sldMkLst>
        <pc:spChg chg="mod">
          <ac:chgData name="Kerbachi, Mohamed - GTS Global ENG &amp; ARCH" userId="7bfead4c-51c4-46e1-b396-f93a69a42d0c" providerId="ADAL" clId="{31B709F6-EE76-4B92-9D0A-D967639A1881}" dt="2025-03-25T16:29:06.227" v="2057" actId="113"/>
          <ac:spMkLst>
            <pc:docMk/>
            <pc:sldMk cId="1719268551" sldId="542"/>
            <ac:spMk id="4" creationId="{4EB0133A-01E4-42A0-0293-0510F4499A6B}"/>
          </ac:spMkLst>
        </pc:spChg>
        <pc:picChg chg="add mod">
          <ac:chgData name="Kerbachi, Mohamed - GTS Global ENG &amp; ARCH" userId="7bfead4c-51c4-46e1-b396-f93a69a42d0c" providerId="ADAL" clId="{31B709F6-EE76-4B92-9D0A-D967639A1881}" dt="2025-03-25T16:29:23.921" v="2058"/>
          <ac:picMkLst>
            <pc:docMk/>
            <pc:sldMk cId="1719268551" sldId="542"/>
            <ac:picMk id="2" creationId="{0A0D0C69-12EE-2E2E-AE06-7CB3FD76025F}"/>
          </ac:picMkLst>
        </pc:picChg>
      </pc:sldChg>
    </pc:docChg>
  </pc:docChgLst>
  <pc:docChgLst>
    <pc:chgData name="Kerbachi, Mohamed - GTS Global ENG &amp; ARCH" userId="S::mohamed.kerbachi@transamerica.com::7bfead4c-51c4-46e1-b396-f93a69a42d0c" providerId="AD" clId="Web-{3E9F601C-9554-ABB4-C3C1-4EB32A10CACB}"/>
    <pc:docChg chg="addSld delSld modSld">
      <pc:chgData name="Kerbachi, Mohamed - GTS Global ENG &amp; ARCH" userId="S::mohamed.kerbachi@transamerica.com::7bfead4c-51c4-46e1-b396-f93a69a42d0c" providerId="AD" clId="Web-{3E9F601C-9554-ABB4-C3C1-4EB32A10CACB}" dt="2025-04-07T12:43:03.563" v="196"/>
      <pc:docMkLst>
        <pc:docMk/>
      </pc:docMkLst>
      <pc:sldChg chg="del">
        <pc:chgData name="Kerbachi, Mohamed - GTS Global ENG &amp; ARCH" userId="S::mohamed.kerbachi@transamerica.com::7bfead4c-51c4-46e1-b396-f93a69a42d0c" providerId="AD" clId="Web-{3E9F601C-9554-ABB4-C3C1-4EB32A10CACB}" dt="2025-04-07T12:42:14.075" v="168"/>
        <pc:sldMkLst>
          <pc:docMk/>
          <pc:sldMk cId="2628243161" sldId="522"/>
        </pc:sldMkLst>
      </pc:sldChg>
      <pc:sldChg chg="del">
        <pc:chgData name="Kerbachi, Mohamed - GTS Global ENG &amp; ARCH" userId="S::mohamed.kerbachi@transamerica.com::7bfead4c-51c4-46e1-b396-f93a69a42d0c" providerId="AD" clId="Web-{3E9F601C-9554-ABB4-C3C1-4EB32A10CACB}" dt="2025-04-07T12:27:41.685" v="167"/>
        <pc:sldMkLst>
          <pc:docMk/>
          <pc:sldMk cId="2360127013" sldId="543"/>
        </pc:sldMkLst>
      </pc:sldChg>
      <pc:sldChg chg="add del">
        <pc:chgData name="Kerbachi, Mohamed - GTS Global ENG &amp; ARCH" userId="S::mohamed.kerbachi@transamerica.com::7bfead4c-51c4-46e1-b396-f93a69a42d0c" providerId="AD" clId="Web-{3E9F601C-9554-ABB4-C3C1-4EB32A10CACB}" dt="2025-04-07T12:19:20.540" v="1"/>
        <pc:sldMkLst>
          <pc:docMk/>
          <pc:sldMk cId="2829952667" sldId="544"/>
        </pc:sldMkLst>
      </pc:sldChg>
      <pc:sldChg chg="modSp add">
        <pc:chgData name="Kerbachi, Mohamed - GTS Global ENG &amp; ARCH" userId="S::mohamed.kerbachi@transamerica.com::7bfead4c-51c4-46e1-b396-f93a69a42d0c" providerId="AD" clId="Web-{3E9F601C-9554-ABB4-C3C1-4EB32A10CACB}" dt="2025-04-07T12:43:03.563" v="196"/>
        <pc:sldMkLst>
          <pc:docMk/>
          <pc:sldMk cId="31316572" sldId="580"/>
        </pc:sldMkLst>
        <pc:spChg chg="mod">
          <ac:chgData name="Kerbachi, Mohamed - GTS Global ENG &amp; ARCH" userId="S::mohamed.kerbachi@transamerica.com::7bfead4c-51c4-46e1-b396-f93a69a42d0c" providerId="AD" clId="Web-{3E9F601C-9554-ABB4-C3C1-4EB32A10CACB}" dt="2025-04-07T12:24:38.172" v="21" actId="1076"/>
          <ac:spMkLst>
            <pc:docMk/>
            <pc:sldMk cId="31316572" sldId="580"/>
            <ac:spMk id="9" creationId="{5F693375-8D0E-89F5-465D-9D6118372627}"/>
          </ac:spMkLst>
        </pc:spChg>
        <pc:graphicFrameChg chg="mod modGraphic">
          <ac:chgData name="Kerbachi, Mohamed - GTS Global ENG &amp; ARCH" userId="S::mohamed.kerbachi@transamerica.com::7bfead4c-51c4-46e1-b396-f93a69a42d0c" providerId="AD" clId="Web-{3E9F601C-9554-ABB4-C3C1-4EB32A10CACB}" dt="2025-04-07T12:43:03.563" v="196"/>
          <ac:graphicFrameMkLst>
            <pc:docMk/>
            <pc:sldMk cId="31316572" sldId="580"/>
            <ac:graphicFrameMk id="6" creationId="{8BBF1055-B003-16CE-8058-712098CEE709}"/>
          </ac:graphicFrameMkLst>
        </pc:graphicFrameChg>
        <pc:graphicFrameChg chg="mod modGraphic">
          <ac:chgData name="Kerbachi, Mohamed - GTS Global ENG &amp; ARCH" userId="S::mohamed.kerbachi@transamerica.com::7bfead4c-51c4-46e1-b396-f93a69a42d0c" providerId="AD" clId="Web-{3E9F601C-9554-ABB4-C3C1-4EB32A10CACB}" dt="2025-04-07T12:27:24.606" v="166"/>
          <ac:graphicFrameMkLst>
            <pc:docMk/>
            <pc:sldMk cId="31316572" sldId="580"/>
            <ac:graphicFrameMk id="8" creationId="{0193A0DE-5483-915B-B494-A28F7BAA3F17}"/>
          </ac:graphicFrameMkLst>
        </pc:graphicFrameChg>
      </pc:sldChg>
      <pc:sldMasterChg chg="addSldLayout">
        <pc:chgData name="Kerbachi, Mohamed - GTS Global ENG &amp; ARCH" userId="S::mohamed.kerbachi@transamerica.com::7bfead4c-51c4-46e1-b396-f93a69a42d0c" providerId="AD" clId="Web-{3E9F601C-9554-ABB4-C3C1-4EB32A10CACB}" dt="2025-04-07T12:19:33.119" v="2"/>
        <pc:sldMasterMkLst>
          <pc:docMk/>
          <pc:sldMasterMk cId="3283833311" sldId="2147483648"/>
        </pc:sldMasterMkLst>
        <pc:sldLayoutChg chg="add">
          <pc:chgData name="Kerbachi, Mohamed - GTS Global ENG &amp; ARCH" userId="S::mohamed.kerbachi@transamerica.com::7bfead4c-51c4-46e1-b396-f93a69a42d0c" providerId="AD" clId="Web-{3E9F601C-9554-ABB4-C3C1-4EB32A10CACB}" dt="2025-04-07T12:19:33.119" v="2"/>
          <pc:sldLayoutMkLst>
            <pc:docMk/>
            <pc:sldMasterMk cId="3283833311" sldId="2147483648"/>
            <pc:sldLayoutMk cId="2181917712" sldId="2147483662"/>
          </pc:sldLayoutMkLst>
        </pc:sldLayoutChg>
      </pc:sldMasterChg>
    </pc:docChg>
  </pc:docChgLst>
  <pc:docChgLst>
    <pc:chgData name="Kerbachi, Mohamed - GTS Global ENG &amp; ARCH" userId="7bfead4c-51c4-46e1-b396-f93a69a42d0c" providerId="ADAL" clId="{813CD8CC-6A63-43B1-8ADA-BEA931F2FF8B}"/>
    <pc:docChg chg="custSel addSld delSld modSld">
      <pc:chgData name="Kerbachi, Mohamed - GTS Global ENG &amp; ARCH" userId="7bfead4c-51c4-46e1-b396-f93a69a42d0c" providerId="ADAL" clId="{813CD8CC-6A63-43B1-8ADA-BEA931F2FF8B}" dt="2025-03-28T15:18:21.198" v="817" actId="5793"/>
      <pc:docMkLst>
        <pc:docMk/>
      </pc:docMkLst>
      <pc:sldChg chg="modSp mod">
        <pc:chgData name="Kerbachi, Mohamed - GTS Global ENG &amp; ARCH" userId="7bfead4c-51c4-46e1-b396-f93a69a42d0c" providerId="ADAL" clId="{813CD8CC-6A63-43B1-8ADA-BEA931F2FF8B}" dt="2025-03-26T19:37:02.489" v="54" actId="20577"/>
        <pc:sldMkLst>
          <pc:docMk/>
          <pc:sldMk cId="2052045015" sldId="466"/>
        </pc:sldMkLst>
        <pc:spChg chg="mod">
          <ac:chgData name="Kerbachi, Mohamed - GTS Global ENG &amp; ARCH" userId="7bfead4c-51c4-46e1-b396-f93a69a42d0c" providerId="ADAL" clId="{813CD8CC-6A63-43B1-8ADA-BEA931F2FF8B}" dt="2025-03-26T19:37:02.489" v="54" actId="20577"/>
          <ac:spMkLst>
            <pc:docMk/>
            <pc:sldMk cId="2052045015" sldId="466"/>
            <ac:spMk id="5" creationId="{29C2A467-D87E-44F9-BE1E-98FC7DEEBD49}"/>
          </ac:spMkLst>
        </pc:spChg>
      </pc:sldChg>
      <pc:sldChg chg="modSp mod">
        <pc:chgData name="Kerbachi, Mohamed - GTS Global ENG &amp; ARCH" userId="7bfead4c-51c4-46e1-b396-f93a69a42d0c" providerId="ADAL" clId="{813CD8CC-6A63-43B1-8ADA-BEA931F2FF8B}" dt="2025-03-26T19:43:02.024" v="519" actId="113"/>
        <pc:sldMkLst>
          <pc:docMk/>
          <pc:sldMk cId="3788444289" sldId="517"/>
        </pc:sldMkLst>
        <pc:spChg chg="mod">
          <ac:chgData name="Kerbachi, Mohamed - GTS Global ENG &amp; ARCH" userId="7bfead4c-51c4-46e1-b396-f93a69a42d0c" providerId="ADAL" clId="{813CD8CC-6A63-43B1-8ADA-BEA931F2FF8B}" dt="2025-03-26T19:43:02.024" v="519" actId="113"/>
          <ac:spMkLst>
            <pc:docMk/>
            <pc:sldMk cId="3788444289" sldId="517"/>
            <ac:spMk id="6" creationId="{36C2B4C8-FF1B-4ABA-81A9-4DC8E2B9DE72}"/>
          </ac:spMkLst>
        </pc:spChg>
      </pc:sldChg>
      <pc:sldChg chg="modSp mod">
        <pc:chgData name="Kerbachi, Mohamed - GTS Global ENG &amp; ARCH" userId="7bfead4c-51c4-46e1-b396-f93a69a42d0c" providerId="ADAL" clId="{813CD8CC-6A63-43B1-8ADA-BEA931F2FF8B}" dt="2025-03-26T19:43:51.190" v="521" actId="27636"/>
        <pc:sldMkLst>
          <pc:docMk/>
          <pc:sldMk cId="1456591656" sldId="529"/>
        </pc:sldMkLst>
        <pc:spChg chg="mod">
          <ac:chgData name="Kerbachi, Mohamed - GTS Global ENG &amp; ARCH" userId="7bfead4c-51c4-46e1-b396-f93a69a42d0c" providerId="ADAL" clId="{813CD8CC-6A63-43B1-8ADA-BEA931F2FF8B}" dt="2025-03-26T19:43:51.190" v="521" actId="27636"/>
          <ac:spMkLst>
            <pc:docMk/>
            <pc:sldMk cId="1456591656" sldId="529"/>
            <ac:spMk id="6" creationId="{36C2B4C8-FF1B-4ABA-81A9-4DC8E2B9DE72}"/>
          </ac:spMkLst>
        </pc:spChg>
      </pc:sldChg>
      <pc:sldChg chg="delSp del mod">
        <pc:chgData name="Kerbachi, Mohamed - GTS Global ENG &amp; ARCH" userId="7bfead4c-51c4-46e1-b396-f93a69a42d0c" providerId="ADAL" clId="{813CD8CC-6A63-43B1-8ADA-BEA931F2FF8B}" dt="2025-03-28T15:11:29.413" v="523" actId="2696"/>
        <pc:sldMkLst>
          <pc:docMk/>
          <pc:sldMk cId="3357680843" sldId="531"/>
        </pc:sldMkLst>
        <pc:picChg chg="del">
          <ac:chgData name="Kerbachi, Mohamed - GTS Global ENG &amp; ARCH" userId="7bfead4c-51c4-46e1-b396-f93a69a42d0c" providerId="ADAL" clId="{813CD8CC-6A63-43B1-8ADA-BEA931F2FF8B}" dt="2025-03-26T20:28:42.842" v="522" actId="478"/>
          <ac:picMkLst>
            <pc:docMk/>
            <pc:sldMk cId="3357680843" sldId="531"/>
            <ac:picMk id="9" creationId="{18B2983F-1CD6-358D-3EBB-9F433A8E3657}"/>
          </ac:picMkLst>
        </pc:picChg>
      </pc:sldChg>
      <pc:sldChg chg="modSp add mod">
        <pc:chgData name="Kerbachi, Mohamed - GTS Global ENG &amp; ARCH" userId="7bfead4c-51c4-46e1-b396-f93a69a42d0c" providerId="ADAL" clId="{813CD8CC-6A63-43B1-8ADA-BEA931F2FF8B}" dt="2025-03-28T15:18:21.198" v="817" actId="5793"/>
        <pc:sldMkLst>
          <pc:docMk/>
          <pc:sldMk cId="2360127013" sldId="543"/>
        </pc:sldMkLst>
        <pc:spChg chg="mod">
          <ac:chgData name="Kerbachi, Mohamed - GTS Global ENG &amp; ARCH" userId="7bfead4c-51c4-46e1-b396-f93a69a42d0c" providerId="ADAL" clId="{813CD8CC-6A63-43B1-8ADA-BEA931F2FF8B}" dt="2025-03-28T15:14:38.414" v="553" actId="6549"/>
          <ac:spMkLst>
            <pc:docMk/>
            <pc:sldMk cId="2360127013" sldId="543"/>
            <ac:spMk id="3" creationId="{02D1DD9F-61A5-4A07-90AF-D1FFD4374FE3}"/>
          </ac:spMkLst>
        </pc:spChg>
        <pc:spChg chg="mod">
          <ac:chgData name="Kerbachi, Mohamed - GTS Global ENG &amp; ARCH" userId="7bfead4c-51c4-46e1-b396-f93a69a42d0c" providerId="ADAL" clId="{813CD8CC-6A63-43B1-8ADA-BEA931F2FF8B}" dt="2025-03-28T15:18:21.198" v="817" actId="5793"/>
          <ac:spMkLst>
            <pc:docMk/>
            <pc:sldMk cId="2360127013" sldId="543"/>
            <ac:spMk id="6" creationId="{36C2B4C8-FF1B-4ABA-81A9-4DC8E2B9DE72}"/>
          </ac:spMkLst>
        </pc:spChg>
      </pc:sldChg>
    </pc:docChg>
  </pc:docChgLst>
  <pc:docChgLst>
    <pc:chgData name="Kerbachi, Mohamed - GTS Global ENG &amp; ARCH" userId="7bfead4c-51c4-46e1-b396-f93a69a42d0c" providerId="ADAL" clId="{6EF93599-E44E-429B-B9CF-67919A1CC3CF}"/>
    <pc:docChg chg="custSel addSld delSld modSld sldOrd">
      <pc:chgData name="Kerbachi, Mohamed - GTS Global ENG &amp; ARCH" userId="7bfead4c-51c4-46e1-b396-f93a69a42d0c" providerId="ADAL" clId="{6EF93599-E44E-429B-B9CF-67919A1CC3CF}" dt="2025-03-20T21:41:38.103" v="792" actId="14100"/>
      <pc:docMkLst>
        <pc:docMk/>
      </pc:docMkLst>
      <pc:sldChg chg="del">
        <pc:chgData name="Kerbachi, Mohamed - GTS Global ENG &amp; ARCH" userId="7bfead4c-51c4-46e1-b396-f93a69a42d0c" providerId="ADAL" clId="{6EF93599-E44E-429B-B9CF-67919A1CC3CF}" dt="2025-03-20T16:43:18.967" v="523" actId="2696"/>
        <pc:sldMkLst>
          <pc:docMk/>
          <pc:sldMk cId="1015471542" sldId="256"/>
        </pc:sldMkLst>
      </pc:sldChg>
      <pc:sldChg chg="modSp mod">
        <pc:chgData name="Kerbachi, Mohamed - GTS Global ENG &amp; ARCH" userId="7bfead4c-51c4-46e1-b396-f93a69a42d0c" providerId="ADAL" clId="{6EF93599-E44E-429B-B9CF-67919A1CC3CF}" dt="2025-03-20T16:27:35.471" v="46" actId="20577"/>
        <pc:sldMkLst>
          <pc:docMk/>
          <pc:sldMk cId="2052045015" sldId="466"/>
        </pc:sldMkLst>
        <pc:spChg chg="mod">
          <ac:chgData name="Kerbachi, Mohamed - GTS Global ENG &amp; ARCH" userId="7bfead4c-51c4-46e1-b396-f93a69a42d0c" providerId="ADAL" clId="{6EF93599-E44E-429B-B9CF-67919A1CC3CF}" dt="2025-03-20T16:27:35.471" v="46" actId="20577"/>
          <ac:spMkLst>
            <pc:docMk/>
            <pc:sldMk cId="2052045015" sldId="466"/>
            <ac:spMk id="4" creationId="{A52A3397-F003-4730-9EEC-67612D482B12}"/>
          </ac:spMkLst>
        </pc:spChg>
        <pc:spChg chg="mod">
          <ac:chgData name="Kerbachi, Mohamed - GTS Global ENG &amp; ARCH" userId="7bfead4c-51c4-46e1-b396-f93a69a42d0c" providerId="ADAL" clId="{6EF93599-E44E-429B-B9CF-67919A1CC3CF}" dt="2025-03-20T16:27:12.554" v="20" actId="20577"/>
          <ac:spMkLst>
            <pc:docMk/>
            <pc:sldMk cId="2052045015" sldId="466"/>
            <ac:spMk id="5" creationId="{29C2A467-D87E-44F9-BE1E-98FC7DEEBD49}"/>
          </ac:spMkLst>
        </pc:spChg>
      </pc:sldChg>
      <pc:sldChg chg="addSp modSp add mod ord">
        <pc:chgData name="Kerbachi, Mohamed - GTS Global ENG &amp; ARCH" userId="7bfead4c-51c4-46e1-b396-f93a69a42d0c" providerId="ADAL" clId="{6EF93599-E44E-429B-B9CF-67919A1CC3CF}" dt="2025-03-20T16:59:52.098" v="640"/>
        <pc:sldMkLst>
          <pc:docMk/>
          <pc:sldMk cId="3788444289" sldId="517"/>
        </pc:sldMkLst>
        <pc:spChg chg="mod">
          <ac:chgData name="Kerbachi, Mohamed - GTS Global ENG &amp; ARCH" userId="7bfead4c-51c4-46e1-b396-f93a69a42d0c" providerId="ADAL" clId="{6EF93599-E44E-429B-B9CF-67919A1CC3CF}" dt="2025-03-20T16:46:27.425" v="636" actId="20577"/>
          <ac:spMkLst>
            <pc:docMk/>
            <pc:sldMk cId="3788444289" sldId="517"/>
            <ac:spMk id="6" creationId="{36C2B4C8-FF1B-4ABA-81A9-4DC8E2B9DE72}"/>
          </ac:spMkLst>
        </pc:spChg>
        <pc:picChg chg="add mod">
          <ac:chgData name="Kerbachi, Mohamed - GTS Global ENG &amp; ARCH" userId="7bfead4c-51c4-46e1-b396-f93a69a42d0c" providerId="ADAL" clId="{6EF93599-E44E-429B-B9CF-67919A1CC3CF}" dt="2025-03-20T16:59:52.098" v="640"/>
          <ac:picMkLst>
            <pc:docMk/>
            <pc:sldMk cId="3788444289" sldId="517"/>
            <ac:picMk id="2" creationId="{AD923D20-6500-6BE6-E512-90A8D1903D24}"/>
          </ac:picMkLst>
        </pc:picChg>
      </pc:sldChg>
      <pc:sldChg chg="modSp add del mod ord modCm">
        <pc:chgData name="Kerbachi, Mohamed - GTS Global ENG &amp; ARCH" userId="7bfead4c-51c4-46e1-b396-f93a69a42d0c" providerId="ADAL" clId="{6EF93599-E44E-429B-B9CF-67919A1CC3CF}" dt="2025-03-20T21:34:06.928" v="781" actId="20577"/>
        <pc:sldMkLst>
          <pc:docMk/>
          <pc:sldMk cId="2628243161" sldId="522"/>
        </pc:sldMkLst>
        <pc:spChg chg="mod">
          <ac:chgData name="Kerbachi, Mohamed - GTS Global ENG &amp; ARCH" userId="7bfead4c-51c4-46e1-b396-f93a69a42d0c" providerId="ADAL" clId="{6EF93599-E44E-429B-B9CF-67919A1CC3CF}" dt="2025-03-20T21:34:06.928" v="781" actId="20577"/>
          <ac:spMkLst>
            <pc:docMk/>
            <pc:sldMk cId="2628243161" sldId="522"/>
            <ac:spMk id="6" creationId="{36C2B4C8-FF1B-4ABA-81A9-4DC8E2B9DE72}"/>
          </ac:spMkLst>
        </pc:spChg>
        <pc:extLst>
          <p:ext xmlns:p="http://schemas.openxmlformats.org/presentationml/2006/main" uri="{D6D511B9-2390-475A-947B-AFAB55BFBCF1}">
            <pc226:cmChg xmlns:pc226="http://schemas.microsoft.com/office/powerpoint/2022/06/main/command" chg="mod">
              <pc226:chgData name="Kerbachi, Mohamed - GTS Global ENG &amp; ARCH" userId="7bfead4c-51c4-46e1-b396-f93a69a42d0c" providerId="ADAL" clId="{6EF93599-E44E-429B-B9CF-67919A1CC3CF}" dt="2025-03-20T21:33:44.666" v="740" actId="20577"/>
              <pc2:cmMkLst xmlns:pc2="http://schemas.microsoft.com/office/powerpoint/2019/9/main/command">
                <pc:docMk/>
                <pc:sldMk cId="2628243161" sldId="522"/>
                <pc2:cmMk id="{6115B176-0852-45BC-942C-88913A63DD1F}"/>
              </pc2:cmMkLst>
            </pc226:cmChg>
            <pc226:cmChg xmlns:pc226="http://schemas.microsoft.com/office/powerpoint/2022/06/main/command" chg="mod">
              <pc226:chgData name="Kerbachi, Mohamed - GTS Global ENG &amp; ARCH" userId="7bfead4c-51c4-46e1-b396-f93a69a42d0c" providerId="ADAL" clId="{6EF93599-E44E-429B-B9CF-67919A1CC3CF}" dt="2025-03-20T21:33:44.666" v="740" actId="20577"/>
              <pc2:cmMkLst xmlns:pc2="http://schemas.microsoft.com/office/powerpoint/2019/9/main/command">
                <pc:docMk/>
                <pc:sldMk cId="2628243161" sldId="522"/>
                <pc2:cmMk id="{366AEA95-82C2-4ED9-B7E8-9D4D2B654884}"/>
              </pc2:cmMkLst>
            </pc226:cmChg>
            <pc226:cmChg xmlns:pc226="http://schemas.microsoft.com/office/powerpoint/2022/06/main/command" chg="mod">
              <pc226:chgData name="Kerbachi, Mohamed - GTS Global ENG &amp; ARCH" userId="7bfead4c-51c4-46e1-b396-f93a69a42d0c" providerId="ADAL" clId="{6EF93599-E44E-429B-B9CF-67919A1CC3CF}" dt="2025-03-20T21:33:44.666" v="740" actId="20577"/>
              <pc2:cmMkLst xmlns:pc2="http://schemas.microsoft.com/office/powerpoint/2019/9/main/command">
                <pc:docMk/>
                <pc:sldMk cId="2628243161" sldId="522"/>
                <pc2:cmMk id="{E035C5D6-6C8D-4EA4-B5E7-E9E1603D943A}"/>
              </pc2:cmMkLst>
            </pc226:cmChg>
          </p:ext>
        </pc:extLst>
      </pc:sldChg>
      <pc:sldChg chg="add">
        <pc:chgData name="Kerbachi, Mohamed - GTS Global ENG &amp; ARCH" userId="7bfead4c-51c4-46e1-b396-f93a69a42d0c" providerId="ADAL" clId="{6EF93599-E44E-429B-B9CF-67919A1CC3CF}" dt="2025-03-20T17:56:32.593" v="687"/>
        <pc:sldMkLst>
          <pc:docMk/>
          <pc:sldMk cId="1343286164" sldId="524"/>
        </pc:sldMkLst>
      </pc:sldChg>
      <pc:sldChg chg="addSp modSp add mod">
        <pc:chgData name="Kerbachi, Mohamed - GTS Global ENG &amp; ARCH" userId="7bfead4c-51c4-46e1-b396-f93a69a42d0c" providerId="ADAL" clId="{6EF93599-E44E-429B-B9CF-67919A1CC3CF}" dt="2025-03-20T17:00:18.455" v="641"/>
        <pc:sldMkLst>
          <pc:docMk/>
          <pc:sldMk cId="1456591656" sldId="529"/>
        </pc:sldMkLst>
        <pc:spChg chg="mod">
          <ac:chgData name="Kerbachi, Mohamed - GTS Global ENG &amp; ARCH" userId="7bfead4c-51c4-46e1-b396-f93a69a42d0c" providerId="ADAL" clId="{6EF93599-E44E-429B-B9CF-67919A1CC3CF}" dt="2025-03-20T16:44:33.253" v="532" actId="20578"/>
          <ac:spMkLst>
            <pc:docMk/>
            <pc:sldMk cId="1456591656" sldId="529"/>
            <ac:spMk id="6" creationId="{36C2B4C8-FF1B-4ABA-81A9-4DC8E2B9DE72}"/>
          </ac:spMkLst>
        </pc:spChg>
        <pc:picChg chg="add mod">
          <ac:chgData name="Kerbachi, Mohamed - GTS Global ENG &amp; ARCH" userId="7bfead4c-51c4-46e1-b396-f93a69a42d0c" providerId="ADAL" clId="{6EF93599-E44E-429B-B9CF-67919A1CC3CF}" dt="2025-03-20T17:00:18.455" v="641"/>
          <ac:picMkLst>
            <pc:docMk/>
            <pc:sldMk cId="1456591656" sldId="529"/>
            <ac:picMk id="2" creationId="{CAA28519-7A99-974B-95B5-AAA03BA8155C}"/>
          </ac:picMkLst>
        </pc:picChg>
      </pc:sldChg>
      <pc:sldChg chg="addSp delSp modSp add del mod">
        <pc:chgData name="Kerbachi, Mohamed - GTS Global ENG &amp; ARCH" userId="7bfead4c-51c4-46e1-b396-f93a69a42d0c" providerId="ADAL" clId="{6EF93599-E44E-429B-B9CF-67919A1CC3CF}" dt="2025-03-20T17:00:28.136" v="643" actId="2696"/>
        <pc:sldMkLst>
          <pc:docMk/>
          <pc:sldMk cId="2941602515" sldId="530"/>
        </pc:sldMkLst>
        <pc:spChg chg="add mod">
          <ac:chgData name="Kerbachi, Mohamed - GTS Global ENG &amp; ARCH" userId="7bfead4c-51c4-46e1-b396-f93a69a42d0c" providerId="ADAL" clId="{6EF93599-E44E-429B-B9CF-67919A1CC3CF}" dt="2025-03-20T16:59:22.304" v="638" actId="478"/>
          <ac:spMkLst>
            <pc:docMk/>
            <pc:sldMk cId="2941602515" sldId="530"/>
            <ac:spMk id="4" creationId="{B707A9E4-9E6F-CFA6-A3F7-D909D66008BA}"/>
          </ac:spMkLst>
        </pc:spChg>
        <pc:picChg chg="del">
          <ac:chgData name="Kerbachi, Mohamed - GTS Global ENG &amp; ARCH" userId="7bfead4c-51c4-46e1-b396-f93a69a42d0c" providerId="ADAL" clId="{6EF93599-E44E-429B-B9CF-67919A1CC3CF}" dt="2025-03-20T16:59:22.304" v="638" actId="478"/>
          <ac:picMkLst>
            <pc:docMk/>
            <pc:sldMk cId="2941602515" sldId="530"/>
            <ac:picMk id="21" creationId="{130D15E9-4D77-646F-7E24-EA5129B042B6}"/>
          </ac:picMkLst>
        </pc:picChg>
      </pc:sldChg>
      <pc:sldChg chg="addSp delSp modSp new mod">
        <pc:chgData name="Kerbachi, Mohamed - GTS Global ENG &amp; ARCH" userId="7bfead4c-51c4-46e1-b396-f93a69a42d0c" providerId="ADAL" clId="{6EF93599-E44E-429B-B9CF-67919A1CC3CF}" dt="2025-03-20T21:41:38.103" v="792" actId="14100"/>
        <pc:sldMkLst>
          <pc:docMk/>
          <pc:sldMk cId="3357680843" sldId="531"/>
        </pc:sldMkLst>
        <pc:spChg chg="add mod">
          <ac:chgData name="Kerbachi, Mohamed - GTS Global ENG &amp; ARCH" userId="7bfead4c-51c4-46e1-b396-f93a69a42d0c" providerId="ADAL" clId="{6EF93599-E44E-429B-B9CF-67919A1CC3CF}" dt="2025-03-20T17:02:32.382" v="686" actId="6549"/>
          <ac:spMkLst>
            <pc:docMk/>
            <pc:sldMk cId="3357680843" sldId="531"/>
            <ac:spMk id="4" creationId="{20ABB9E9-9B0D-134C-4116-887D01F91859}"/>
          </ac:spMkLst>
        </pc:spChg>
        <pc:picChg chg="add mod">
          <ac:chgData name="Kerbachi, Mohamed - GTS Global ENG &amp; ARCH" userId="7bfead4c-51c4-46e1-b396-f93a69a42d0c" providerId="ADAL" clId="{6EF93599-E44E-429B-B9CF-67919A1CC3CF}" dt="2025-03-20T17:00:21.148" v="642"/>
          <ac:picMkLst>
            <pc:docMk/>
            <pc:sldMk cId="3357680843" sldId="531"/>
            <ac:picMk id="2" creationId="{3D6481CF-15FB-E87A-7FEC-39E778991FE9}"/>
          </ac:picMkLst>
        </pc:picChg>
        <pc:picChg chg="add del mod">
          <ac:chgData name="Kerbachi, Mohamed - GTS Global ENG &amp; ARCH" userId="7bfead4c-51c4-46e1-b396-f93a69a42d0c" providerId="ADAL" clId="{6EF93599-E44E-429B-B9CF-67919A1CC3CF}" dt="2025-03-20T21:40:13.116" v="782" actId="478"/>
          <ac:picMkLst>
            <pc:docMk/>
            <pc:sldMk cId="3357680843" sldId="531"/>
            <ac:picMk id="3" creationId="{8A43553C-FB68-CC09-83CB-744957085CEF}"/>
          </ac:picMkLst>
        </pc:picChg>
        <pc:picChg chg="add del mod">
          <ac:chgData name="Kerbachi, Mohamed - GTS Global ENG &amp; ARCH" userId="7bfead4c-51c4-46e1-b396-f93a69a42d0c" providerId="ADAL" clId="{6EF93599-E44E-429B-B9CF-67919A1CC3CF}" dt="2025-03-20T21:41:26.336" v="788" actId="478"/>
          <ac:picMkLst>
            <pc:docMk/>
            <pc:sldMk cId="3357680843" sldId="531"/>
            <ac:picMk id="7" creationId="{A468F4AC-869B-3568-9217-F9F0316AB6B4}"/>
          </ac:picMkLst>
        </pc:picChg>
        <pc:picChg chg="add mod">
          <ac:chgData name="Kerbachi, Mohamed - GTS Global ENG &amp; ARCH" userId="7bfead4c-51c4-46e1-b396-f93a69a42d0c" providerId="ADAL" clId="{6EF93599-E44E-429B-B9CF-67919A1CC3CF}" dt="2025-03-20T21:41:38.103" v="792" actId="14100"/>
          <ac:picMkLst>
            <pc:docMk/>
            <pc:sldMk cId="3357680843" sldId="531"/>
            <ac:picMk id="9" creationId="{18B2983F-1CD6-358D-3EBB-9F433A8E3657}"/>
          </ac:picMkLst>
        </pc:picChg>
      </pc:sldChg>
      <pc:sldChg chg="add del">
        <pc:chgData name="Kerbachi, Mohamed - GTS Global ENG &amp; ARCH" userId="7bfead4c-51c4-46e1-b396-f93a69a42d0c" providerId="ADAL" clId="{6EF93599-E44E-429B-B9CF-67919A1CC3CF}" dt="2025-03-20T21:32:31.717" v="690"/>
        <pc:sldMkLst>
          <pc:docMk/>
          <pc:sldMk cId="4145423832" sldId="53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FB95EC-74A9-485D-95D4-F6348A61A1D6}" type="datetimeFigureOut">
              <a:rPr lang="en-US" smtClean="0"/>
              <a:t>4/7/2025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8A5C57-A1AC-4079-93A3-1E1CA16F6EC9}" type="slidenum">
              <a:rPr lang="en-US" smtClean="0"/>
              <a:t>‹#›</a:t>
            </a:fld>
            <a:endParaRPr lang="en-US"/>
          </a:p>
        </p:txBody>
      </p:sp>
    </p:spTree>
    <p:extLst>
      <p:ext uri="{BB962C8B-B14F-4D97-AF65-F5344CB8AC3E}">
        <p14:creationId xmlns:p14="http://schemas.microsoft.com/office/powerpoint/2010/main" val="20164140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mailto:Marjolein.dekker@aegon.com"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1" y="4620580"/>
            <a:ext cx="5852160" cy="4498894"/>
          </a:xfrm>
        </p:spPr>
        <p:txBody>
          <a:bodyPr>
            <a:normAutofit fontScale="92500"/>
          </a:bodyPr>
          <a:lstStyle/>
          <a:p>
            <a:pPr marL="171425" indent="-171425">
              <a:lnSpc>
                <a:spcPct val="110000"/>
              </a:lnSpc>
              <a:buFont typeface="Arial" panose="020B0604020202020204" pitchFamily="34" charset="0"/>
              <a:buChar char="•"/>
            </a:pPr>
            <a:r>
              <a:rPr lang="en-US">
                <a:latin typeface="Arial" panose="020B0604020202020204" pitchFamily="34" charset="0"/>
                <a:cs typeface="Arial" panose="020B0604020202020204" pitchFamily="34" charset="0"/>
              </a:rPr>
              <a:t>This is the 2019 February edition of Aegon’s corporate PowerPoint template and corporate presentation.</a:t>
            </a:r>
          </a:p>
          <a:p>
            <a:pPr marL="171425" indent="-171425">
              <a:lnSpc>
                <a:spcPct val="110000"/>
              </a:lnSpc>
              <a:buFont typeface="Arial" panose="020B0604020202020204" pitchFamily="34" charset="0"/>
              <a:buChar char="•"/>
            </a:pPr>
            <a:endParaRPr lang="en-US">
              <a:latin typeface="Arial" panose="020B0604020202020204" pitchFamily="34" charset="0"/>
              <a:cs typeface="Arial" panose="020B0604020202020204" pitchFamily="34" charset="0"/>
            </a:endParaRPr>
          </a:p>
          <a:p>
            <a:pPr marL="171425" indent="-171425">
              <a:lnSpc>
                <a:spcPct val="110000"/>
              </a:lnSpc>
              <a:buFont typeface="Arial" panose="020B0604020202020204" pitchFamily="34" charset="0"/>
              <a:buChar char="•"/>
            </a:pPr>
            <a:r>
              <a:rPr lang="en-US">
                <a:latin typeface="Arial" panose="020B0604020202020204" pitchFamily="34" charset="0"/>
                <a:cs typeface="Arial" panose="020B0604020202020204" pitchFamily="34" charset="0"/>
              </a:rPr>
              <a:t>This slide deck provides an introduction to Aegon, its purpose and strategy, its focus on life insurance, pensions and asset management and its extensive international presence.</a:t>
            </a:r>
          </a:p>
          <a:p>
            <a:pPr marL="171425" indent="-171425">
              <a:lnSpc>
                <a:spcPct val="110000"/>
              </a:lnSpc>
              <a:buFont typeface="Arial" panose="020B0604020202020204" pitchFamily="34" charset="0"/>
              <a:buChar char="•"/>
            </a:pPr>
            <a:endParaRPr lang="en-US">
              <a:latin typeface="Arial" panose="020B0604020202020204" pitchFamily="34" charset="0"/>
              <a:cs typeface="Arial" panose="020B0604020202020204" pitchFamily="34" charset="0"/>
            </a:endParaRPr>
          </a:p>
          <a:p>
            <a:pPr marL="171425" indent="-171425">
              <a:lnSpc>
                <a:spcPct val="110000"/>
              </a:lnSpc>
              <a:buFont typeface="Arial" panose="020B0604020202020204" pitchFamily="34" charset="0"/>
              <a:buChar char="•"/>
            </a:pPr>
            <a:r>
              <a:rPr lang="en-US">
                <a:latin typeface="Arial" panose="020B0604020202020204" pitchFamily="34" charset="0"/>
                <a:cs typeface="Arial" panose="020B0604020202020204" pitchFamily="34" charset="0"/>
              </a:rPr>
              <a:t>This slide deck provides at the same time Aegon’s corporate PowerPoint template, which has been updated for the latest Brand guidelines, as established by Aegon’s Brand Board. The basic structure of the template remained the same, due to which slides from the previous template can be quite easily re-used. If you need any help with that, please don’t hesitate to reach out to Group Corporate Communications.</a:t>
            </a:r>
          </a:p>
          <a:p>
            <a:pPr marL="171425" indent="-171425">
              <a:lnSpc>
                <a:spcPct val="110000"/>
              </a:lnSpc>
              <a:buFont typeface="Arial" panose="020B0604020202020204" pitchFamily="34" charset="0"/>
              <a:buChar char="•"/>
            </a:pPr>
            <a:endParaRPr lang="en-US">
              <a:latin typeface="Arial" panose="020B0604020202020204" pitchFamily="34" charset="0"/>
              <a:cs typeface="Arial" panose="020B0604020202020204" pitchFamily="34" charset="0"/>
            </a:endParaRPr>
          </a:p>
          <a:p>
            <a:pPr marL="171425" indent="-171425">
              <a:lnSpc>
                <a:spcPct val="110000"/>
              </a:lnSpc>
              <a:buFont typeface="Arial" panose="020B0604020202020204" pitchFamily="34" charset="0"/>
              <a:buChar char="•"/>
            </a:pPr>
            <a:r>
              <a:rPr lang="en-US">
                <a:latin typeface="Arial" panose="020B0604020202020204" pitchFamily="34" charset="0"/>
                <a:cs typeface="Arial" panose="020B0604020202020204" pitchFamily="34" charset="0"/>
              </a:rPr>
              <a:t>This 2019 February edition, reflects the latest updates on Aegon’s strategy, the company plans going forward and the 2H2018/full year 2018 results.</a:t>
            </a:r>
          </a:p>
          <a:p>
            <a:pPr marL="171425" indent="-171425">
              <a:lnSpc>
                <a:spcPct val="110000"/>
              </a:lnSpc>
              <a:buFont typeface="Arial" panose="020B0604020202020204" pitchFamily="34" charset="0"/>
              <a:buChar char="•"/>
            </a:pPr>
            <a:endParaRPr lang="en-US">
              <a:latin typeface="Arial" panose="020B0604020202020204" pitchFamily="34" charset="0"/>
              <a:cs typeface="Arial" panose="020B0604020202020204" pitchFamily="34" charset="0"/>
            </a:endParaRPr>
          </a:p>
          <a:p>
            <a:pPr marL="171425" indent="-171425">
              <a:lnSpc>
                <a:spcPct val="110000"/>
              </a:lnSpc>
              <a:buFont typeface="Arial" panose="020B0604020202020204" pitchFamily="34" charset="0"/>
              <a:buChar char="•"/>
            </a:pPr>
            <a:r>
              <a:rPr lang="en-US">
                <a:latin typeface="Arial" panose="020B0604020202020204" pitchFamily="34" charset="0"/>
                <a:cs typeface="Arial" panose="020B0604020202020204" pitchFamily="34" charset="0"/>
              </a:rPr>
              <a:t>In an appendix  you will find some guidelines for the use of this template and the colors.</a:t>
            </a:r>
          </a:p>
          <a:p>
            <a:pPr marL="171425" indent="-171425">
              <a:lnSpc>
                <a:spcPct val="110000"/>
              </a:lnSpc>
              <a:buFont typeface="Arial" panose="020B0604020202020204" pitchFamily="34" charset="0"/>
              <a:buChar char="•"/>
            </a:pPr>
            <a:endParaRPr lang="en-US">
              <a:latin typeface="Arial" panose="020B0604020202020204" pitchFamily="34" charset="0"/>
              <a:cs typeface="Arial" panose="020B0604020202020204" pitchFamily="34" charset="0"/>
            </a:endParaRPr>
          </a:p>
          <a:p>
            <a:pPr marL="171425" indent="-171425">
              <a:lnSpc>
                <a:spcPct val="110000"/>
              </a:lnSpc>
              <a:buFont typeface="Arial" panose="020B0604020202020204" pitchFamily="34" charset="0"/>
              <a:buChar char="•"/>
            </a:pPr>
            <a:r>
              <a:rPr lang="en-US">
                <a:latin typeface="Arial" panose="020B0604020202020204" pitchFamily="34" charset="0"/>
                <a:cs typeface="Arial" panose="020B0604020202020204" pitchFamily="34" charset="0"/>
              </a:rPr>
              <a:t>We are phasing out the use of the Aegon logo with the tagline ‘Transform Tomorrow’. If you are incorporating slides from existing presentations, please be so kind as to ensure that the right Aegon logo is shown on all pages.</a:t>
            </a:r>
          </a:p>
          <a:p>
            <a:pPr marL="171425" indent="-171425">
              <a:lnSpc>
                <a:spcPct val="110000"/>
              </a:lnSpc>
              <a:buFont typeface="Arial" panose="020B0604020202020204" pitchFamily="34" charset="0"/>
              <a:buChar char="•"/>
            </a:pPr>
            <a:endParaRPr lang="en-US">
              <a:latin typeface="Arial" panose="020B0604020202020204" pitchFamily="34" charset="0"/>
              <a:cs typeface="Arial" panose="020B0604020202020204" pitchFamily="34" charset="0"/>
            </a:endParaRPr>
          </a:p>
          <a:p>
            <a:pPr marL="171425" indent="-171425">
              <a:lnSpc>
                <a:spcPct val="110000"/>
              </a:lnSpc>
              <a:buFont typeface="Arial" panose="020B0604020202020204" pitchFamily="34" charset="0"/>
              <a:buChar char="•"/>
            </a:pPr>
            <a:r>
              <a:rPr lang="en-US">
                <a:latin typeface="Arial" panose="020B0604020202020204" pitchFamily="34" charset="0"/>
                <a:cs typeface="Arial" panose="020B0604020202020204" pitchFamily="34" charset="0"/>
              </a:rPr>
              <a:t>If you have any questions, please don’t hesitate to reach out to Group Corporate Communications – Marjolein Dekker at </a:t>
            </a:r>
            <a:r>
              <a:rPr lang="en-US">
                <a:latin typeface="Arial" panose="020B0604020202020204" pitchFamily="34" charset="0"/>
                <a:cs typeface="Arial" panose="020B0604020202020204" pitchFamily="34" charset="0"/>
                <a:hlinkClick r:id="rId3"/>
              </a:rPr>
              <a:t>marjolein.dekker@aegon.com</a:t>
            </a:r>
            <a:r>
              <a:rPr lang="en-US">
                <a:latin typeface="Arial" panose="020B0604020202020204" pitchFamily="34" charset="0"/>
                <a:cs typeface="Arial" panose="020B0604020202020204" pitchFamily="34" charset="0"/>
              </a:rPr>
              <a:t>. </a:t>
            </a:r>
          </a:p>
          <a:p>
            <a:pPr>
              <a:lnSpc>
                <a:spcPct val="110000"/>
              </a:lnSpc>
            </a:pPr>
            <a:endParaRPr lang="en-US"/>
          </a:p>
        </p:txBody>
      </p:sp>
      <p:sp>
        <p:nvSpPr>
          <p:cNvPr id="4" name="Slide Number Placeholder 3"/>
          <p:cNvSpPr>
            <a:spLocks noGrp="1"/>
          </p:cNvSpPr>
          <p:nvPr>
            <p:ph type="sldNum" sz="quarter" idx="10"/>
          </p:nvPr>
        </p:nvSpPr>
        <p:spPr/>
        <p:txBody>
          <a:bodyPr/>
          <a:lstStyle/>
          <a:p>
            <a:fld id="{12F8B99C-00E5-4454-8541-C53980D8A55E}" type="slidenum">
              <a:rPr lang="nl-NL" smtClean="0"/>
              <a:pPr/>
              <a:t>1</a:t>
            </a:fld>
            <a:endParaRPr lang="nl-NL"/>
          </a:p>
        </p:txBody>
      </p:sp>
    </p:spTree>
    <p:extLst>
      <p:ext uri="{BB962C8B-B14F-4D97-AF65-F5344CB8AC3E}">
        <p14:creationId xmlns:p14="http://schemas.microsoft.com/office/powerpoint/2010/main" val="15470552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2F8B99C-00E5-4454-8541-C53980D8A55E}" type="slidenum">
              <a:rPr lang="nl-NL" smtClean="0"/>
              <a:pPr/>
              <a:t>3</a:t>
            </a:fld>
            <a:endParaRPr lang="nl-NL"/>
          </a:p>
        </p:txBody>
      </p:sp>
    </p:spTree>
    <p:extLst>
      <p:ext uri="{BB962C8B-B14F-4D97-AF65-F5344CB8AC3E}">
        <p14:creationId xmlns:p14="http://schemas.microsoft.com/office/powerpoint/2010/main" val="1839700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Bef>
                <a:spcPts val="0"/>
              </a:spcBef>
              <a:spcAft>
                <a:spcPts val="0"/>
              </a:spcAft>
            </a:pPr>
            <a:r>
              <a:rPr lang="en-GB" sz="1800" baseline="30000">
                <a:effectLst/>
                <a:latin typeface="Arial" panose="020B0604020202020204" pitchFamily="34" charset="0"/>
                <a:ea typeface="Arial" panose="020B0604020202020204" pitchFamily="34" charset="0"/>
                <a:cs typeface="Arial" panose="020B0604020202020204" pitchFamily="34" charset="0"/>
              </a:rPr>
              <a:t>1 – Tag needs to be mapped to CMDB</a:t>
            </a:r>
            <a:endParaRPr lang="en-US" sz="1800">
              <a:effectLst/>
              <a:latin typeface="Arial" panose="020B0604020202020204" pitchFamily="34" charset="0"/>
              <a:ea typeface="Arial" panose="020B0604020202020204" pitchFamily="34" charset="0"/>
              <a:cs typeface="Arial" panose="020B0604020202020204" pitchFamily="34" charset="0"/>
            </a:endParaRPr>
          </a:p>
          <a:p>
            <a:pPr marL="0" marR="0">
              <a:lnSpc>
                <a:spcPct val="115000"/>
              </a:lnSpc>
              <a:spcBef>
                <a:spcPts val="0"/>
              </a:spcBef>
              <a:spcAft>
                <a:spcPts val="0"/>
              </a:spcAft>
            </a:pPr>
            <a:r>
              <a:rPr lang="en-GB" sz="1800" baseline="30000">
                <a:effectLst/>
                <a:latin typeface="Arial" panose="020B0604020202020204" pitchFamily="34" charset="0"/>
                <a:ea typeface="Arial" panose="020B0604020202020204" pitchFamily="34" charset="0"/>
                <a:cs typeface="Arial" panose="020B0604020202020204" pitchFamily="34" charset="0"/>
              </a:rPr>
              <a:t>2 – The CI and Name will be validated against CMDB and then mapped back to the CMDB and associated with the resources.</a:t>
            </a:r>
            <a:endParaRPr lang="en-US" sz="1800">
              <a:effectLst/>
              <a:latin typeface="Arial" panose="020B0604020202020204" pitchFamily="34" charset="0"/>
              <a:ea typeface="Arial" panose="020B0604020202020204" pitchFamily="34" charset="0"/>
              <a:cs typeface="Arial" panose="020B0604020202020204" pitchFamily="34" charset="0"/>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2F8B99C-00E5-4454-8541-C53980D8A55E}" type="slidenum">
              <a:rPr kumimoji="0" lang="nl-NL"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nl-NL"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5008623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A643B-836C-5A52-B89F-464F2486AB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CD82C69-F71E-544E-868B-084BD41A45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D25B5E-D88F-4682-E305-1023E6C06D0E}"/>
              </a:ext>
            </a:extLst>
          </p:cNvPr>
          <p:cNvSpPr>
            <a:spLocks noGrp="1"/>
          </p:cNvSpPr>
          <p:nvPr>
            <p:ph type="dt" sz="half" idx="10"/>
          </p:nvPr>
        </p:nvSpPr>
        <p:spPr/>
        <p:txBody>
          <a:bodyPr/>
          <a:lstStyle/>
          <a:p>
            <a:fld id="{93E4A58A-0112-4D6C-87D1-A85F5B8BC08E}" type="datetimeFigureOut">
              <a:rPr lang="en-US" smtClean="0"/>
              <a:t>4/7/2025</a:t>
            </a:fld>
            <a:endParaRPr lang="en-US"/>
          </a:p>
        </p:txBody>
      </p:sp>
      <p:sp>
        <p:nvSpPr>
          <p:cNvPr id="5" name="Footer Placeholder 4">
            <a:extLst>
              <a:ext uri="{FF2B5EF4-FFF2-40B4-BE49-F238E27FC236}">
                <a16:creationId xmlns:a16="http://schemas.microsoft.com/office/drawing/2014/main" id="{914EE86A-6BB8-5813-A17E-23997F2695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9798A0-E412-7373-63D2-E06ED5A1504B}"/>
              </a:ext>
            </a:extLst>
          </p:cNvPr>
          <p:cNvSpPr>
            <a:spLocks noGrp="1"/>
          </p:cNvSpPr>
          <p:nvPr>
            <p:ph type="sldNum" sz="quarter" idx="12"/>
          </p:nvPr>
        </p:nvSpPr>
        <p:spPr/>
        <p:txBody>
          <a:bodyPr/>
          <a:lstStyle/>
          <a:p>
            <a:fld id="{CB61E60B-A198-4BE3-A774-983333F430AD}" type="slidenum">
              <a:rPr lang="en-US" smtClean="0"/>
              <a:t>‹#›</a:t>
            </a:fld>
            <a:endParaRPr lang="en-US"/>
          </a:p>
        </p:txBody>
      </p:sp>
    </p:spTree>
    <p:extLst>
      <p:ext uri="{BB962C8B-B14F-4D97-AF65-F5344CB8AC3E}">
        <p14:creationId xmlns:p14="http://schemas.microsoft.com/office/powerpoint/2010/main" val="41596219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8FE41-24D9-872C-2BC8-8254D644AA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A1B641-A4C3-3B77-D668-9E3CB1ECAD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95EFBB-D247-17B5-ABE6-71F3E179CE76}"/>
              </a:ext>
            </a:extLst>
          </p:cNvPr>
          <p:cNvSpPr>
            <a:spLocks noGrp="1"/>
          </p:cNvSpPr>
          <p:nvPr>
            <p:ph type="dt" sz="half" idx="10"/>
          </p:nvPr>
        </p:nvSpPr>
        <p:spPr/>
        <p:txBody>
          <a:bodyPr/>
          <a:lstStyle/>
          <a:p>
            <a:fld id="{93E4A58A-0112-4D6C-87D1-A85F5B8BC08E}" type="datetimeFigureOut">
              <a:rPr lang="en-US" smtClean="0"/>
              <a:t>4/7/2025</a:t>
            </a:fld>
            <a:endParaRPr lang="en-US"/>
          </a:p>
        </p:txBody>
      </p:sp>
      <p:sp>
        <p:nvSpPr>
          <p:cNvPr id="5" name="Footer Placeholder 4">
            <a:extLst>
              <a:ext uri="{FF2B5EF4-FFF2-40B4-BE49-F238E27FC236}">
                <a16:creationId xmlns:a16="http://schemas.microsoft.com/office/drawing/2014/main" id="{470DF205-F48F-3C85-09A2-433006873B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B56841-1879-30EF-7B63-3B2C83FDCE34}"/>
              </a:ext>
            </a:extLst>
          </p:cNvPr>
          <p:cNvSpPr>
            <a:spLocks noGrp="1"/>
          </p:cNvSpPr>
          <p:nvPr>
            <p:ph type="sldNum" sz="quarter" idx="12"/>
          </p:nvPr>
        </p:nvSpPr>
        <p:spPr/>
        <p:txBody>
          <a:bodyPr/>
          <a:lstStyle/>
          <a:p>
            <a:fld id="{CB61E60B-A198-4BE3-A774-983333F430AD}" type="slidenum">
              <a:rPr lang="en-US" smtClean="0"/>
              <a:t>‹#›</a:t>
            </a:fld>
            <a:endParaRPr lang="en-US"/>
          </a:p>
        </p:txBody>
      </p:sp>
    </p:spTree>
    <p:extLst>
      <p:ext uri="{BB962C8B-B14F-4D97-AF65-F5344CB8AC3E}">
        <p14:creationId xmlns:p14="http://schemas.microsoft.com/office/powerpoint/2010/main" val="3304315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4E833-9393-A367-29D2-5ECD26C5084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240FCC3-C7E8-5E6C-7A8A-8387952A9C0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739B99-8B02-96D3-272B-D305B707FC33}"/>
              </a:ext>
            </a:extLst>
          </p:cNvPr>
          <p:cNvSpPr>
            <a:spLocks noGrp="1"/>
          </p:cNvSpPr>
          <p:nvPr>
            <p:ph type="dt" sz="half" idx="10"/>
          </p:nvPr>
        </p:nvSpPr>
        <p:spPr/>
        <p:txBody>
          <a:bodyPr/>
          <a:lstStyle/>
          <a:p>
            <a:fld id="{93E4A58A-0112-4D6C-87D1-A85F5B8BC08E}" type="datetimeFigureOut">
              <a:rPr lang="en-US" smtClean="0"/>
              <a:t>4/7/2025</a:t>
            </a:fld>
            <a:endParaRPr lang="en-US"/>
          </a:p>
        </p:txBody>
      </p:sp>
      <p:sp>
        <p:nvSpPr>
          <p:cNvPr id="5" name="Footer Placeholder 4">
            <a:extLst>
              <a:ext uri="{FF2B5EF4-FFF2-40B4-BE49-F238E27FC236}">
                <a16:creationId xmlns:a16="http://schemas.microsoft.com/office/drawing/2014/main" id="{99A179C7-467F-8B13-943C-450D26E174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030BB7-4F8A-AC32-64CC-9FD500E2AF15}"/>
              </a:ext>
            </a:extLst>
          </p:cNvPr>
          <p:cNvSpPr>
            <a:spLocks noGrp="1"/>
          </p:cNvSpPr>
          <p:nvPr>
            <p:ph type="sldNum" sz="quarter" idx="12"/>
          </p:nvPr>
        </p:nvSpPr>
        <p:spPr/>
        <p:txBody>
          <a:bodyPr/>
          <a:lstStyle/>
          <a:p>
            <a:fld id="{CB61E60B-A198-4BE3-A774-983333F430AD}" type="slidenum">
              <a:rPr lang="en-US" smtClean="0"/>
              <a:t>‹#›</a:t>
            </a:fld>
            <a:endParaRPr lang="en-US"/>
          </a:p>
        </p:txBody>
      </p:sp>
    </p:spTree>
    <p:extLst>
      <p:ext uri="{BB962C8B-B14F-4D97-AF65-F5344CB8AC3E}">
        <p14:creationId xmlns:p14="http://schemas.microsoft.com/office/powerpoint/2010/main" val="19688211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37D2E-289F-6DF2-66E4-2CF6C347AE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C16135-4CD0-A9AE-6557-C3E91D76A3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BAD6C8A-2A9F-3D47-FA33-CB74F7A29E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9CEF38E-F471-A2AA-5F68-7C4F068C3B0C}"/>
              </a:ext>
            </a:extLst>
          </p:cNvPr>
          <p:cNvSpPr>
            <a:spLocks noGrp="1"/>
          </p:cNvSpPr>
          <p:nvPr>
            <p:ph type="dt" sz="half" idx="10"/>
          </p:nvPr>
        </p:nvSpPr>
        <p:spPr/>
        <p:txBody>
          <a:bodyPr/>
          <a:lstStyle/>
          <a:p>
            <a:fld id="{93E4A58A-0112-4D6C-87D1-A85F5B8BC08E}" type="datetimeFigureOut">
              <a:rPr lang="en-US" smtClean="0"/>
              <a:t>4/7/2025</a:t>
            </a:fld>
            <a:endParaRPr lang="en-US"/>
          </a:p>
        </p:txBody>
      </p:sp>
      <p:sp>
        <p:nvSpPr>
          <p:cNvPr id="6" name="Footer Placeholder 5">
            <a:extLst>
              <a:ext uri="{FF2B5EF4-FFF2-40B4-BE49-F238E27FC236}">
                <a16:creationId xmlns:a16="http://schemas.microsoft.com/office/drawing/2014/main" id="{1D33D587-99DA-05CE-839A-F38E051394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74E7D9-2812-D6B6-5C9B-8B09C228ECC3}"/>
              </a:ext>
            </a:extLst>
          </p:cNvPr>
          <p:cNvSpPr>
            <a:spLocks noGrp="1"/>
          </p:cNvSpPr>
          <p:nvPr>
            <p:ph type="sldNum" sz="quarter" idx="12"/>
          </p:nvPr>
        </p:nvSpPr>
        <p:spPr/>
        <p:txBody>
          <a:bodyPr/>
          <a:lstStyle/>
          <a:p>
            <a:fld id="{CB61E60B-A198-4BE3-A774-983333F430AD}" type="slidenum">
              <a:rPr lang="en-US" smtClean="0"/>
              <a:t>‹#›</a:t>
            </a:fld>
            <a:endParaRPr lang="en-US"/>
          </a:p>
        </p:txBody>
      </p:sp>
    </p:spTree>
    <p:extLst>
      <p:ext uri="{BB962C8B-B14F-4D97-AF65-F5344CB8AC3E}">
        <p14:creationId xmlns:p14="http://schemas.microsoft.com/office/powerpoint/2010/main" val="22945738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1F4B0-E785-2E0F-00D2-6301EDAFE86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BB8CF9-283F-C0C7-1F49-7CCD2CF62B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134DED0-6840-8018-4C19-9D29B7363E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6DC8CA-CA50-D9C4-CA8A-6DCAC3CF9F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0E2DBA-AED0-D561-61C2-F3DCD44F792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F9BAE9C-D03B-31CA-1AEF-02D128D9C4BA}"/>
              </a:ext>
            </a:extLst>
          </p:cNvPr>
          <p:cNvSpPr>
            <a:spLocks noGrp="1"/>
          </p:cNvSpPr>
          <p:nvPr>
            <p:ph type="dt" sz="half" idx="10"/>
          </p:nvPr>
        </p:nvSpPr>
        <p:spPr/>
        <p:txBody>
          <a:bodyPr/>
          <a:lstStyle/>
          <a:p>
            <a:fld id="{93E4A58A-0112-4D6C-87D1-A85F5B8BC08E}" type="datetimeFigureOut">
              <a:rPr lang="en-US" smtClean="0"/>
              <a:t>4/7/2025</a:t>
            </a:fld>
            <a:endParaRPr lang="en-US"/>
          </a:p>
        </p:txBody>
      </p:sp>
      <p:sp>
        <p:nvSpPr>
          <p:cNvPr id="8" name="Footer Placeholder 7">
            <a:extLst>
              <a:ext uri="{FF2B5EF4-FFF2-40B4-BE49-F238E27FC236}">
                <a16:creationId xmlns:a16="http://schemas.microsoft.com/office/drawing/2014/main" id="{5588357A-4937-19E4-DA47-0199035070E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1646B1-DF1A-CD52-8E4C-64D64F69C5C8}"/>
              </a:ext>
            </a:extLst>
          </p:cNvPr>
          <p:cNvSpPr>
            <a:spLocks noGrp="1"/>
          </p:cNvSpPr>
          <p:nvPr>
            <p:ph type="sldNum" sz="quarter" idx="12"/>
          </p:nvPr>
        </p:nvSpPr>
        <p:spPr/>
        <p:txBody>
          <a:bodyPr/>
          <a:lstStyle/>
          <a:p>
            <a:fld id="{CB61E60B-A198-4BE3-A774-983333F430AD}" type="slidenum">
              <a:rPr lang="en-US" smtClean="0"/>
              <a:t>‹#›</a:t>
            </a:fld>
            <a:endParaRPr lang="en-US"/>
          </a:p>
        </p:txBody>
      </p:sp>
    </p:spTree>
    <p:extLst>
      <p:ext uri="{BB962C8B-B14F-4D97-AF65-F5344CB8AC3E}">
        <p14:creationId xmlns:p14="http://schemas.microsoft.com/office/powerpoint/2010/main" val="25217790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0C22B-493C-3A57-F617-4F65EB3CEC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1D444DE-9C06-2DF1-66BD-FF3EE7C2AB73}"/>
              </a:ext>
            </a:extLst>
          </p:cNvPr>
          <p:cNvSpPr>
            <a:spLocks noGrp="1"/>
          </p:cNvSpPr>
          <p:nvPr>
            <p:ph type="dt" sz="half" idx="10"/>
          </p:nvPr>
        </p:nvSpPr>
        <p:spPr/>
        <p:txBody>
          <a:bodyPr/>
          <a:lstStyle/>
          <a:p>
            <a:fld id="{93E4A58A-0112-4D6C-87D1-A85F5B8BC08E}" type="datetimeFigureOut">
              <a:rPr lang="en-US" smtClean="0"/>
              <a:t>4/7/2025</a:t>
            </a:fld>
            <a:endParaRPr lang="en-US"/>
          </a:p>
        </p:txBody>
      </p:sp>
      <p:sp>
        <p:nvSpPr>
          <p:cNvPr id="4" name="Footer Placeholder 3">
            <a:extLst>
              <a:ext uri="{FF2B5EF4-FFF2-40B4-BE49-F238E27FC236}">
                <a16:creationId xmlns:a16="http://schemas.microsoft.com/office/drawing/2014/main" id="{C097443D-2309-449E-A6EF-1D1CE4E9AFC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A04541F-16A0-ECEC-BD30-3F4B6C7151B9}"/>
              </a:ext>
            </a:extLst>
          </p:cNvPr>
          <p:cNvSpPr>
            <a:spLocks noGrp="1"/>
          </p:cNvSpPr>
          <p:nvPr>
            <p:ph type="sldNum" sz="quarter" idx="12"/>
          </p:nvPr>
        </p:nvSpPr>
        <p:spPr/>
        <p:txBody>
          <a:bodyPr/>
          <a:lstStyle/>
          <a:p>
            <a:fld id="{CB61E60B-A198-4BE3-A774-983333F430AD}" type="slidenum">
              <a:rPr lang="en-US" smtClean="0"/>
              <a:t>‹#›</a:t>
            </a:fld>
            <a:endParaRPr lang="en-US"/>
          </a:p>
        </p:txBody>
      </p:sp>
    </p:spTree>
    <p:extLst>
      <p:ext uri="{BB962C8B-B14F-4D97-AF65-F5344CB8AC3E}">
        <p14:creationId xmlns:p14="http://schemas.microsoft.com/office/powerpoint/2010/main" val="797771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97440F-053F-D70D-33A9-772F10644679}"/>
              </a:ext>
            </a:extLst>
          </p:cNvPr>
          <p:cNvSpPr>
            <a:spLocks noGrp="1"/>
          </p:cNvSpPr>
          <p:nvPr>
            <p:ph type="dt" sz="half" idx="10"/>
          </p:nvPr>
        </p:nvSpPr>
        <p:spPr/>
        <p:txBody>
          <a:bodyPr/>
          <a:lstStyle/>
          <a:p>
            <a:fld id="{93E4A58A-0112-4D6C-87D1-A85F5B8BC08E}" type="datetimeFigureOut">
              <a:rPr lang="en-US" smtClean="0"/>
              <a:t>4/7/2025</a:t>
            </a:fld>
            <a:endParaRPr lang="en-US"/>
          </a:p>
        </p:txBody>
      </p:sp>
      <p:sp>
        <p:nvSpPr>
          <p:cNvPr id="3" name="Footer Placeholder 2">
            <a:extLst>
              <a:ext uri="{FF2B5EF4-FFF2-40B4-BE49-F238E27FC236}">
                <a16:creationId xmlns:a16="http://schemas.microsoft.com/office/drawing/2014/main" id="{68969A78-9D70-DC7A-770E-DBBAACA4E70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564A2FA-E7F1-2718-3C1A-F410DCED089B}"/>
              </a:ext>
            </a:extLst>
          </p:cNvPr>
          <p:cNvSpPr>
            <a:spLocks noGrp="1"/>
          </p:cNvSpPr>
          <p:nvPr>
            <p:ph type="sldNum" sz="quarter" idx="12"/>
          </p:nvPr>
        </p:nvSpPr>
        <p:spPr/>
        <p:txBody>
          <a:bodyPr/>
          <a:lstStyle/>
          <a:p>
            <a:fld id="{CB61E60B-A198-4BE3-A774-983333F430AD}" type="slidenum">
              <a:rPr lang="en-US" smtClean="0"/>
              <a:t>‹#›</a:t>
            </a:fld>
            <a:endParaRPr lang="en-US"/>
          </a:p>
        </p:txBody>
      </p:sp>
    </p:spTree>
    <p:extLst>
      <p:ext uri="{BB962C8B-B14F-4D97-AF65-F5344CB8AC3E}">
        <p14:creationId xmlns:p14="http://schemas.microsoft.com/office/powerpoint/2010/main" val="77227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55059-9CE9-A36B-8FA7-CB93F5A864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73FD974-A1FF-6351-0164-AD72B3C8DC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A8D4658-2DBD-5733-1A3D-DF0A019432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0B6921-3319-66CB-8EFB-9218227616D8}"/>
              </a:ext>
            </a:extLst>
          </p:cNvPr>
          <p:cNvSpPr>
            <a:spLocks noGrp="1"/>
          </p:cNvSpPr>
          <p:nvPr>
            <p:ph type="dt" sz="half" idx="10"/>
          </p:nvPr>
        </p:nvSpPr>
        <p:spPr/>
        <p:txBody>
          <a:bodyPr/>
          <a:lstStyle/>
          <a:p>
            <a:fld id="{93E4A58A-0112-4D6C-87D1-A85F5B8BC08E}" type="datetimeFigureOut">
              <a:rPr lang="en-US" smtClean="0"/>
              <a:t>4/7/2025</a:t>
            </a:fld>
            <a:endParaRPr lang="en-US"/>
          </a:p>
        </p:txBody>
      </p:sp>
      <p:sp>
        <p:nvSpPr>
          <p:cNvPr id="6" name="Footer Placeholder 5">
            <a:extLst>
              <a:ext uri="{FF2B5EF4-FFF2-40B4-BE49-F238E27FC236}">
                <a16:creationId xmlns:a16="http://schemas.microsoft.com/office/drawing/2014/main" id="{A372F881-9CEE-E3CF-02B2-5FE15122D7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32B54C-5FBE-7F8E-1EE1-A1E1E05F7F62}"/>
              </a:ext>
            </a:extLst>
          </p:cNvPr>
          <p:cNvSpPr>
            <a:spLocks noGrp="1"/>
          </p:cNvSpPr>
          <p:nvPr>
            <p:ph type="sldNum" sz="quarter" idx="12"/>
          </p:nvPr>
        </p:nvSpPr>
        <p:spPr/>
        <p:txBody>
          <a:bodyPr/>
          <a:lstStyle/>
          <a:p>
            <a:fld id="{CB61E60B-A198-4BE3-A774-983333F430AD}" type="slidenum">
              <a:rPr lang="en-US" smtClean="0"/>
              <a:t>‹#›</a:t>
            </a:fld>
            <a:endParaRPr lang="en-US"/>
          </a:p>
        </p:txBody>
      </p:sp>
    </p:spTree>
    <p:extLst>
      <p:ext uri="{BB962C8B-B14F-4D97-AF65-F5344CB8AC3E}">
        <p14:creationId xmlns:p14="http://schemas.microsoft.com/office/powerpoint/2010/main" val="3175005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4F49D-8D6A-DFB4-EE42-2492328130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D4EE905-4744-06FE-F929-15DE265C45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B20AC5C-C43F-FB63-E8A0-9E5FB391C6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FB8133-88F1-1306-91BA-A81CC3539DD5}"/>
              </a:ext>
            </a:extLst>
          </p:cNvPr>
          <p:cNvSpPr>
            <a:spLocks noGrp="1"/>
          </p:cNvSpPr>
          <p:nvPr>
            <p:ph type="dt" sz="half" idx="10"/>
          </p:nvPr>
        </p:nvSpPr>
        <p:spPr/>
        <p:txBody>
          <a:bodyPr/>
          <a:lstStyle/>
          <a:p>
            <a:fld id="{93E4A58A-0112-4D6C-87D1-A85F5B8BC08E}" type="datetimeFigureOut">
              <a:rPr lang="en-US" smtClean="0"/>
              <a:t>4/7/2025</a:t>
            </a:fld>
            <a:endParaRPr lang="en-US"/>
          </a:p>
        </p:txBody>
      </p:sp>
      <p:sp>
        <p:nvSpPr>
          <p:cNvPr id="6" name="Footer Placeholder 5">
            <a:extLst>
              <a:ext uri="{FF2B5EF4-FFF2-40B4-BE49-F238E27FC236}">
                <a16:creationId xmlns:a16="http://schemas.microsoft.com/office/drawing/2014/main" id="{928A45AF-087A-0FB1-860B-B2CEF604C8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C21928-295B-F33D-6EA0-C32A9E322D09}"/>
              </a:ext>
            </a:extLst>
          </p:cNvPr>
          <p:cNvSpPr>
            <a:spLocks noGrp="1"/>
          </p:cNvSpPr>
          <p:nvPr>
            <p:ph type="sldNum" sz="quarter" idx="12"/>
          </p:nvPr>
        </p:nvSpPr>
        <p:spPr/>
        <p:txBody>
          <a:bodyPr/>
          <a:lstStyle/>
          <a:p>
            <a:fld id="{CB61E60B-A198-4BE3-A774-983333F430AD}" type="slidenum">
              <a:rPr lang="en-US" smtClean="0"/>
              <a:t>‹#›</a:t>
            </a:fld>
            <a:endParaRPr lang="en-US"/>
          </a:p>
        </p:txBody>
      </p:sp>
    </p:spTree>
    <p:extLst>
      <p:ext uri="{BB962C8B-B14F-4D97-AF65-F5344CB8AC3E}">
        <p14:creationId xmlns:p14="http://schemas.microsoft.com/office/powerpoint/2010/main" val="4113333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823C1-F3CD-77FC-C1D6-120E6F00B2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987F16D-EDCB-3168-3649-48D867F1F0A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245CF8-28E3-0E10-3C52-D468604DFE2E}"/>
              </a:ext>
            </a:extLst>
          </p:cNvPr>
          <p:cNvSpPr>
            <a:spLocks noGrp="1"/>
          </p:cNvSpPr>
          <p:nvPr>
            <p:ph type="dt" sz="half" idx="10"/>
          </p:nvPr>
        </p:nvSpPr>
        <p:spPr/>
        <p:txBody>
          <a:bodyPr/>
          <a:lstStyle/>
          <a:p>
            <a:fld id="{93E4A58A-0112-4D6C-87D1-A85F5B8BC08E}" type="datetimeFigureOut">
              <a:rPr lang="en-US" smtClean="0"/>
              <a:t>4/7/2025</a:t>
            </a:fld>
            <a:endParaRPr lang="en-US"/>
          </a:p>
        </p:txBody>
      </p:sp>
      <p:sp>
        <p:nvSpPr>
          <p:cNvPr id="5" name="Footer Placeholder 4">
            <a:extLst>
              <a:ext uri="{FF2B5EF4-FFF2-40B4-BE49-F238E27FC236}">
                <a16:creationId xmlns:a16="http://schemas.microsoft.com/office/drawing/2014/main" id="{B2097E77-11AA-E8EC-F81D-4082C1F3BA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FDCD2B-B5D3-E009-D8D9-85B4CB5AEE8A}"/>
              </a:ext>
            </a:extLst>
          </p:cNvPr>
          <p:cNvSpPr>
            <a:spLocks noGrp="1"/>
          </p:cNvSpPr>
          <p:nvPr>
            <p:ph type="sldNum" sz="quarter" idx="12"/>
          </p:nvPr>
        </p:nvSpPr>
        <p:spPr/>
        <p:txBody>
          <a:bodyPr/>
          <a:lstStyle/>
          <a:p>
            <a:fld id="{CB61E60B-A198-4BE3-A774-983333F430AD}" type="slidenum">
              <a:rPr lang="en-US" smtClean="0"/>
              <a:t>‹#›</a:t>
            </a:fld>
            <a:endParaRPr lang="en-US"/>
          </a:p>
        </p:txBody>
      </p:sp>
    </p:spTree>
    <p:extLst>
      <p:ext uri="{BB962C8B-B14F-4D97-AF65-F5344CB8AC3E}">
        <p14:creationId xmlns:p14="http://schemas.microsoft.com/office/powerpoint/2010/main" val="20824007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D20A5E-0CD9-110C-8578-337814242E6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729D8B2-A7C5-2D8A-4192-14CB7C02C94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35AAB7-BD65-EA28-F593-A6EAD57003C6}"/>
              </a:ext>
            </a:extLst>
          </p:cNvPr>
          <p:cNvSpPr>
            <a:spLocks noGrp="1"/>
          </p:cNvSpPr>
          <p:nvPr>
            <p:ph type="dt" sz="half" idx="10"/>
          </p:nvPr>
        </p:nvSpPr>
        <p:spPr/>
        <p:txBody>
          <a:bodyPr/>
          <a:lstStyle/>
          <a:p>
            <a:fld id="{93E4A58A-0112-4D6C-87D1-A85F5B8BC08E}" type="datetimeFigureOut">
              <a:rPr lang="en-US" smtClean="0"/>
              <a:t>4/7/2025</a:t>
            </a:fld>
            <a:endParaRPr lang="en-US"/>
          </a:p>
        </p:txBody>
      </p:sp>
      <p:sp>
        <p:nvSpPr>
          <p:cNvPr id="5" name="Footer Placeholder 4">
            <a:extLst>
              <a:ext uri="{FF2B5EF4-FFF2-40B4-BE49-F238E27FC236}">
                <a16:creationId xmlns:a16="http://schemas.microsoft.com/office/drawing/2014/main" id="{29C088E6-5959-7C7E-E171-35EEAA25B5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6D09D8-19FF-7923-6A59-E7F6033BE2F1}"/>
              </a:ext>
            </a:extLst>
          </p:cNvPr>
          <p:cNvSpPr>
            <a:spLocks noGrp="1"/>
          </p:cNvSpPr>
          <p:nvPr>
            <p:ph type="sldNum" sz="quarter" idx="12"/>
          </p:nvPr>
        </p:nvSpPr>
        <p:spPr/>
        <p:txBody>
          <a:bodyPr/>
          <a:lstStyle/>
          <a:p>
            <a:fld id="{CB61E60B-A198-4BE3-A774-983333F430AD}" type="slidenum">
              <a:rPr lang="en-US" smtClean="0"/>
              <a:t>‹#›</a:t>
            </a:fld>
            <a:endParaRPr lang="en-US"/>
          </a:p>
        </p:txBody>
      </p:sp>
    </p:spTree>
    <p:extLst>
      <p:ext uri="{BB962C8B-B14F-4D97-AF65-F5344CB8AC3E}">
        <p14:creationId xmlns:p14="http://schemas.microsoft.com/office/powerpoint/2010/main" val="30926340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Cover">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568EA51-E381-4FE1-8966-210825EC768D}"/>
              </a:ext>
            </a:extLst>
          </p:cNvPr>
          <p:cNvSpPr/>
          <p:nvPr userDrawn="1"/>
        </p:nvSpPr>
        <p:spPr>
          <a:xfrm>
            <a:off x="-11575" y="-22085"/>
            <a:ext cx="6491003" cy="6885872"/>
          </a:xfrm>
          <a:custGeom>
            <a:avLst/>
            <a:gdLst>
              <a:gd name="connsiteX0" fmla="*/ 0 w 6238755"/>
              <a:gd name="connsiteY0" fmla="*/ 0 h 6875362"/>
              <a:gd name="connsiteX1" fmla="*/ 6238755 w 6238755"/>
              <a:gd name="connsiteY1" fmla="*/ 0 h 6875362"/>
              <a:gd name="connsiteX2" fmla="*/ 4155312 w 6238755"/>
              <a:gd name="connsiteY2" fmla="*/ 6875362 h 6875362"/>
              <a:gd name="connsiteX3" fmla="*/ 0 w 6238755"/>
              <a:gd name="connsiteY3" fmla="*/ 6875362 h 6875362"/>
              <a:gd name="connsiteX4" fmla="*/ 0 w 6238755"/>
              <a:gd name="connsiteY4" fmla="*/ 0 h 6875362"/>
              <a:gd name="connsiteX0" fmla="*/ 0 w 6491003"/>
              <a:gd name="connsiteY0" fmla="*/ 10510 h 6885872"/>
              <a:gd name="connsiteX1" fmla="*/ 6491003 w 6491003"/>
              <a:gd name="connsiteY1" fmla="*/ 0 h 6885872"/>
              <a:gd name="connsiteX2" fmla="*/ 4155312 w 6491003"/>
              <a:gd name="connsiteY2" fmla="*/ 6885872 h 6885872"/>
              <a:gd name="connsiteX3" fmla="*/ 0 w 6491003"/>
              <a:gd name="connsiteY3" fmla="*/ 6885872 h 6885872"/>
              <a:gd name="connsiteX4" fmla="*/ 0 w 6491003"/>
              <a:gd name="connsiteY4" fmla="*/ 10510 h 68858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1003" h="6885872">
                <a:moveTo>
                  <a:pt x="0" y="10510"/>
                </a:moveTo>
                <a:lnTo>
                  <a:pt x="6491003" y="0"/>
                </a:lnTo>
                <a:lnTo>
                  <a:pt x="4155312" y="6885872"/>
                </a:lnTo>
                <a:lnTo>
                  <a:pt x="0" y="6885872"/>
                </a:lnTo>
                <a:lnTo>
                  <a:pt x="0" y="1051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le 1">
            <a:extLst>
              <a:ext uri="{FF2B5EF4-FFF2-40B4-BE49-F238E27FC236}">
                <a16:creationId xmlns:a16="http://schemas.microsoft.com/office/drawing/2014/main" id="{54052B7E-FDF2-4DAD-95AF-510105EFD91A}"/>
              </a:ext>
            </a:extLst>
          </p:cNvPr>
          <p:cNvSpPr>
            <a:spLocks noGrp="1"/>
          </p:cNvSpPr>
          <p:nvPr>
            <p:ph type="title" hasCustomPrompt="1"/>
          </p:nvPr>
        </p:nvSpPr>
        <p:spPr>
          <a:xfrm>
            <a:off x="588818" y="1458410"/>
            <a:ext cx="4862858" cy="2152893"/>
          </a:xfrm>
          <a:prstGeom prst="rect">
            <a:avLst/>
          </a:prstGeom>
        </p:spPr>
        <p:txBody>
          <a:bodyPr lIns="0" tIns="0" rIns="0" bIns="72000" anchor="b" anchorCtr="0"/>
          <a:lstStyle>
            <a:lvl1pPr>
              <a:defRPr sz="3600">
                <a:solidFill>
                  <a:schemeClr val="accent1"/>
                </a:solidFill>
              </a:defRPr>
            </a:lvl1pPr>
          </a:lstStyle>
          <a:p>
            <a:r>
              <a:rPr lang="en-US"/>
              <a:t>Click to edit </a:t>
            </a:r>
            <a:br>
              <a:rPr lang="en-US"/>
            </a:br>
            <a:r>
              <a:rPr lang="en-US"/>
              <a:t>Master title style</a:t>
            </a:r>
            <a:endParaRPr lang="nl-NL"/>
          </a:p>
        </p:txBody>
      </p:sp>
      <p:sp>
        <p:nvSpPr>
          <p:cNvPr id="4" name="Text Placeholder 3">
            <a:extLst>
              <a:ext uri="{FF2B5EF4-FFF2-40B4-BE49-F238E27FC236}">
                <a16:creationId xmlns:a16="http://schemas.microsoft.com/office/drawing/2014/main" id="{0EC16BB5-BF5C-4F7D-9AB4-6C27C4B3BEDC}"/>
              </a:ext>
            </a:extLst>
          </p:cNvPr>
          <p:cNvSpPr>
            <a:spLocks noGrp="1"/>
          </p:cNvSpPr>
          <p:nvPr>
            <p:ph type="body" sz="quarter" idx="10" hasCustomPrompt="1"/>
          </p:nvPr>
        </p:nvSpPr>
        <p:spPr>
          <a:xfrm>
            <a:off x="588819" y="5950344"/>
            <a:ext cx="3708862" cy="304800"/>
          </a:xfrm>
          <a:prstGeom prst="rect">
            <a:avLst/>
          </a:prstGeom>
        </p:spPr>
        <p:txBody>
          <a:bodyPr lIns="0"/>
          <a:lstStyle>
            <a:lvl1pPr marL="0" indent="0">
              <a:buNone/>
              <a:defRPr sz="800" i="0">
                <a:solidFill>
                  <a:schemeClr val="tx1">
                    <a:lumMod val="50000"/>
                    <a:lumOff val="50000"/>
                  </a:schemeClr>
                </a:solidFill>
              </a:defRPr>
            </a:lvl1pPr>
            <a:lvl2pPr marL="457200" indent="0">
              <a:buNone/>
              <a:defRPr sz="800" i="0">
                <a:solidFill>
                  <a:schemeClr val="tx1">
                    <a:lumMod val="50000"/>
                    <a:lumOff val="50000"/>
                  </a:schemeClr>
                </a:solidFill>
              </a:defRPr>
            </a:lvl2pPr>
            <a:lvl3pPr marL="914400" indent="0">
              <a:buNone/>
              <a:defRPr sz="800" i="1"/>
            </a:lvl3pPr>
            <a:lvl4pPr marL="1371600" indent="0">
              <a:buNone/>
              <a:defRPr sz="800" i="1"/>
            </a:lvl4pPr>
            <a:lvl5pPr marL="1828800" indent="0">
              <a:buNone/>
              <a:defRPr sz="800" i="1"/>
            </a:lvl5pPr>
          </a:lstStyle>
          <a:p>
            <a:pPr lvl="0"/>
            <a:r>
              <a:rPr lang="en-US"/>
              <a:t>City, Country, Date, Year</a:t>
            </a:r>
          </a:p>
          <a:p>
            <a:pPr lvl="1"/>
            <a:endParaRPr lang="nl-NL"/>
          </a:p>
        </p:txBody>
      </p:sp>
      <p:sp>
        <p:nvSpPr>
          <p:cNvPr id="6" name="Text Placeholder 5">
            <a:extLst>
              <a:ext uri="{FF2B5EF4-FFF2-40B4-BE49-F238E27FC236}">
                <a16:creationId xmlns:a16="http://schemas.microsoft.com/office/drawing/2014/main" id="{D080D343-9626-4395-BD76-3B90D4250DD5}"/>
              </a:ext>
            </a:extLst>
          </p:cNvPr>
          <p:cNvSpPr>
            <a:spLocks noGrp="1"/>
          </p:cNvSpPr>
          <p:nvPr>
            <p:ph type="body" sz="quarter" idx="11" hasCustomPrompt="1"/>
          </p:nvPr>
        </p:nvSpPr>
        <p:spPr>
          <a:xfrm>
            <a:off x="579438" y="4016418"/>
            <a:ext cx="4293504" cy="798650"/>
          </a:xfrm>
          <a:prstGeom prst="rect">
            <a:avLst/>
          </a:prstGeom>
        </p:spPr>
        <p:txBody>
          <a:bodyPr lIns="0"/>
          <a:lstStyle>
            <a:lvl1pPr marL="0" indent="0">
              <a:buNone/>
              <a:defRPr sz="1600" b="1">
                <a:solidFill>
                  <a:schemeClr val="tx2"/>
                </a:solidFill>
              </a:defRPr>
            </a:lvl1pPr>
            <a:lvl2pPr marL="0" indent="0">
              <a:buNone/>
              <a:defRPr sz="1400">
                <a:solidFill>
                  <a:schemeClr val="bg2"/>
                </a:solidFill>
              </a:defRPr>
            </a:lvl2pPr>
          </a:lstStyle>
          <a:p>
            <a:pPr lvl="0"/>
            <a:r>
              <a:rPr lang="en-US"/>
              <a:t>Name Speaker</a:t>
            </a:r>
          </a:p>
          <a:p>
            <a:pPr lvl="1"/>
            <a:r>
              <a:rPr lang="en-US"/>
              <a:t>Department or title</a:t>
            </a:r>
          </a:p>
        </p:txBody>
      </p:sp>
      <p:sp>
        <p:nvSpPr>
          <p:cNvPr id="22" name="Tijdelijke aanduiding voor afbeelding 21">
            <a:extLst>
              <a:ext uri="{FF2B5EF4-FFF2-40B4-BE49-F238E27FC236}">
                <a16:creationId xmlns:a16="http://schemas.microsoft.com/office/drawing/2014/main" id="{928394CF-99D3-4C70-89A7-B13E7CF52CF1}"/>
              </a:ext>
            </a:extLst>
          </p:cNvPr>
          <p:cNvSpPr>
            <a:spLocks noGrp="1"/>
          </p:cNvSpPr>
          <p:nvPr>
            <p:ph type="pic" sz="quarter" idx="12" hasCustomPrompt="1"/>
          </p:nvPr>
        </p:nvSpPr>
        <p:spPr>
          <a:xfrm>
            <a:off x="4133604" y="1588625"/>
            <a:ext cx="8058396" cy="5275163"/>
          </a:xfrm>
          <a:custGeom>
            <a:avLst/>
            <a:gdLst>
              <a:gd name="connsiteX0" fmla="*/ 2353565 w 8058396"/>
              <a:gd name="connsiteY0" fmla="*/ 0 h 6886413"/>
              <a:gd name="connsiteX1" fmla="*/ 8058396 w 8058396"/>
              <a:gd name="connsiteY1" fmla="*/ 11050 h 6886413"/>
              <a:gd name="connsiteX2" fmla="*/ 8058396 w 8058396"/>
              <a:gd name="connsiteY2" fmla="*/ 4027466 h 6886413"/>
              <a:gd name="connsiteX3" fmla="*/ 7082264 w 8058396"/>
              <a:gd name="connsiteY3" fmla="*/ 6886413 h 6886413"/>
              <a:gd name="connsiteX4" fmla="*/ 0 w 8058396"/>
              <a:gd name="connsiteY4" fmla="*/ 6880635 h 6886413"/>
              <a:gd name="connsiteX0" fmla="*/ 1802236 w 8058396"/>
              <a:gd name="connsiteY0" fmla="*/ 1602597 h 6875363"/>
              <a:gd name="connsiteX1" fmla="*/ 8058396 w 8058396"/>
              <a:gd name="connsiteY1" fmla="*/ 0 h 6875363"/>
              <a:gd name="connsiteX2" fmla="*/ 8058396 w 8058396"/>
              <a:gd name="connsiteY2" fmla="*/ 4016416 h 6875363"/>
              <a:gd name="connsiteX3" fmla="*/ 7082264 w 8058396"/>
              <a:gd name="connsiteY3" fmla="*/ 6875363 h 6875363"/>
              <a:gd name="connsiteX4" fmla="*/ 0 w 8058396"/>
              <a:gd name="connsiteY4" fmla="*/ 6869585 h 6875363"/>
              <a:gd name="connsiteX5" fmla="*/ 1802236 w 8058396"/>
              <a:gd name="connsiteY5" fmla="*/ 1602597 h 6875363"/>
              <a:gd name="connsiteX0" fmla="*/ 1802236 w 8058396"/>
              <a:gd name="connsiteY0" fmla="*/ 2397 h 5275163"/>
              <a:gd name="connsiteX1" fmla="*/ 8058396 w 8058396"/>
              <a:gd name="connsiteY1" fmla="*/ 0 h 5275163"/>
              <a:gd name="connsiteX2" fmla="*/ 8058396 w 8058396"/>
              <a:gd name="connsiteY2" fmla="*/ 2416216 h 5275163"/>
              <a:gd name="connsiteX3" fmla="*/ 7082264 w 8058396"/>
              <a:gd name="connsiteY3" fmla="*/ 5275163 h 5275163"/>
              <a:gd name="connsiteX4" fmla="*/ 0 w 8058396"/>
              <a:gd name="connsiteY4" fmla="*/ 5269385 h 5275163"/>
              <a:gd name="connsiteX5" fmla="*/ 1802236 w 8058396"/>
              <a:gd name="connsiteY5" fmla="*/ 2397 h 5275163"/>
              <a:gd name="connsiteX0" fmla="*/ 1796259 w 8058396"/>
              <a:gd name="connsiteY0" fmla="*/ 2397 h 5275163"/>
              <a:gd name="connsiteX1" fmla="*/ 8058396 w 8058396"/>
              <a:gd name="connsiteY1" fmla="*/ 0 h 5275163"/>
              <a:gd name="connsiteX2" fmla="*/ 8058396 w 8058396"/>
              <a:gd name="connsiteY2" fmla="*/ 2416216 h 5275163"/>
              <a:gd name="connsiteX3" fmla="*/ 7082264 w 8058396"/>
              <a:gd name="connsiteY3" fmla="*/ 5275163 h 5275163"/>
              <a:gd name="connsiteX4" fmla="*/ 0 w 8058396"/>
              <a:gd name="connsiteY4" fmla="*/ 5269385 h 5275163"/>
              <a:gd name="connsiteX5" fmla="*/ 1796259 w 8058396"/>
              <a:gd name="connsiteY5" fmla="*/ 2397 h 5275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58396" h="5275163">
                <a:moveTo>
                  <a:pt x="1796259" y="2397"/>
                </a:moveTo>
                <a:lnTo>
                  <a:pt x="8058396" y="0"/>
                </a:lnTo>
                <a:lnTo>
                  <a:pt x="8058396" y="2416216"/>
                </a:lnTo>
                <a:lnTo>
                  <a:pt x="7082264" y="5275163"/>
                </a:lnTo>
                <a:lnTo>
                  <a:pt x="0" y="5269385"/>
                </a:lnTo>
                <a:lnTo>
                  <a:pt x="1796259" y="2397"/>
                </a:lnTo>
                <a:close/>
              </a:path>
            </a:pathLst>
          </a:custGeom>
          <a:pattFill prst="dkUpDiag">
            <a:fgClr>
              <a:schemeClr val="bg1">
                <a:lumMod val="75000"/>
              </a:schemeClr>
            </a:fgClr>
            <a:bgClr>
              <a:schemeClr val="bg1">
                <a:lumMod val="95000"/>
              </a:schemeClr>
            </a:bgClr>
          </a:pattFill>
        </p:spPr>
        <p:txBody>
          <a:bodyPr wrap="square" tIns="180000">
            <a:noAutofit/>
          </a:bodyPr>
          <a:lstStyle>
            <a:lvl1pPr marL="0" indent="0" algn="ctr">
              <a:buFont typeface="Arial" panose="020B0604020202020204" pitchFamily="34" charset="0"/>
              <a:buNone/>
              <a:defRPr lang="nl-NL" sz="1600"/>
            </a:lvl1pPr>
          </a:lstStyle>
          <a:p>
            <a:pPr marL="228600" lvl="0" indent="-228600" algn="ctr"/>
            <a:r>
              <a:rPr lang="nl-NL"/>
              <a:t>Click icon to insert an image</a:t>
            </a:r>
          </a:p>
        </p:txBody>
      </p:sp>
      <p:sp>
        <p:nvSpPr>
          <p:cNvPr id="10" name="TextBox 9">
            <a:extLst>
              <a:ext uri="{FF2B5EF4-FFF2-40B4-BE49-F238E27FC236}">
                <a16:creationId xmlns:a16="http://schemas.microsoft.com/office/drawing/2014/main" id="{B07E610D-E145-4D1E-A445-1C611A5DA4A9}"/>
              </a:ext>
            </a:extLst>
          </p:cNvPr>
          <p:cNvSpPr txBox="1"/>
          <p:nvPr userDrawn="1"/>
        </p:nvSpPr>
        <p:spPr>
          <a:xfrm>
            <a:off x="483986" y="6170897"/>
            <a:ext cx="5181214" cy="364908"/>
          </a:xfrm>
          <a:prstGeom prst="rect">
            <a:avLst/>
          </a:prstGeom>
          <a:noFill/>
        </p:spPr>
        <p:txBody>
          <a:bodyPr wrap="square" rIns="0" rtlCol="0">
            <a:spAutoFit/>
          </a:bodyPr>
          <a:lstStyle/>
          <a:p>
            <a:pPr>
              <a:lnSpc>
                <a:spcPts val="2500"/>
              </a:lnSpc>
            </a:pPr>
            <a:r>
              <a:rPr lang="en-US" sz="1000" b="1" i="1">
                <a:solidFill>
                  <a:schemeClr val="accent1"/>
                </a:solidFill>
                <a:latin typeface="Arial" panose="020B0604020202020204" pitchFamily="34" charset="0"/>
                <a:cs typeface="Arial" panose="020B0604020202020204" pitchFamily="34" charset="0"/>
              </a:rPr>
              <a:t>Helping people achieve a lifetime of financial security</a:t>
            </a:r>
          </a:p>
        </p:txBody>
      </p:sp>
      <p:grpSp>
        <p:nvGrpSpPr>
          <p:cNvPr id="12" name="Group 11">
            <a:extLst>
              <a:ext uri="{FF2B5EF4-FFF2-40B4-BE49-F238E27FC236}">
                <a16:creationId xmlns:a16="http://schemas.microsoft.com/office/drawing/2014/main" id="{68A88978-7913-4E90-B288-9AE500E16E20}"/>
              </a:ext>
            </a:extLst>
          </p:cNvPr>
          <p:cNvGrpSpPr/>
          <p:nvPr userDrawn="1"/>
        </p:nvGrpSpPr>
        <p:grpSpPr>
          <a:xfrm>
            <a:off x="588818" y="602856"/>
            <a:ext cx="1481679" cy="533904"/>
            <a:chOff x="3078163" y="2341563"/>
            <a:chExt cx="6035676" cy="2174875"/>
          </a:xfrm>
        </p:grpSpPr>
        <p:sp>
          <p:nvSpPr>
            <p:cNvPr id="13" name="Freeform 5">
              <a:extLst>
                <a:ext uri="{FF2B5EF4-FFF2-40B4-BE49-F238E27FC236}">
                  <a16:creationId xmlns:a16="http://schemas.microsoft.com/office/drawing/2014/main" id="{C4B07133-BDCF-4DEF-8328-AE61E51008A7}"/>
                </a:ext>
              </a:extLst>
            </p:cNvPr>
            <p:cNvSpPr>
              <a:spLocks/>
            </p:cNvSpPr>
            <p:nvPr userDrawn="1"/>
          </p:nvSpPr>
          <p:spPr bwMode="auto">
            <a:xfrm>
              <a:off x="3078163" y="2341563"/>
              <a:ext cx="1968500" cy="2174875"/>
            </a:xfrm>
            <a:custGeom>
              <a:avLst/>
              <a:gdLst>
                <a:gd name="T0" fmla="*/ 1025 w 1240"/>
                <a:gd name="T1" fmla="*/ 0 h 1370"/>
                <a:gd name="T2" fmla="*/ 0 w 1240"/>
                <a:gd name="T3" fmla="*/ 337 h 1370"/>
                <a:gd name="T4" fmla="*/ 338 w 1240"/>
                <a:gd name="T5" fmla="*/ 1370 h 1370"/>
                <a:gd name="T6" fmla="*/ 1240 w 1240"/>
                <a:gd name="T7" fmla="*/ 1073 h 1370"/>
                <a:gd name="T8" fmla="*/ 1163 w 1240"/>
                <a:gd name="T9" fmla="*/ 825 h 1370"/>
                <a:gd name="T10" fmla="*/ 878 w 1240"/>
                <a:gd name="T11" fmla="*/ 825 h 1370"/>
                <a:gd name="T12" fmla="*/ 846 w 1240"/>
                <a:gd name="T13" fmla="*/ 939 h 1370"/>
                <a:gd name="T14" fmla="*/ 699 w 1240"/>
                <a:gd name="T15" fmla="*/ 939 h 1370"/>
                <a:gd name="T16" fmla="*/ 943 w 1240"/>
                <a:gd name="T17" fmla="*/ 207 h 1370"/>
                <a:gd name="T18" fmla="*/ 1094 w 1240"/>
                <a:gd name="T19" fmla="*/ 207 h 1370"/>
                <a:gd name="T20" fmla="*/ 1025 w 1240"/>
                <a:gd name="T21" fmla="*/ 0 h 1370"/>
                <a:gd name="T22" fmla="*/ 1025 w 1240"/>
                <a:gd name="T23" fmla="*/ 0 h 1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40" h="1370">
                  <a:moveTo>
                    <a:pt x="1025" y="0"/>
                  </a:moveTo>
                  <a:lnTo>
                    <a:pt x="0" y="337"/>
                  </a:lnTo>
                  <a:lnTo>
                    <a:pt x="338" y="1370"/>
                  </a:lnTo>
                  <a:lnTo>
                    <a:pt x="1240" y="1073"/>
                  </a:lnTo>
                  <a:lnTo>
                    <a:pt x="1163" y="825"/>
                  </a:lnTo>
                  <a:lnTo>
                    <a:pt x="878" y="825"/>
                  </a:lnTo>
                  <a:lnTo>
                    <a:pt x="846" y="939"/>
                  </a:lnTo>
                  <a:lnTo>
                    <a:pt x="699" y="939"/>
                  </a:lnTo>
                  <a:lnTo>
                    <a:pt x="943" y="207"/>
                  </a:lnTo>
                  <a:lnTo>
                    <a:pt x="1094" y="207"/>
                  </a:lnTo>
                  <a:lnTo>
                    <a:pt x="1025" y="0"/>
                  </a:lnTo>
                  <a:lnTo>
                    <a:pt x="1025"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nl-NL"/>
            </a:p>
          </p:txBody>
        </p:sp>
        <p:sp>
          <p:nvSpPr>
            <p:cNvPr id="14" name="Freeform 6">
              <a:extLst>
                <a:ext uri="{FF2B5EF4-FFF2-40B4-BE49-F238E27FC236}">
                  <a16:creationId xmlns:a16="http://schemas.microsoft.com/office/drawing/2014/main" id="{4A9B9578-5B96-4DA5-ACA4-C4D7220453B3}"/>
                </a:ext>
              </a:extLst>
            </p:cNvPr>
            <p:cNvSpPr>
              <a:spLocks/>
            </p:cNvSpPr>
            <p:nvPr userDrawn="1"/>
          </p:nvSpPr>
          <p:spPr bwMode="auto">
            <a:xfrm>
              <a:off x="4530726" y="2947988"/>
              <a:ext cx="328613" cy="515938"/>
            </a:xfrm>
            <a:custGeom>
              <a:avLst/>
              <a:gdLst>
                <a:gd name="T0" fmla="*/ 0 w 207"/>
                <a:gd name="T1" fmla="*/ 321 h 325"/>
                <a:gd name="T2" fmla="*/ 102 w 207"/>
                <a:gd name="T3" fmla="*/ 0 h 325"/>
                <a:gd name="T4" fmla="*/ 207 w 207"/>
                <a:gd name="T5" fmla="*/ 325 h 325"/>
                <a:gd name="T6" fmla="*/ 0 w 207"/>
                <a:gd name="T7" fmla="*/ 321 h 325"/>
                <a:gd name="T8" fmla="*/ 0 w 207"/>
                <a:gd name="T9" fmla="*/ 321 h 325"/>
              </a:gdLst>
              <a:ahLst/>
              <a:cxnLst>
                <a:cxn ang="0">
                  <a:pos x="T0" y="T1"/>
                </a:cxn>
                <a:cxn ang="0">
                  <a:pos x="T2" y="T3"/>
                </a:cxn>
                <a:cxn ang="0">
                  <a:pos x="T4" y="T5"/>
                </a:cxn>
                <a:cxn ang="0">
                  <a:pos x="T6" y="T7"/>
                </a:cxn>
                <a:cxn ang="0">
                  <a:pos x="T8" y="T9"/>
                </a:cxn>
              </a:cxnLst>
              <a:rect l="0" t="0" r="r" b="b"/>
              <a:pathLst>
                <a:path w="207" h="325">
                  <a:moveTo>
                    <a:pt x="0" y="321"/>
                  </a:moveTo>
                  <a:lnTo>
                    <a:pt x="102" y="0"/>
                  </a:lnTo>
                  <a:lnTo>
                    <a:pt x="207" y="325"/>
                  </a:lnTo>
                  <a:lnTo>
                    <a:pt x="0" y="321"/>
                  </a:lnTo>
                  <a:lnTo>
                    <a:pt x="0" y="321"/>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nl-NL"/>
            </a:p>
          </p:txBody>
        </p:sp>
        <p:sp>
          <p:nvSpPr>
            <p:cNvPr id="15" name="Freeform 7">
              <a:extLst>
                <a:ext uri="{FF2B5EF4-FFF2-40B4-BE49-F238E27FC236}">
                  <a16:creationId xmlns:a16="http://schemas.microsoft.com/office/drawing/2014/main" id="{FD6CC141-220C-4F40-BE1F-E52274F5C77F}"/>
                </a:ext>
              </a:extLst>
            </p:cNvPr>
            <p:cNvSpPr>
              <a:spLocks/>
            </p:cNvSpPr>
            <p:nvPr userDrawn="1"/>
          </p:nvSpPr>
          <p:spPr bwMode="auto">
            <a:xfrm>
              <a:off x="5002213" y="2684463"/>
              <a:ext cx="838200" cy="1141413"/>
            </a:xfrm>
            <a:custGeom>
              <a:avLst/>
              <a:gdLst>
                <a:gd name="T0" fmla="*/ 504 w 528"/>
                <a:gd name="T1" fmla="*/ 0 h 719"/>
                <a:gd name="T2" fmla="*/ 0 w 528"/>
                <a:gd name="T3" fmla="*/ 0 h 719"/>
                <a:gd name="T4" fmla="*/ 0 w 528"/>
                <a:gd name="T5" fmla="*/ 333 h 719"/>
                <a:gd name="T6" fmla="*/ 126 w 528"/>
                <a:gd name="T7" fmla="*/ 719 h 719"/>
                <a:gd name="T8" fmla="*/ 528 w 528"/>
                <a:gd name="T9" fmla="*/ 719 h 719"/>
                <a:gd name="T10" fmla="*/ 528 w 528"/>
                <a:gd name="T11" fmla="*/ 593 h 719"/>
                <a:gd name="T12" fmla="*/ 126 w 528"/>
                <a:gd name="T13" fmla="*/ 593 h 719"/>
                <a:gd name="T14" fmla="*/ 126 w 528"/>
                <a:gd name="T15" fmla="*/ 394 h 719"/>
                <a:gd name="T16" fmla="*/ 410 w 528"/>
                <a:gd name="T17" fmla="*/ 394 h 719"/>
                <a:gd name="T18" fmla="*/ 410 w 528"/>
                <a:gd name="T19" fmla="*/ 272 h 719"/>
                <a:gd name="T20" fmla="*/ 126 w 528"/>
                <a:gd name="T21" fmla="*/ 272 h 719"/>
                <a:gd name="T22" fmla="*/ 126 w 528"/>
                <a:gd name="T23" fmla="*/ 117 h 719"/>
                <a:gd name="T24" fmla="*/ 504 w 528"/>
                <a:gd name="T25" fmla="*/ 117 h 719"/>
                <a:gd name="T26" fmla="*/ 504 w 528"/>
                <a:gd name="T27" fmla="*/ 0 h 719"/>
                <a:gd name="T28" fmla="*/ 504 w 528"/>
                <a:gd name="T29" fmla="*/ 0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28" h="719">
                  <a:moveTo>
                    <a:pt x="504" y="0"/>
                  </a:moveTo>
                  <a:lnTo>
                    <a:pt x="0" y="0"/>
                  </a:lnTo>
                  <a:lnTo>
                    <a:pt x="0" y="333"/>
                  </a:lnTo>
                  <a:lnTo>
                    <a:pt x="126" y="719"/>
                  </a:lnTo>
                  <a:lnTo>
                    <a:pt x="528" y="719"/>
                  </a:lnTo>
                  <a:lnTo>
                    <a:pt x="528" y="593"/>
                  </a:lnTo>
                  <a:lnTo>
                    <a:pt x="126" y="593"/>
                  </a:lnTo>
                  <a:lnTo>
                    <a:pt x="126" y="394"/>
                  </a:lnTo>
                  <a:lnTo>
                    <a:pt x="410" y="394"/>
                  </a:lnTo>
                  <a:lnTo>
                    <a:pt x="410" y="272"/>
                  </a:lnTo>
                  <a:lnTo>
                    <a:pt x="126" y="272"/>
                  </a:lnTo>
                  <a:lnTo>
                    <a:pt x="126" y="117"/>
                  </a:lnTo>
                  <a:lnTo>
                    <a:pt x="504" y="117"/>
                  </a:lnTo>
                  <a:lnTo>
                    <a:pt x="504" y="0"/>
                  </a:lnTo>
                  <a:lnTo>
                    <a:pt x="50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nl-NL"/>
            </a:p>
          </p:txBody>
        </p:sp>
        <p:sp>
          <p:nvSpPr>
            <p:cNvPr id="16" name="Freeform 8">
              <a:extLst>
                <a:ext uri="{FF2B5EF4-FFF2-40B4-BE49-F238E27FC236}">
                  <a16:creationId xmlns:a16="http://schemas.microsoft.com/office/drawing/2014/main" id="{7053CB1B-931C-46EF-BC8C-C7ABEE87B86A}"/>
                </a:ext>
              </a:extLst>
            </p:cNvPr>
            <p:cNvSpPr>
              <a:spLocks/>
            </p:cNvSpPr>
            <p:nvPr userDrawn="1"/>
          </p:nvSpPr>
          <p:spPr bwMode="auto">
            <a:xfrm>
              <a:off x="8216901" y="2684463"/>
              <a:ext cx="896938" cy="1135063"/>
            </a:xfrm>
            <a:custGeom>
              <a:avLst/>
              <a:gdLst>
                <a:gd name="T0" fmla="*/ 0 w 565"/>
                <a:gd name="T1" fmla="*/ 715 h 715"/>
                <a:gd name="T2" fmla="*/ 0 w 565"/>
                <a:gd name="T3" fmla="*/ 0 h 715"/>
                <a:gd name="T4" fmla="*/ 130 w 565"/>
                <a:gd name="T5" fmla="*/ 0 h 715"/>
                <a:gd name="T6" fmla="*/ 435 w 565"/>
                <a:gd name="T7" fmla="*/ 475 h 715"/>
                <a:gd name="T8" fmla="*/ 435 w 565"/>
                <a:gd name="T9" fmla="*/ 0 h 715"/>
                <a:gd name="T10" fmla="*/ 565 w 565"/>
                <a:gd name="T11" fmla="*/ 0 h 715"/>
                <a:gd name="T12" fmla="*/ 565 w 565"/>
                <a:gd name="T13" fmla="*/ 715 h 715"/>
                <a:gd name="T14" fmla="*/ 435 w 565"/>
                <a:gd name="T15" fmla="*/ 715 h 715"/>
                <a:gd name="T16" fmla="*/ 130 w 565"/>
                <a:gd name="T17" fmla="*/ 231 h 715"/>
                <a:gd name="T18" fmla="*/ 130 w 565"/>
                <a:gd name="T19" fmla="*/ 715 h 715"/>
                <a:gd name="T20" fmla="*/ 0 w 565"/>
                <a:gd name="T21" fmla="*/ 715 h 715"/>
                <a:gd name="T22" fmla="*/ 0 w 565"/>
                <a:gd name="T23" fmla="*/ 715 h 7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65" h="715">
                  <a:moveTo>
                    <a:pt x="0" y="715"/>
                  </a:moveTo>
                  <a:lnTo>
                    <a:pt x="0" y="0"/>
                  </a:lnTo>
                  <a:lnTo>
                    <a:pt x="130" y="0"/>
                  </a:lnTo>
                  <a:lnTo>
                    <a:pt x="435" y="475"/>
                  </a:lnTo>
                  <a:lnTo>
                    <a:pt x="435" y="0"/>
                  </a:lnTo>
                  <a:lnTo>
                    <a:pt x="565" y="0"/>
                  </a:lnTo>
                  <a:lnTo>
                    <a:pt x="565" y="715"/>
                  </a:lnTo>
                  <a:lnTo>
                    <a:pt x="435" y="715"/>
                  </a:lnTo>
                  <a:lnTo>
                    <a:pt x="130" y="231"/>
                  </a:lnTo>
                  <a:lnTo>
                    <a:pt x="130" y="715"/>
                  </a:lnTo>
                  <a:lnTo>
                    <a:pt x="0" y="715"/>
                  </a:lnTo>
                  <a:lnTo>
                    <a:pt x="0" y="7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nl-NL"/>
            </a:p>
          </p:txBody>
        </p:sp>
        <p:sp>
          <p:nvSpPr>
            <p:cNvPr id="17" name="Freeform 9">
              <a:extLst>
                <a:ext uri="{FF2B5EF4-FFF2-40B4-BE49-F238E27FC236}">
                  <a16:creationId xmlns:a16="http://schemas.microsoft.com/office/drawing/2014/main" id="{AADD7239-E20E-4B00-BD99-3CAC4A3277EB}"/>
                </a:ext>
              </a:extLst>
            </p:cNvPr>
            <p:cNvSpPr>
              <a:spLocks/>
            </p:cNvSpPr>
            <p:nvPr userDrawn="1"/>
          </p:nvSpPr>
          <p:spPr bwMode="auto">
            <a:xfrm>
              <a:off x="5854701" y="2651126"/>
              <a:ext cx="1006475" cy="1200150"/>
            </a:xfrm>
            <a:custGeom>
              <a:avLst/>
              <a:gdLst>
                <a:gd name="T0" fmla="*/ 386 w 634"/>
                <a:gd name="T1" fmla="*/ 4 h 756"/>
                <a:gd name="T2" fmla="*/ 479 w 634"/>
                <a:gd name="T3" fmla="*/ 37 h 756"/>
                <a:gd name="T4" fmla="*/ 557 w 634"/>
                <a:gd name="T5" fmla="*/ 90 h 756"/>
                <a:gd name="T6" fmla="*/ 614 w 634"/>
                <a:gd name="T7" fmla="*/ 159 h 756"/>
                <a:gd name="T8" fmla="*/ 516 w 634"/>
                <a:gd name="T9" fmla="*/ 260 h 756"/>
                <a:gd name="T10" fmla="*/ 504 w 634"/>
                <a:gd name="T11" fmla="*/ 236 h 756"/>
                <a:gd name="T12" fmla="*/ 475 w 634"/>
                <a:gd name="T13" fmla="*/ 191 h 756"/>
                <a:gd name="T14" fmla="*/ 422 w 634"/>
                <a:gd name="T15" fmla="*/ 147 h 756"/>
                <a:gd name="T16" fmla="*/ 341 w 634"/>
                <a:gd name="T17" fmla="*/ 126 h 756"/>
                <a:gd name="T18" fmla="*/ 256 w 634"/>
                <a:gd name="T19" fmla="*/ 142 h 756"/>
                <a:gd name="T20" fmla="*/ 191 w 634"/>
                <a:gd name="T21" fmla="*/ 195 h 756"/>
                <a:gd name="T22" fmla="*/ 150 w 634"/>
                <a:gd name="T23" fmla="*/ 277 h 756"/>
                <a:gd name="T24" fmla="*/ 138 w 634"/>
                <a:gd name="T25" fmla="*/ 386 h 756"/>
                <a:gd name="T26" fmla="*/ 154 w 634"/>
                <a:gd name="T27" fmla="*/ 496 h 756"/>
                <a:gd name="T28" fmla="*/ 199 w 634"/>
                <a:gd name="T29" fmla="*/ 569 h 756"/>
                <a:gd name="T30" fmla="*/ 264 w 634"/>
                <a:gd name="T31" fmla="*/ 614 h 756"/>
                <a:gd name="T32" fmla="*/ 341 w 634"/>
                <a:gd name="T33" fmla="*/ 630 h 756"/>
                <a:gd name="T34" fmla="*/ 414 w 634"/>
                <a:gd name="T35" fmla="*/ 614 h 756"/>
                <a:gd name="T36" fmla="*/ 467 w 634"/>
                <a:gd name="T37" fmla="*/ 582 h 756"/>
                <a:gd name="T38" fmla="*/ 504 w 634"/>
                <a:gd name="T39" fmla="*/ 529 h 756"/>
                <a:gd name="T40" fmla="*/ 516 w 634"/>
                <a:gd name="T41" fmla="*/ 468 h 756"/>
                <a:gd name="T42" fmla="*/ 341 w 634"/>
                <a:gd name="T43" fmla="*/ 346 h 756"/>
                <a:gd name="T44" fmla="*/ 634 w 634"/>
                <a:gd name="T45" fmla="*/ 740 h 756"/>
                <a:gd name="T46" fmla="*/ 520 w 634"/>
                <a:gd name="T47" fmla="*/ 675 h 756"/>
                <a:gd name="T48" fmla="*/ 516 w 634"/>
                <a:gd name="T49" fmla="*/ 687 h 756"/>
                <a:gd name="T50" fmla="*/ 483 w 634"/>
                <a:gd name="T51" fmla="*/ 716 h 756"/>
                <a:gd name="T52" fmla="*/ 427 w 634"/>
                <a:gd name="T53" fmla="*/ 744 h 756"/>
                <a:gd name="T54" fmla="*/ 337 w 634"/>
                <a:gd name="T55" fmla="*/ 756 h 756"/>
                <a:gd name="T56" fmla="*/ 219 w 634"/>
                <a:gd name="T57" fmla="*/ 736 h 756"/>
                <a:gd name="T58" fmla="*/ 113 w 634"/>
                <a:gd name="T59" fmla="*/ 675 h 756"/>
                <a:gd name="T60" fmla="*/ 32 w 634"/>
                <a:gd name="T61" fmla="*/ 561 h 756"/>
                <a:gd name="T62" fmla="*/ 0 w 634"/>
                <a:gd name="T63" fmla="*/ 386 h 756"/>
                <a:gd name="T64" fmla="*/ 28 w 634"/>
                <a:gd name="T65" fmla="*/ 212 h 756"/>
                <a:gd name="T66" fmla="*/ 109 w 634"/>
                <a:gd name="T67" fmla="*/ 90 h 756"/>
                <a:gd name="T68" fmla="*/ 219 w 634"/>
                <a:gd name="T69" fmla="*/ 25 h 756"/>
                <a:gd name="T70" fmla="*/ 337 w 634"/>
                <a:gd name="T71" fmla="*/ 0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34" h="756">
                  <a:moveTo>
                    <a:pt x="337" y="0"/>
                  </a:moveTo>
                  <a:lnTo>
                    <a:pt x="386" y="4"/>
                  </a:lnTo>
                  <a:lnTo>
                    <a:pt x="435" y="16"/>
                  </a:lnTo>
                  <a:lnTo>
                    <a:pt x="479" y="37"/>
                  </a:lnTo>
                  <a:lnTo>
                    <a:pt x="520" y="57"/>
                  </a:lnTo>
                  <a:lnTo>
                    <a:pt x="557" y="90"/>
                  </a:lnTo>
                  <a:lnTo>
                    <a:pt x="589" y="122"/>
                  </a:lnTo>
                  <a:lnTo>
                    <a:pt x="614" y="159"/>
                  </a:lnTo>
                  <a:lnTo>
                    <a:pt x="630" y="199"/>
                  </a:lnTo>
                  <a:lnTo>
                    <a:pt x="516" y="260"/>
                  </a:lnTo>
                  <a:lnTo>
                    <a:pt x="512" y="252"/>
                  </a:lnTo>
                  <a:lnTo>
                    <a:pt x="504" y="236"/>
                  </a:lnTo>
                  <a:lnTo>
                    <a:pt x="496" y="216"/>
                  </a:lnTo>
                  <a:lnTo>
                    <a:pt x="475" y="191"/>
                  </a:lnTo>
                  <a:lnTo>
                    <a:pt x="451" y="167"/>
                  </a:lnTo>
                  <a:lnTo>
                    <a:pt x="422" y="147"/>
                  </a:lnTo>
                  <a:lnTo>
                    <a:pt x="386" y="130"/>
                  </a:lnTo>
                  <a:lnTo>
                    <a:pt x="341" y="126"/>
                  </a:lnTo>
                  <a:lnTo>
                    <a:pt x="296" y="126"/>
                  </a:lnTo>
                  <a:lnTo>
                    <a:pt x="256" y="142"/>
                  </a:lnTo>
                  <a:lnTo>
                    <a:pt x="219" y="167"/>
                  </a:lnTo>
                  <a:lnTo>
                    <a:pt x="191" y="195"/>
                  </a:lnTo>
                  <a:lnTo>
                    <a:pt x="166" y="232"/>
                  </a:lnTo>
                  <a:lnTo>
                    <a:pt x="150" y="277"/>
                  </a:lnTo>
                  <a:lnTo>
                    <a:pt x="142" y="329"/>
                  </a:lnTo>
                  <a:lnTo>
                    <a:pt x="138" y="386"/>
                  </a:lnTo>
                  <a:lnTo>
                    <a:pt x="142" y="443"/>
                  </a:lnTo>
                  <a:lnTo>
                    <a:pt x="154" y="496"/>
                  </a:lnTo>
                  <a:lnTo>
                    <a:pt x="174" y="537"/>
                  </a:lnTo>
                  <a:lnTo>
                    <a:pt x="199" y="569"/>
                  </a:lnTo>
                  <a:lnTo>
                    <a:pt x="231" y="598"/>
                  </a:lnTo>
                  <a:lnTo>
                    <a:pt x="264" y="614"/>
                  </a:lnTo>
                  <a:lnTo>
                    <a:pt x="300" y="626"/>
                  </a:lnTo>
                  <a:lnTo>
                    <a:pt x="341" y="630"/>
                  </a:lnTo>
                  <a:lnTo>
                    <a:pt x="378" y="626"/>
                  </a:lnTo>
                  <a:lnTo>
                    <a:pt x="414" y="614"/>
                  </a:lnTo>
                  <a:lnTo>
                    <a:pt x="443" y="602"/>
                  </a:lnTo>
                  <a:lnTo>
                    <a:pt x="467" y="582"/>
                  </a:lnTo>
                  <a:lnTo>
                    <a:pt x="488" y="557"/>
                  </a:lnTo>
                  <a:lnTo>
                    <a:pt x="504" y="529"/>
                  </a:lnTo>
                  <a:lnTo>
                    <a:pt x="512" y="500"/>
                  </a:lnTo>
                  <a:lnTo>
                    <a:pt x="516" y="468"/>
                  </a:lnTo>
                  <a:lnTo>
                    <a:pt x="341" y="468"/>
                  </a:lnTo>
                  <a:lnTo>
                    <a:pt x="341" y="346"/>
                  </a:lnTo>
                  <a:lnTo>
                    <a:pt x="634" y="346"/>
                  </a:lnTo>
                  <a:lnTo>
                    <a:pt x="634" y="740"/>
                  </a:lnTo>
                  <a:lnTo>
                    <a:pt x="520" y="740"/>
                  </a:lnTo>
                  <a:lnTo>
                    <a:pt x="520" y="675"/>
                  </a:lnTo>
                  <a:lnTo>
                    <a:pt x="520" y="679"/>
                  </a:lnTo>
                  <a:lnTo>
                    <a:pt x="516" y="687"/>
                  </a:lnTo>
                  <a:lnTo>
                    <a:pt x="500" y="699"/>
                  </a:lnTo>
                  <a:lnTo>
                    <a:pt x="483" y="716"/>
                  </a:lnTo>
                  <a:lnTo>
                    <a:pt x="459" y="732"/>
                  </a:lnTo>
                  <a:lnTo>
                    <a:pt x="427" y="744"/>
                  </a:lnTo>
                  <a:lnTo>
                    <a:pt x="386" y="752"/>
                  </a:lnTo>
                  <a:lnTo>
                    <a:pt x="337" y="756"/>
                  </a:lnTo>
                  <a:lnTo>
                    <a:pt x="280" y="752"/>
                  </a:lnTo>
                  <a:lnTo>
                    <a:pt x="219" y="736"/>
                  </a:lnTo>
                  <a:lnTo>
                    <a:pt x="166" y="712"/>
                  </a:lnTo>
                  <a:lnTo>
                    <a:pt x="113" y="675"/>
                  </a:lnTo>
                  <a:lnTo>
                    <a:pt x="69" y="622"/>
                  </a:lnTo>
                  <a:lnTo>
                    <a:pt x="32" y="561"/>
                  </a:lnTo>
                  <a:lnTo>
                    <a:pt x="8" y="480"/>
                  </a:lnTo>
                  <a:lnTo>
                    <a:pt x="0" y="386"/>
                  </a:lnTo>
                  <a:lnTo>
                    <a:pt x="8" y="293"/>
                  </a:lnTo>
                  <a:lnTo>
                    <a:pt x="28" y="212"/>
                  </a:lnTo>
                  <a:lnTo>
                    <a:pt x="65" y="147"/>
                  </a:lnTo>
                  <a:lnTo>
                    <a:pt x="109" y="90"/>
                  </a:lnTo>
                  <a:lnTo>
                    <a:pt x="162" y="53"/>
                  </a:lnTo>
                  <a:lnTo>
                    <a:pt x="219" y="25"/>
                  </a:lnTo>
                  <a:lnTo>
                    <a:pt x="276" y="8"/>
                  </a:lnTo>
                  <a:lnTo>
                    <a:pt x="337" y="0"/>
                  </a:lnTo>
                  <a:lnTo>
                    <a:pt x="33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nl-NL"/>
            </a:p>
          </p:txBody>
        </p:sp>
        <p:sp>
          <p:nvSpPr>
            <p:cNvPr id="18" name="Freeform 10">
              <a:extLst>
                <a:ext uri="{FF2B5EF4-FFF2-40B4-BE49-F238E27FC236}">
                  <a16:creationId xmlns:a16="http://schemas.microsoft.com/office/drawing/2014/main" id="{93317C15-03B3-4EEE-BA26-DEA037A24E88}"/>
                </a:ext>
              </a:extLst>
            </p:cNvPr>
            <p:cNvSpPr>
              <a:spLocks/>
            </p:cNvSpPr>
            <p:nvPr userDrawn="1"/>
          </p:nvSpPr>
          <p:spPr bwMode="auto">
            <a:xfrm>
              <a:off x="6996113" y="2644776"/>
              <a:ext cx="1077913" cy="1200150"/>
            </a:xfrm>
            <a:custGeom>
              <a:avLst/>
              <a:gdLst>
                <a:gd name="T0" fmla="*/ 220 w 679"/>
                <a:gd name="T1" fmla="*/ 590 h 756"/>
                <a:gd name="T2" fmla="*/ 248 w 679"/>
                <a:gd name="T3" fmla="*/ 610 h 756"/>
                <a:gd name="T4" fmla="*/ 281 w 679"/>
                <a:gd name="T5" fmla="*/ 622 h 756"/>
                <a:gd name="T6" fmla="*/ 313 w 679"/>
                <a:gd name="T7" fmla="*/ 630 h 756"/>
                <a:gd name="T8" fmla="*/ 383 w 679"/>
                <a:gd name="T9" fmla="*/ 626 h 756"/>
                <a:gd name="T10" fmla="*/ 464 w 679"/>
                <a:gd name="T11" fmla="*/ 586 h 756"/>
                <a:gd name="T12" fmla="*/ 517 w 679"/>
                <a:gd name="T13" fmla="*/ 516 h 756"/>
                <a:gd name="T14" fmla="*/ 541 w 679"/>
                <a:gd name="T15" fmla="*/ 431 h 756"/>
                <a:gd name="T16" fmla="*/ 541 w 679"/>
                <a:gd name="T17" fmla="*/ 333 h 756"/>
                <a:gd name="T18" fmla="*/ 517 w 679"/>
                <a:gd name="T19" fmla="*/ 244 h 756"/>
                <a:gd name="T20" fmla="*/ 460 w 679"/>
                <a:gd name="T21" fmla="*/ 171 h 756"/>
                <a:gd name="T22" fmla="*/ 383 w 679"/>
                <a:gd name="T23" fmla="*/ 130 h 756"/>
                <a:gd name="T24" fmla="*/ 285 w 679"/>
                <a:gd name="T25" fmla="*/ 130 h 756"/>
                <a:gd name="T26" fmla="*/ 208 w 679"/>
                <a:gd name="T27" fmla="*/ 171 h 756"/>
                <a:gd name="T28" fmla="*/ 159 w 679"/>
                <a:gd name="T29" fmla="*/ 248 h 756"/>
                <a:gd name="T30" fmla="*/ 139 w 679"/>
                <a:gd name="T31" fmla="*/ 338 h 756"/>
                <a:gd name="T32" fmla="*/ 139 w 679"/>
                <a:gd name="T33" fmla="*/ 415 h 756"/>
                <a:gd name="T34" fmla="*/ 147 w 679"/>
                <a:gd name="T35" fmla="*/ 468 h 756"/>
                <a:gd name="T36" fmla="*/ 163 w 679"/>
                <a:gd name="T37" fmla="*/ 516 h 756"/>
                <a:gd name="T38" fmla="*/ 187 w 679"/>
                <a:gd name="T39" fmla="*/ 561 h 756"/>
                <a:gd name="T40" fmla="*/ 151 w 679"/>
                <a:gd name="T41" fmla="*/ 703 h 756"/>
                <a:gd name="T42" fmla="*/ 90 w 679"/>
                <a:gd name="T43" fmla="*/ 651 h 756"/>
                <a:gd name="T44" fmla="*/ 41 w 679"/>
                <a:gd name="T45" fmla="*/ 577 h 756"/>
                <a:gd name="T46" fmla="*/ 8 w 679"/>
                <a:gd name="T47" fmla="*/ 488 h 756"/>
                <a:gd name="T48" fmla="*/ 0 w 679"/>
                <a:gd name="T49" fmla="*/ 382 h 756"/>
                <a:gd name="T50" fmla="*/ 25 w 679"/>
                <a:gd name="T51" fmla="*/ 216 h 756"/>
                <a:gd name="T52" fmla="*/ 98 w 679"/>
                <a:gd name="T53" fmla="*/ 94 h 756"/>
                <a:gd name="T54" fmla="*/ 208 w 679"/>
                <a:gd name="T55" fmla="*/ 25 h 756"/>
                <a:gd name="T56" fmla="*/ 338 w 679"/>
                <a:gd name="T57" fmla="*/ 0 h 756"/>
                <a:gd name="T58" fmla="*/ 456 w 679"/>
                <a:gd name="T59" fmla="*/ 20 h 756"/>
                <a:gd name="T60" fmla="*/ 565 w 679"/>
                <a:gd name="T61" fmla="*/ 90 h 756"/>
                <a:gd name="T62" fmla="*/ 647 w 679"/>
                <a:gd name="T63" fmla="*/ 207 h 756"/>
                <a:gd name="T64" fmla="*/ 679 w 679"/>
                <a:gd name="T65" fmla="*/ 382 h 756"/>
                <a:gd name="T66" fmla="*/ 659 w 679"/>
                <a:gd name="T67" fmla="*/ 537 h 756"/>
                <a:gd name="T68" fmla="*/ 586 w 679"/>
                <a:gd name="T69" fmla="*/ 651 h 756"/>
                <a:gd name="T70" fmla="*/ 480 w 679"/>
                <a:gd name="T71" fmla="*/ 728 h 756"/>
                <a:gd name="T72" fmla="*/ 338 w 679"/>
                <a:gd name="T73" fmla="*/ 756 h 756"/>
                <a:gd name="T74" fmla="*/ 289 w 679"/>
                <a:gd name="T75" fmla="*/ 752 h 756"/>
                <a:gd name="T76" fmla="*/ 240 w 679"/>
                <a:gd name="T77" fmla="*/ 744 h 756"/>
                <a:gd name="T78" fmla="*/ 191 w 679"/>
                <a:gd name="T79" fmla="*/ 724 h 756"/>
                <a:gd name="T80" fmla="*/ 151 w 679"/>
                <a:gd name="T81" fmla="*/ 703 h 756"/>
                <a:gd name="T82" fmla="*/ 204 w 679"/>
                <a:gd name="T83" fmla="*/ 577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79" h="756">
                  <a:moveTo>
                    <a:pt x="204" y="577"/>
                  </a:moveTo>
                  <a:lnTo>
                    <a:pt x="220" y="590"/>
                  </a:lnTo>
                  <a:lnTo>
                    <a:pt x="232" y="598"/>
                  </a:lnTo>
                  <a:lnTo>
                    <a:pt x="248" y="610"/>
                  </a:lnTo>
                  <a:lnTo>
                    <a:pt x="265" y="618"/>
                  </a:lnTo>
                  <a:lnTo>
                    <a:pt x="281" y="622"/>
                  </a:lnTo>
                  <a:lnTo>
                    <a:pt x="297" y="626"/>
                  </a:lnTo>
                  <a:lnTo>
                    <a:pt x="313" y="630"/>
                  </a:lnTo>
                  <a:lnTo>
                    <a:pt x="334" y="630"/>
                  </a:lnTo>
                  <a:lnTo>
                    <a:pt x="383" y="626"/>
                  </a:lnTo>
                  <a:lnTo>
                    <a:pt x="427" y="610"/>
                  </a:lnTo>
                  <a:lnTo>
                    <a:pt x="464" y="586"/>
                  </a:lnTo>
                  <a:lnTo>
                    <a:pt x="492" y="553"/>
                  </a:lnTo>
                  <a:lnTo>
                    <a:pt x="517" y="516"/>
                  </a:lnTo>
                  <a:lnTo>
                    <a:pt x="533" y="476"/>
                  </a:lnTo>
                  <a:lnTo>
                    <a:pt x="541" y="431"/>
                  </a:lnTo>
                  <a:lnTo>
                    <a:pt x="545" y="382"/>
                  </a:lnTo>
                  <a:lnTo>
                    <a:pt x="541" y="333"/>
                  </a:lnTo>
                  <a:lnTo>
                    <a:pt x="533" y="285"/>
                  </a:lnTo>
                  <a:lnTo>
                    <a:pt x="517" y="244"/>
                  </a:lnTo>
                  <a:lnTo>
                    <a:pt x="492" y="203"/>
                  </a:lnTo>
                  <a:lnTo>
                    <a:pt x="460" y="171"/>
                  </a:lnTo>
                  <a:lnTo>
                    <a:pt x="427" y="146"/>
                  </a:lnTo>
                  <a:lnTo>
                    <a:pt x="383" y="130"/>
                  </a:lnTo>
                  <a:lnTo>
                    <a:pt x="334" y="122"/>
                  </a:lnTo>
                  <a:lnTo>
                    <a:pt x="285" y="130"/>
                  </a:lnTo>
                  <a:lnTo>
                    <a:pt x="244" y="146"/>
                  </a:lnTo>
                  <a:lnTo>
                    <a:pt x="208" y="171"/>
                  </a:lnTo>
                  <a:lnTo>
                    <a:pt x="179" y="207"/>
                  </a:lnTo>
                  <a:lnTo>
                    <a:pt x="159" y="248"/>
                  </a:lnTo>
                  <a:lnTo>
                    <a:pt x="147" y="293"/>
                  </a:lnTo>
                  <a:lnTo>
                    <a:pt x="139" y="338"/>
                  </a:lnTo>
                  <a:lnTo>
                    <a:pt x="134" y="386"/>
                  </a:lnTo>
                  <a:lnTo>
                    <a:pt x="139" y="415"/>
                  </a:lnTo>
                  <a:lnTo>
                    <a:pt x="139" y="443"/>
                  </a:lnTo>
                  <a:lnTo>
                    <a:pt x="147" y="468"/>
                  </a:lnTo>
                  <a:lnTo>
                    <a:pt x="155" y="492"/>
                  </a:lnTo>
                  <a:lnTo>
                    <a:pt x="163" y="516"/>
                  </a:lnTo>
                  <a:lnTo>
                    <a:pt x="175" y="537"/>
                  </a:lnTo>
                  <a:lnTo>
                    <a:pt x="187" y="561"/>
                  </a:lnTo>
                  <a:lnTo>
                    <a:pt x="204" y="577"/>
                  </a:lnTo>
                  <a:lnTo>
                    <a:pt x="151" y="703"/>
                  </a:lnTo>
                  <a:lnTo>
                    <a:pt x="118" y="679"/>
                  </a:lnTo>
                  <a:lnTo>
                    <a:pt x="90" y="651"/>
                  </a:lnTo>
                  <a:lnTo>
                    <a:pt x="61" y="614"/>
                  </a:lnTo>
                  <a:lnTo>
                    <a:pt x="41" y="577"/>
                  </a:lnTo>
                  <a:lnTo>
                    <a:pt x="21" y="537"/>
                  </a:lnTo>
                  <a:lnTo>
                    <a:pt x="8" y="488"/>
                  </a:lnTo>
                  <a:lnTo>
                    <a:pt x="0" y="439"/>
                  </a:lnTo>
                  <a:lnTo>
                    <a:pt x="0" y="382"/>
                  </a:lnTo>
                  <a:lnTo>
                    <a:pt x="4" y="293"/>
                  </a:lnTo>
                  <a:lnTo>
                    <a:pt x="25" y="216"/>
                  </a:lnTo>
                  <a:lnTo>
                    <a:pt x="57" y="151"/>
                  </a:lnTo>
                  <a:lnTo>
                    <a:pt x="98" y="94"/>
                  </a:lnTo>
                  <a:lnTo>
                    <a:pt x="151" y="53"/>
                  </a:lnTo>
                  <a:lnTo>
                    <a:pt x="208" y="25"/>
                  </a:lnTo>
                  <a:lnTo>
                    <a:pt x="273" y="4"/>
                  </a:lnTo>
                  <a:lnTo>
                    <a:pt x="338" y="0"/>
                  </a:lnTo>
                  <a:lnTo>
                    <a:pt x="395" y="4"/>
                  </a:lnTo>
                  <a:lnTo>
                    <a:pt x="456" y="20"/>
                  </a:lnTo>
                  <a:lnTo>
                    <a:pt x="517" y="49"/>
                  </a:lnTo>
                  <a:lnTo>
                    <a:pt x="565" y="90"/>
                  </a:lnTo>
                  <a:lnTo>
                    <a:pt x="614" y="142"/>
                  </a:lnTo>
                  <a:lnTo>
                    <a:pt x="647" y="207"/>
                  </a:lnTo>
                  <a:lnTo>
                    <a:pt x="671" y="289"/>
                  </a:lnTo>
                  <a:lnTo>
                    <a:pt x="679" y="382"/>
                  </a:lnTo>
                  <a:lnTo>
                    <a:pt x="675" y="464"/>
                  </a:lnTo>
                  <a:lnTo>
                    <a:pt x="659" y="537"/>
                  </a:lnTo>
                  <a:lnTo>
                    <a:pt x="626" y="598"/>
                  </a:lnTo>
                  <a:lnTo>
                    <a:pt x="586" y="651"/>
                  </a:lnTo>
                  <a:lnTo>
                    <a:pt x="537" y="695"/>
                  </a:lnTo>
                  <a:lnTo>
                    <a:pt x="480" y="728"/>
                  </a:lnTo>
                  <a:lnTo>
                    <a:pt x="411" y="748"/>
                  </a:lnTo>
                  <a:lnTo>
                    <a:pt x="338" y="756"/>
                  </a:lnTo>
                  <a:lnTo>
                    <a:pt x="313" y="756"/>
                  </a:lnTo>
                  <a:lnTo>
                    <a:pt x="289" y="752"/>
                  </a:lnTo>
                  <a:lnTo>
                    <a:pt x="265" y="748"/>
                  </a:lnTo>
                  <a:lnTo>
                    <a:pt x="240" y="744"/>
                  </a:lnTo>
                  <a:lnTo>
                    <a:pt x="216" y="736"/>
                  </a:lnTo>
                  <a:lnTo>
                    <a:pt x="191" y="724"/>
                  </a:lnTo>
                  <a:lnTo>
                    <a:pt x="171" y="716"/>
                  </a:lnTo>
                  <a:lnTo>
                    <a:pt x="151" y="703"/>
                  </a:lnTo>
                  <a:lnTo>
                    <a:pt x="204" y="577"/>
                  </a:lnTo>
                  <a:lnTo>
                    <a:pt x="204" y="5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nl-NL"/>
            </a:p>
          </p:txBody>
        </p:sp>
        <p:sp>
          <p:nvSpPr>
            <p:cNvPr id="19" name="Freeform 11">
              <a:extLst>
                <a:ext uri="{FF2B5EF4-FFF2-40B4-BE49-F238E27FC236}">
                  <a16:creationId xmlns:a16="http://schemas.microsoft.com/office/drawing/2014/main" id="{6E663A55-7BBF-40D7-8EDD-6AE1C3FAC416}"/>
                </a:ext>
              </a:extLst>
            </p:cNvPr>
            <p:cNvSpPr>
              <a:spLocks/>
            </p:cNvSpPr>
            <p:nvPr userDrawn="1"/>
          </p:nvSpPr>
          <p:spPr bwMode="auto">
            <a:xfrm>
              <a:off x="5286376" y="4110038"/>
              <a:ext cx="3130550" cy="115888"/>
            </a:xfrm>
            <a:custGeom>
              <a:avLst/>
              <a:gdLst>
                <a:gd name="T0" fmla="*/ 28 w 1972"/>
                <a:gd name="T1" fmla="*/ 73 h 73"/>
                <a:gd name="T2" fmla="*/ 0 w 1972"/>
                <a:gd name="T3" fmla="*/ 0 h 73"/>
                <a:gd name="T4" fmla="*/ 1972 w 1972"/>
                <a:gd name="T5" fmla="*/ 0 h 73"/>
                <a:gd name="T6" fmla="*/ 1972 w 1972"/>
                <a:gd name="T7" fmla="*/ 73 h 73"/>
                <a:gd name="T8" fmla="*/ 28 w 1972"/>
                <a:gd name="T9" fmla="*/ 73 h 73"/>
                <a:gd name="T10" fmla="*/ 28 w 1972"/>
                <a:gd name="T11" fmla="*/ 73 h 73"/>
              </a:gdLst>
              <a:ahLst/>
              <a:cxnLst>
                <a:cxn ang="0">
                  <a:pos x="T0" y="T1"/>
                </a:cxn>
                <a:cxn ang="0">
                  <a:pos x="T2" y="T3"/>
                </a:cxn>
                <a:cxn ang="0">
                  <a:pos x="T4" y="T5"/>
                </a:cxn>
                <a:cxn ang="0">
                  <a:pos x="T6" y="T7"/>
                </a:cxn>
                <a:cxn ang="0">
                  <a:pos x="T8" y="T9"/>
                </a:cxn>
                <a:cxn ang="0">
                  <a:pos x="T10" y="T11"/>
                </a:cxn>
              </a:cxnLst>
              <a:rect l="0" t="0" r="r" b="b"/>
              <a:pathLst>
                <a:path w="1972" h="73">
                  <a:moveTo>
                    <a:pt x="28" y="73"/>
                  </a:moveTo>
                  <a:lnTo>
                    <a:pt x="0" y="0"/>
                  </a:lnTo>
                  <a:lnTo>
                    <a:pt x="1972" y="0"/>
                  </a:lnTo>
                  <a:lnTo>
                    <a:pt x="1972" y="73"/>
                  </a:lnTo>
                  <a:lnTo>
                    <a:pt x="28" y="73"/>
                  </a:lnTo>
                  <a:lnTo>
                    <a:pt x="28" y="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nl-NL"/>
            </a:p>
          </p:txBody>
        </p:sp>
      </p:grpSp>
      <p:sp>
        <p:nvSpPr>
          <p:cNvPr id="20" name="Rectangle 3">
            <a:extLst>
              <a:ext uri="{FF2B5EF4-FFF2-40B4-BE49-F238E27FC236}">
                <a16:creationId xmlns:a16="http://schemas.microsoft.com/office/drawing/2014/main" id="{630D0D78-AE00-47B4-8380-D7F2219D1A24}"/>
              </a:ext>
            </a:extLst>
          </p:cNvPr>
          <p:cNvSpPr/>
          <p:nvPr userDrawn="1"/>
        </p:nvSpPr>
        <p:spPr>
          <a:xfrm>
            <a:off x="11212945" y="3995738"/>
            <a:ext cx="979055" cy="2862262"/>
          </a:xfrm>
          <a:custGeom>
            <a:avLst/>
            <a:gdLst>
              <a:gd name="connsiteX0" fmla="*/ 0 w 979055"/>
              <a:gd name="connsiteY0" fmla="*/ 0 h 3403600"/>
              <a:gd name="connsiteX1" fmla="*/ 979055 w 979055"/>
              <a:gd name="connsiteY1" fmla="*/ 0 h 3403600"/>
              <a:gd name="connsiteX2" fmla="*/ 979055 w 979055"/>
              <a:gd name="connsiteY2" fmla="*/ 3403600 h 3403600"/>
              <a:gd name="connsiteX3" fmla="*/ 0 w 979055"/>
              <a:gd name="connsiteY3" fmla="*/ 3403600 h 3403600"/>
              <a:gd name="connsiteX4" fmla="*/ 0 w 979055"/>
              <a:gd name="connsiteY4" fmla="*/ 0 h 3403600"/>
              <a:gd name="connsiteX0" fmla="*/ 0 w 979055"/>
              <a:gd name="connsiteY0" fmla="*/ 3403600 h 3403600"/>
              <a:gd name="connsiteX1" fmla="*/ 979055 w 979055"/>
              <a:gd name="connsiteY1" fmla="*/ 0 h 3403600"/>
              <a:gd name="connsiteX2" fmla="*/ 979055 w 979055"/>
              <a:gd name="connsiteY2" fmla="*/ 3403600 h 3403600"/>
              <a:gd name="connsiteX3" fmla="*/ 0 w 979055"/>
              <a:gd name="connsiteY3" fmla="*/ 3403600 h 3403600"/>
            </a:gdLst>
            <a:ahLst/>
            <a:cxnLst>
              <a:cxn ang="0">
                <a:pos x="connsiteX0" y="connsiteY0"/>
              </a:cxn>
              <a:cxn ang="0">
                <a:pos x="connsiteX1" y="connsiteY1"/>
              </a:cxn>
              <a:cxn ang="0">
                <a:pos x="connsiteX2" y="connsiteY2"/>
              </a:cxn>
              <a:cxn ang="0">
                <a:pos x="connsiteX3" y="connsiteY3"/>
              </a:cxn>
            </a:cxnLst>
            <a:rect l="l" t="t" r="r" b="b"/>
            <a:pathLst>
              <a:path w="979055" h="3403600">
                <a:moveTo>
                  <a:pt x="0" y="3403600"/>
                </a:moveTo>
                <a:lnTo>
                  <a:pt x="979055" y="0"/>
                </a:lnTo>
                <a:lnTo>
                  <a:pt x="979055" y="3403600"/>
                </a:lnTo>
                <a:lnTo>
                  <a:pt x="0" y="340360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5" name="Picture 4" descr="A picture containing drawing&#10;&#10;Description automatically generated">
            <a:extLst>
              <a:ext uri="{FF2B5EF4-FFF2-40B4-BE49-F238E27FC236}">
                <a16:creationId xmlns:a16="http://schemas.microsoft.com/office/drawing/2014/main" id="{901D97FD-6E5F-394A-92C6-E194BC086EA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924005" y="-22625"/>
            <a:ext cx="6267994" cy="1609350"/>
          </a:xfrm>
          <a:prstGeom prst="rect">
            <a:avLst/>
          </a:prstGeom>
        </p:spPr>
      </p:pic>
    </p:spTree>
    <p:extLst>
      <p:ext uri="{BB962C8B-B14F-4D97-AF65-F5344CB8AC3E}">
        <p14:creationId xmlns:p14="http://schemas.microsoft.com/office/powerpoint/2010/main" val="11869138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25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750" fill="hold"/>
                                        <p:tgtEl>
                                          <p:spTgt spid="12"/>
                                        </p:tgtEl>
                                        <p:attrNameLst>
                                          <p:attrName>ppt_x</p:attrName>
                                        </p:attrNameLst>
                                      </p:cBhvr>
                                      <p:tavLst>
                                        <p:tav tm="0">
                                          <p:val>
                                            <p:strVal val="0-#ppt_w/2"/>
                                          </p:val>
                                        </p:tav>
                                        <p:tav tm="100000">
                                          <p:val>
                                            <p:strVal val="#ppt_x"/>
                                          </p:val>
                                        </p:tav>
                                      </p:tavLst>
                                    </p:anim>
                                    <p:anim calcmode="lin" valueType="num">
                                      <p:cBhvr additive="base">
                                        <p:cTn id="8" dur="750" fill="hold"/>
                                        <p:tgtEl>
                                          <p:spTgt spid="12"/>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10" presetClass="entr" presetSubtype="0" fill="hold" grpId="0" nodeType="afterEffect">
                                  <p:stCondLst>
                                    <p:cond delay="0"/>
                                  </p:stCondLst>
                                  <p:iterate type="lt">
                                    <p:tmPct val="5000"/>
                                  </p:iterate>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childTnLst>
                                </p:cTn>
                              </p:par>
                              <p:par>
                                <p:cTn id="13" presetID="10" presetClass="entr" presetSubtype="0" fill="hold" grpId="0" nodeType="withEffect">
                                  <p:stCondLst>
                                    <p:cond delay="150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750"/>
                                        <p:tgtEl>
                                          <p:spTgt spid="6">
                                            <p:txEl>
                                              <p:pRg st="0" end="0"/>
                                            </p:txEl>
                                          </p:spTgt>
                                        </p:tgtEl>
                                      </p:cBhvr>
                                    </p:animEffect>
                                  </p:childTnLst>
                                </p:cTn>
                              </p:par>
                              <p:par>
                                <p:cTn id="16" presetID="10" presetClass="entr" presetSubtype="0" fill="hold" grpId="0" nodeType="withEffect">
                                  <p:stCondLst>
                                    <p:cond delay="1500"/>
                                  </p:stCondLst>
                                  <p:childTnLst>
                                    <p:set>
                                      <p:cBhvr>
                                        <p:cTn id="17" dur="1" fill="hold">
                                          <p:stCondLst>
                                            <p:cond delay="0"/>
                                          </p:stCondLst>
                                        </p:cTn>
                                        <p:tgtEl>
                                          <p:spTgt spid="6">
                                            <p:txEl>
                                              <p:pRg st="1" end="1"/>
                                            </p:txEl>
                                          </p:spTgt>
                                        </p:tgtEl>
                                        <p:attrNameLst>
                                          <p:attrName>style.visibility</p:attrName>
                                        </p:attrNameLst>
                                      </p:cBhvr>
                                      <p:to>
                                        <p:strVal val="visible"/>
                                      </p:to>
                                    </p:set>
                                    <p:animEffect transition="in" filter="fade">
                                      <p:cBhvr>
                                        <p:cTn id="18" dur="75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uiExpand="1" build="p">
        <p:tmplLst>
          <p:tmpl lvl="1">
            <p:tnLst>
              <p:par>
                <p:cTn presetID="10" presetClass="entr" presetSubtype="0" fill="hold" nodeType="withEffect">
                  <p:stCondLst>
                    <p:cond delay="1500"/>
                  </p:stCondLst>
                  <p:childTnLst>
                    <p:set>
                      <p:cBhvr>
                        <p:cTn dur="1" fill="hold">
                          <p:stCondLst>
                            <p:cond delay="0"/>
                          </p:stCondLst>
                        </p:cTn>
                        <p:tgtEl>
                          <p:spTgt spid="6"/>
                        </p:tgtEl>
                        <p:attrNameLst>
                          <p:attrName>style.visibility</p:attrName>
                        </p:attrNameLst>
                      </p:cBhvr>
                      <p:to>
                        <p:strVal val="visible"/>
                      </p:to>
                    </p:set>
                    <p:animEffect transition="in" filter="fade">
                      <p:cBhvr>
                        <p:cTn dur="750"/>
                        <p:tgtEl>
                          <p:spTgt spid="6"/>
                        </p:tgtEl>
                      </p:cBhvr>
                    </p:animEffect>
                  </p:childTnLst>
                </p:cTn>
              </p:par>
            </p:tnLst>
          </p:tmpl>
          <p:tmpl lvl="2">
            <p:tnLst>
              <p:par>
                <p:cTn presetID="10" presetClass="entr" presetSubtype="0" fill="hold" nodeType="withEffect">
                  <p:stCondLst>
                    <p:cond delay="1500"/>
                  </p:stCondLst>
                  <p:childTnLst>
                    <p:set>
                      <p:cBhvr>
                        <p:cTn dur="1" fill="hold">
                          <p:stCondLst>
                            <p:cond delay="0"/>
                          </p:stCondLst>
                        </p:cTn>
                        <p:tgtEl>
                          <p:spTgt spid="6"/>
                        </p:tgtEl>
                        <p:attrNameLst>
                          <p:attrName>style.visibility</p:attrName>
                        </p:attrNameLst>
                      </p:cBhvr>
                      <p:to>
                        <p:strVal val="visible"/>
                      </p:to>
                    </p:set>
                    <p:animEffect transition="in" filter="fade">
                      <p:cBhvr>
                        <p:cTn dur="750"/>
                        <p:tgtEl>
                          <p:spTgt spid="6"/>
                        </p:tgtEl>
                      </p:cBhvr>
                    </p:animEffect>
                  </p:childTnLst>
                </p:cTn>
              </p:par>
            </p:tnLst>
          </p:tmpl>
        </p:tmplLst>
      </p:bldP>
    </p:bldLst>
  </p:timing>
  <p:extLst>
    <p:ext uri="{DCECCB84-F9BA-43D5-87BE-67443E8EF086}">
      <p15:sldGuideLst xmlns:p15="http://schemas.microsoft.com/office/powerpoint/2012/main">
        <p15:guide id="1" pos="6999">
          <p15:clr>
            <a:srgbClr val="FBAE40"/>
          </p15:clr>
        </p15:guide>
        <p15:guide id="2" pos="3908">
          <p15:clr>
            <a:srgbClr val="FBAE40"/>
          </p15:clr>
        </p15:guide>
        <p15:guide id="3" pos="2593">
          <p15:clr>
            <a:srgbClr val="FBAE40"/>
          </p15:clr>
        </p15:guide>
        <p15:guide id="4" orient="horz" pos="4065">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ullets + image">
    <p:spTree>
      <p:nvGrpSpPr>
        <p:cNvPr id="1" name=""/>
        <p:cNvGrpSpPr/>
        <p:nvPr/>
      </p:nvGrpSpPr>
      <p:grpSpPr>
        <a:xfrm>
          <a:off x="0" y="0"/>
          <a:ext cx="0" cy="0"/>
          <a:chOff x="0" y="0"/>
          <a:chExt cx="0" cy="0"/>
        </a:xfrm>
      </p:grpSpPr>
      <p:sp>
        <p:nvSpPr>
          <p:cNvPr id="11" name="Tijdelijke aanduiding voor afbeelding 10">
            <a:extLst>
              <a:ext uri="{FF2B5EF4-FFF2-40B4-BE49-F238E27FC236}">
                <a16:creationId xmlns:a16="http://schemas.microsoft.com/office/drawing/2014/main" id="{64DBFC7E-333F-4BC0-97AA-1D3ED89F7F20}"/>
              </a:ext>
            </a:extLst>
          </p:cNvPr>
          <p:cNvSpPr>
            <a:spLocks noGrp="1"/>
          </p:cNvSpPr>
          <p:nvPr>
            <p:ph type="pic" sz="quarter" idx="12" hasCustomPrompt="1"/>
          </p:nvPr>
        </p:nvSpPr>
        <p:spPr>
          <a:xfrm>
            <a:off x="6114448" y="-21971"/>
            <a:ext cx="6087079" cy="6885758"/>
          </a:xfrm>
          <a:custGeom>
            <a:avLst/>
            <a:gdLst>
              <a:gd name="connsiteX0" fmla="*/ 2353342 w 6087079"/>
              <a:gd name="connsiteY0" fmla="*/ 0 h 6885758"/>
              <a:gd name="connsiteX1" fmla="*/ 6077554 w 6087079"/>
              <a:gd name="connsiteY1" fmla="*/ 10395 h 6885758"/>
              <a:gd name="connsiteX2" fmla="*/ 6087079 w 6087079"/>
              <a:gd name="connsiteY2" fmla="*/ 4007761 h 6885758"/>
              <a:gd name="connsiteX3" fmla="*/ 5101422 w 6087079"/>
              <a:gd name="connsiteY3" fmla="*/ 6885758 h 6885758"/>
              <a:gd name="connsiteX4" fmla="*/ 0 w 6087079"/>
              <a:gd name="connsiteY4" fmla="*/ 6879986 h 68857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87079" h="6885758">
                <a:moveTo>
                  <a:pt x="2353342" y="0"/>
                </a:moveTo>
                <a:lnTo>
                  <a:pt x="6077554" y="10395"/>
                </a:lnTo>
                <a:lnTo>
                  <a:pt x="6087079" y="4007761"/>
                </a:lnTo>
                <a:lnTo>
                  <a:pt x="5101422" y="6885758"/>
                </a:lnTo>
                <a:lnTo>
                  <a:pt x="0" y="6879986"/>
                </a:lnTo>
                <a:close/>
              </a:path>
            </a:pathLst>
          </a:custGeom>
          <a:pattFill prst="dkUpDiag">
            <a:fgClr>
              <a:schemeClr val="bg1">
                <a:lumMod val="75000"/>
              </a:schemeClr>
            </a:fgClr>
            <a:bgClr>
              <a:schemeClr val="bg1">
                <a:lumMod val="95000"/>
              </a:schemeClr>
            </a:bgClr>
          </a:pattFill>
        </p:spPr>
        <p:txBody>
          <a:bodyPr wrap="square" tIns="180000">
            <a:noAutofit/>
          </a:bodyPr>
          <a:lstStyle>
            <a:lvl1pPr marL="0" indent="0" algn="ctr">
              <a:buNone/>
              <a:defRPr lang="nl-NL" sz="1600"/>
            </a:lvl1pPr>
          </a:lstStyle>
          <a:p>
            <a:pPr marL="228600" lvl="0" indent="-228600" algn="ctr"/>
            <a:r>
              <a:rPr lang="nl-NL"/>
              <a:t>Click icon to insert an image</a:t>
            </a:r>
          </a:p>
        </p:txBody>
      </p:sp>
      <p:sp>
        <p:nvSpPr>
          <p:cNvPr id="2" name="Title 1">
            <a:extLst>
              <a:ext uri="{FF2B5EF4-FFF2-40B4-BE49-F238E27FC236}">
                <a16:creationId xmlns:a16="http://schemas.microsoft.com/office/drawing/2014/main" id="{54052B7E-FDF2-4DAD-95AF-510105EFD91A}"/>
              </a:ext>
            </a:extLst>
          </p:cNvPr>
          <p:cNvSpPr>
            <a:spLocks noGrp="1"/>
          </p:cNvSpPr>
          <p:nvPr>
            <p:ph type="title" hasCustomPrompt="1"/>
          </p:nvPr>
        </p:nvSpPr>
        <p:spPr>
          <a:xfrm>
            <a:off x="579438" y="1"/>
            <a:ext cx="7143071" cy="1180618"/>
          </a:xfrm>
          <a:prstGeom prst="rect">
            <a:avLst/>
          </a:prstGeom>
        </p:spPr>
        <p:txBody>
          <a:bodyPr lIns="0" tIns="0" rIns="0" bIns="72000" anchor="b" anchorCtr="0"/>
          <a:lstStyle>
            <a:lvl1pPr>
              <a:defRPr sz="3600">
                <a:solidFill>
                  <a:schemeClr val="accent1"/>
                </a:solidFill>
              </a:defRPr>
            </a:lvl1pPr>
          </a:lstStyle>
          <a:p>
            <a:r>
              <a:rPr lang="en-US"/>
              <a:t>Click to edit </a:t>
            </a:r>
            <a:br>
              <a:rPr lang="en-US"/>
            </a:br>
            <a:r>
              <a:rPr lang="en-US"/>
              <a:t>Master title style</a:t>
            </a:r>
            <a:endParaRPr lang="nl-NL"/>
          </a:p>
        </p:txBody>
      </p:sp>
      <p:sp>
        <p:nvSpPr>
          <p:cNvPr id="4" name="Text Placeholder 3">
            <a:extLst>
              <a:ext uri="{FF2B5EF4-FFF2-40B4-BE49-F238E27FC236}">
                <a16:creationId xmlns:a16="http://schemas.microsoft.com/office/drawing/2014/main" id="{0EC16BB5-BF5C-4F7D-9AB4-6C27C4B3BEDC}"/>
              </a:ext>
            </a:extLst>
          </p:cNvPr>
          <p:cNvSpPr>
            <a:spLocks noGrp="1"/>
          </p:cNvSpPr>
          <p:nvPr>
            <p:ph type="body" sz="quarter" idx="10" hasCustomPrompt="1"/>
          </p:nvPr>
        </p:nvSpPr>
        <p:spPr>
          <a:xfrm>
            <a:off x="588818" y="6318000"/>
            <a:ext cx="5511603" cy="304800"/>
          </a:xfrm>
          <a:prstGeom prst="rect">
            <a:avLst/>
          </a:prstGeom>
        </p:spPr>
        <p:txBody>
          <a:bodyPr lIns="0"/>
          <a:lstStyle>
            <a:lvl1pPr marL="0" indent="0">
              <a:buNone/>
              <a:defRPr sz="800" b="1" i="0"/>
            </a:lvl1pPr>
            <a:lvl2pPr marL="457200" indent="0">
              <a:buNone/>
              <a:defRPr sz="800" b="1" i="0"/>
            </a:lvl2pPr>
            <a:lvl3pPr marL="914400" indent="0">
              <a:buNone/>
              <a:defRPr sz="800" i="1"/>
            </a:lvl3pPr>
            <a:lvl4pPr marL="1371600" indent="0">
              <a:buNone/>
              <a:defRPr sz="800" i="1"/>
            </a:lvl4pPr>
            <a:lvl5pPr marL="1828800" indent="0">
              <a:buNone/>
              <a:defRPr sz="800" i="1"/>
            </a:lvl5pPr>
          </a:lstStyle>
          <a:p>
            <a:pPr lvl="0"/>
            <a:r>
              <a:rPr lang="en-US"/>
              <a:t>Global Technology Services</a:t>
            </a:r>
            <a:endParaRPr lang="nl-NL"/>
          </a:p>
        </p:txBody>
      </p:sp>
      <p:sp>
        <p:nvSpPr>
          <p:cNvPr id="6" name="Text Placeholder 5">
            <a:extLst>
              <a:ext uri="{FF2B5EF4-FFF2-40B4-BE49-F238E27FC236}">
                <a16:creationId xmlns:a16="http://schemas.microsoft.com/office/drawing/2014/main" id="{D080D343-9626-4395-BD76-3B90D4250DD5}"/>
              </a:ext>
            </a:extLst>
          </p:cNvPr>
          <p:cNvSpPr>
            <a:spLocks noGrp="1"/>
          </p:cNvSpPr>
          <p:nvPr>
            <p:ph type="body" sz="quarter" idx="11" hasCustomPrompt="1"/>
          </p:nvPr>
        </p:nvSpPr>
        <p:spPr>
          <a:xfrm>
            <a:off x="579438" y="1203769"/>
            <a:ext cx="6955681" cy="462986"/>
          </a:xfrm>
          <a:prstGeom prst="rect">
            <a:avLst/>
          </a:prstGeom>
        </p:spPr>
        <p:txBody>
          <a:bodyPr lIns="0"/>
          <a:lstStyle>
            <a:lvl1pPr marL="0" indent="0">
              <a:buNone/>
              <a:defRPr sz="2000" b="1">
                <a:solidFill>
                  <a:schemeClr val="tx2"/>
                </a:solidFill>
              </a:defRPr>
            </a:lvl1pPr>
          </a:lstStyle>
          <a:p>
            <a:pPr lvl="0"/>
            <a:r>
              <a:rPr lang="en-US"/>
              <a:t>Click to edit sub title style</a:t>
            </a:r>
            <a:endParaRPr lang="nl-NL"/>
          </a:p>
        </p:txBody>
      </p:sp>
      <p:sp>
        <p:nvSpPr>
          <p:cNvPr id="7" name="Tijdelijke aanduiding voor tekst 11">
            <a:extLst>
              <a:ext uri="{FF2B5EF4-FFF2-40B4-BE49-F238E27FC236}">
                <a16:creationId xmlns:a16="http://schemas.microsoft.com/office/drawing/2014/main" id="{0CB1BB79-5D26-4BD8-A329-06E3FEBDD2E0}"/>
              </a:ext>
            </a:extLst>
          </p:cNvPr>
          <p:cNvSpPr>
            <a:spLocks noGrp="1"/>
          </p:cNvSpPr>
          <p:nvPr>
            <p:ph type="body" sz="quarter" idx="13" hasCustomPrompt="1"/>
          </p:nvPr>
        </p:nvSpPr>
        <p:spPr>
          <a:xfrm>
            <a:off x="579439" y="1944546"/>
            <a:ext cx="6735762" cy="4120588"/>
          </a:xfrm>
          <a:prstGeom prst="rect">
            <a:avLst/>
          </a:prstGeom>
        </p:spPr>
        <p:txBody>
          <a:bodyPr lIns="0" tIns="0" rIns="0" bIns="0"/>
          <a:lstStyle>
            <a:lvl1pPr marL="266700" indent="-266700">
              <a:buClr>
                <a:schemeClr val="accent1"/>
              </a:buClr>
              <a:defRPr sz="2000">
                <a:solidFill>
                  <a:schemeClr val="tx1"/>
                </a:solidFill>
              </a:defRPr>
            </a:lvl1pPr>
            <a:lvl2pPr marL="625475" indent="-266700">
              <a:buClr>
                <a:schemeClr val="accent1"/>
              </a:buClr>
              <a:buFont typeface="Calibri" panose="020F0502020204030204" pitchFamily="34" charset="0"/>
              <a:buChar char="-"/>
              <a:defRPr sz="1800">
                <a:solidFill>
                  <a:schemeClr val="tx1">
                    <a:lumMod val="50000"/>
                    <a:lumOff val="50000"/>
                  </a:schemeClr>
                </a:solidFill>
              </a:defRPr>
            </a:lvl2pPr>
            <a:lvl3pPr marL="890588" indent="-265113">
              <a:buClr>
                <a:schemeClr val="accent1"/>
              </a:buClr>
              <a:buFont typeface="Wingdings" panose="05000000000000000000" pitchFamily="2" charset="2"/>
              <a:buChar char="§"/>
              <a:defRPr sz="1600">
                <a:solidFill>
                  <a:schemeClr val="tx1"/>
                </a:solidFill>
              </a:defRPr>
            </a:lvl3pPr>
          </a:lstStyle>
          <a:p>
            <a:pPr lvl="0"/>
            <a:r>
              <a:rPr lang="en-US" noProof="0"/>
              <a:t>Edit text</a:t>
            </a:r>
          </a:p>
          <a:p>
            <a:pPr lvl="1"/>
            <a:r>
              <a:rPr lang="en-US" noProof="0"/>
              <a:t>Second level</a:t>
            </a:r>
          </a:p>
          <a:p>
            <a:pPr lvl="2"/>
            <a:r>
              <a:rPr lang="en-US" noProof="0"/>
              <a:t>Third level</a:t>
            </a:r>
          </a:p>
        </p:txBody>
      </p:sp>
    </p:spTree>
    <p:extLst>
      <p:ext uri="{BB962C8B-B14F-4D97-AF65-F5344CB8AC3E}">
        <p14:creationId xmlns:p14="http://schemas.microsoft.com/office/powerpoint/2010/main" val="32773352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6999">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Bullets with su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52B7E-FDF2-4DAD-95AF-510105EFD91A}"/>
              </a:ext>
            </a:extLst>
          </p:cNvPr>
          <p:cNvSpPr>
            <a:spLocks noGrp="1"/>
          </p:cNvSpPr>
          <p:nvPr>
            <p:ph type="title" hasCustomPrompt="1"/>
          </p:nvPr>
        </p:nvSpPr>
        <p:spPr>
          <a:xfrm>
            <a:off x="579438" y="1"/>
            <a:ext cx="10515600" cy="1180618"/>
          </a:xfrm>
          <a:prstGeom prst="rect">
            <a:avLst/>
          </a:prstGeom>
        </p:spPr>
        <p:txBody>
          <a:bodyPr lIns="0" tIns="0" rIns="0" bIns="72000" anchor="b" anchorCtr="0"/>
          <a:lstStyle>
            <a:lvl1pPr>
              <a:defRPr sz="3600">
                <a:solidFill>
                  <a:schemeClr val="accent1"/>
                </a:solidFill>
              </a:defRPr>
            </a:lvl1pPr>
          </a:lstStyle>
          <a:p>
            <a:r>
              <a:rPr lang="en-US"/>
              <a:t>Click to edit </a:t>
            </a:r>
            <a:br>
              <a:rPr lang="en-US"/>
            </a:br>
            <a:r>
              <a:rPr lang="en-US"/>
              <a:t>Master title style</a:t>
            </a:r>
            <a:endParaRPr lang="nl-NL"/>
          </a:p>
        </p:txBody>
      </p:sp>
      <p:sp>
        <p:nvSpPr>
          <p:cNvPr id="4" name="Text Placeholder 3">
            <a:extLst>
              <a:ext uri="{FF2B5EF4-FFF2-40B4-BE49-F238E27FC236}">
                <a16:creationId xmlns:a16="http://schemas.microsoft.com/office/drawing/2014/main" id="{0EC16BB5-BF5C-4F7D-9AB4-6C27C4B3BEDC}"/>
              </a:ext>
            </a:extLst>
          </p:cNvPr>
          <p:cNvSpPr>
            <a:spLocks noGrp="1"/>
          </p:cNvSpPr>
          <p:nvPr>
            <p:ph type="body" sz="quarter" idx="10" hasCustomPrompt="1"/>
          </p:nvPr>
        </p:nvSpPr>
        <p:spPr>
          <a:xfrm>
            <a:off x="588818" y="6318000"/>
            <a:ext cx="8518525" cy="304800"/>
          </a:xfrm>
          <a:prstGeom prst="rect">
            <a:avLst/>
          </a:prstGeom>
        </p:spPr>
        <p:txBody>
          <a:bodyPr lIns="0"/>
          <a:lstStyle>
            <a:lvl1pPr marL="0" indent="0">
              <a:buNone/>
              <a:defRPr sz="800" b="1" i="0"/>
            </a:lvl1pPr>
            <a:lvl2pPr marL="457200" indent="0">
              <a:buNone/>
              <a:defRPr sz="800" i="1"/>
            </a:lvl2pPr>
            <a:lvl3pPr marL="914400" indent="0">
              <a:buNone/>
              <a:defRPr sz="800" i="1"/>
            </a:lvl3pPr>
            <a:lvl4pPr marL="1371600" indent="0">
              <a:buNone/>
              <a:defRPr sz="800" i="1"/>
            </a:lvl4pPr>
            <a:lvl5pPr marL="1828800" indent="0">
              <a:buNone/>
              <a:defRPr sz="800" i="1"/>
            </a:lvl5pPr>
          </a:lstStyle>
          <a:p>
            <a:pPr lvl="0"/>
            <a:r>
              <a:rPr lang="en-US"/>
              <a:t>Global Technology Services</a:t>
            </a:r>
            <a:endParaRPr lang="nl-NL"/>
          </a:p>
        </p:txBody>
      </p:sp>
      <p:sp>
        <p:nvSpPr>
          <p:cNvPr id="6" name="Text Placeholder 5">
            <a:extLst>
              <a:ext uri="{FF2B5EF4-FFF2-40B4-BE49-F238E27FC236}">
                <a16:creationId xmlns:a16="http://schemas.microsoft.com/office/drawing/2014/main" id="{D080D343-9626-4395-BD76-3B90D4250DD5}"/>
              </a:ext>
            </a:extLst>
          </p:cNvPr>
          <p:cNvSpPr>
            <a:spLocks noGrp="1"/>
          </p:cNvSpPr>
          <p:nvPr>
            <p:ph type="body" sz="quarter" idx="11" hasCustomPrompt="1"/>
          </p:nvPr>
        </p:nvSpPr>
        <p:spPr>
          <a:xfrm>
            <a:off x="579438" y="1203769"/>
            <a:ext cx="10515600" cy="462986"/>
          </a:xfrm>
          <a:prstGeom prst="rect">
            <a:avLst/>
          </a:prstGeom>
        </p:spPr>
        <p:txBody>
          <a:bodyPr lIns="0"/>
          <a:lstStyle>
            <a:lvl1pPr marL="0" indent="0">
              <a:buNone/>
              <a:defRPr sz="2000" b="1">
                <a:solidFill>
                  <a:schemeClr val="tx2"/>
                </a:solidFill>
              </a:defRPr>
            </a:lvl1pPr>
          </a:lstStyle>
          <a:p>
            <a:pPr lvl="0"/>
            <a:r>
              <a:rPr lang="en-US"/>
              <a:t>Click to edit sub title style</a:t>
            </a:r>
            <a:endParaRPr lang="nl-NL"/>
          </a:p>
        </p:txBody>
      </p:sp>
      <p:sp>
        <p:nvSpPr>
          <p:cNvPr id="7" name="Tijdelijke aanduiding voor tekst 11">
            <a:extLst>
              <a:ext uri="{FF2B5EF4-FFF2-40B4-BE49-F238E27FC236}">
                <a16:creationId xmlns:a16="http://schemas.microsoft.com/office/drawing/2014/main" id="{0CB1BB79-5D26-4BD8-A329-06E3FEBDD2E0}"/>
              </a:ext>
            </a:extLst>
          </p:cNvPr>
          <p:cNvSpPr>
            <a:spLocks noGrp="1"/>
          </p:cNvSpPr>
          <p:nvPr>
            <p:ph type="body" sz="quarter" idx="13" hasCustomPrompt="1"/>
          </p:nvPr>
        </p:nvSpPr>
        <p:spPr>
          <a:xfrm>
            <a:off x="579438" y="1944546"/>
            <a:ext cx="10531475" cy="4120588"/>
          </a:xfrm>
          <a:prstGeom prst="rect">
            <a:avLst/>
          </a:prstGeom>
        </p:spPr>
        <p:txBody>
          <a:bodyPr lIns="0" tIns="0" rIns="0" bIns="0"/>
          <a:lstStyle>
            <a:lvl1pPr marL="266700" indent="-266700">
              <a:buClr>
                <a:schemeClr val="accent1"/>
              </a:buClr>
              <a:defRPr sz="2000">
                <a:solidFill>
                  <a:schemeClr val="tx1"/>
                </a:solidFill>
              </a:defRPr>
            </a:lvl1pPr>
            <a:lvl2pPr marL="625475" indent="-266700">
              <a:buClr>
                <a:schemeClr val="accent1"/>
              </a:buClr>
              <a:buFont typeface="Calibri" panose="020F0502020204030204" pitchFamily="34" charset="0"/>
              <a:buChar char="-"/>
              <a:defRPr sz="1800">
                <a:solidFill>
                  <a:schemeClr val="tx1">
                    <a:lumMod val="50000"/>
                    <a:lumOff val="50000"/>
                  </a:schemeClr>
                </a:solidFill>
              </a:defRPr>
            </a:lvl2pPr>
            <a:lvl3pPr marL="890588" indent="-265113">
              <a:buClr>
                <a:schemeClr val="accent1"/>
              </a:buClr>
              <a:buFont typeface="Wingdings" panose="05000000000000000000" pitchFamily="2" charset="2"/>
              <a:buChar char="§"/>
              <a:defRPr sz="1600">
                <a:solidFill>
                  <a:schemeClr val="tx1"/>
                </a:solidFill>
              </a:defRPr>
            </a:lvl3pPr>
          </a:lstStyle>
          <a:p>
            <a:pPr lvl="0"/>
            <a:r>
              <a:rPr lang="en-US" noProof="0"/>
              <a:t>Edit text</a:t>
            </a:r>
          </a:p>
          <a:p>
            <a:pPr lvl="1"/>
            <a:r>
              <a:rPr lang="en-US" noProof="0"/>
              <a:t>Second level</a:t>
            </a:r>
          </a:p>
          <a:p>
            <a:pPr lvl="2"/>
            <a:r>
              <a:rPr lang="en-US" noProof="0"/>
              <a:t>Third level</a:t>
            </a:r>
          </a:p>
        </p:txBody>
      </p:sp>
    </p:spTree>
    <p:extLst>
      <p:ext uri="{BB962C8B-B14F-4D97-AF65-F5344CB8AC3E}">
        <p14:creationId xmlns:p14="http://schemas.microsoft.com/office/powerpoint/2010/main" val="21819177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6999">
          <p15:clr>
            <a:srgbClr val="FBAE40"/>
          </p15:clr>
        </p15:guide>
        <p15:guide id="2" orient="horz" pos="323">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8C967-5379-93A9-5D56-BDEAD02845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E390C93-5995-B326-2772-A1C4FA7717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8D71B3-B311-2D75-4E27-8B58B89136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E4A58A-0112-4D6C-87D1-A85F5B8BC08E}" type="datetimeFigureOut">
              <a:rPr lang="en-US" smtClean="0"/>
              <a:t>4/7/2025</a:t>
            </a:fld>
            <a:endParaRPr lang="en-US"/>
          </a:p>
        </p:txBody>
      </p:sp>
      <p:sp>
        <p:nvSpPr>
          <p:cNvPr id="5" name="Footer Placeholder 4">
            <a:extLst>
              <a:ext uri="{FF2B5EF4-FFF2-40B4-BE49-F238E27FC236}">
                <a16:creationId xmlns:a16="http://schemas.microsoft.com/office/drawing/2014/main" id="{CE7B74DB-A542-4492-9AE8-9B090118CF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A05C8D2-E710-103E-AF03-AF0520BC2E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61E60B-A198-4BE3-A774-983333F430AD}" type="slidenum">
              <a:rPr lang="en-US" smtClean="0"/>
              <a:t>‹#›</a:t>
            </a:fld>
            <a:endParaRPr lang="en-US"/>
          </a:p>
        </p:txBody>
      </p:sp>
    </p:spTree>
    <p:extLst>
      <p:ext uri="{BB962C8B-B14F-4D97-AF65-F5344CB8AC3E}">
        <p14:creationId xmlns:p14="http://schemas.microsoft.com/office/powerpoint/2010/main" val="32838333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7.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C2A467-D87E-44F9-BE1E-98FC7DEEBD49}"/>
              </a:ext>
            </a:extLst>
          </p:cNvPr>
          <p:cNvSpPr>
            <a:spLocks noGrp="1"/>
          </p:cNvSpPr>
          <p:nvPr>
            <p:ph type="title"/>
          </p:nvPr>
        </p:nvSpPr>
        <p:spPr/>
        <p:txBody>
          <a:bodyPr>
            <a:normAutofit/>
          </a:bodyPr>
          <a:lstStyle/>
          <a:p>
            <a:br>
              <a:rPr lang="en-US"/>
            </a:br>
            <a:br>
              <a:rPr lang="en-US"/>
            </a:br>
            <a:r>
              <a:rPr lang="en-US"/>
              <a:t>Velero Component Standard</a:t>
            </a:r>
          </a:p>
        </p:txBody>
      </p:sp>
      <p:sp>
        <p:nvSpPr>
          <p:cNvPr id="4" name="Tijdelijke aanduiding voor tekst 3">
            <a:extLst>
              <a:ext uri="{FF2B5EF4-FFF2-40B4-BE49-F238E27FC236}">
                <a16:creationId xmlns:a16="http://schemas.microsoft.com/office/drawing/2014/main" id="{A52A3397-F003-4730-9EEC-67612D482B12}"/>
              </a:ext>
            </a:extLst>
          </p:cNvPr>
          <p:cNvSpPr>
            <a:spLocks noGrp="1"/>
          </p:cNvSpPr>
          <p:nvPr>
            <p:ph type="body" sz="quarter" idx="11"/>
          </p:nvPr>
        </p:nvSpPr>
        <p:spPr>
          <a:xfrm>
            <a:off x="579438" y="4016418"/>
            <a:ext cx="4215846" cy="798650"/>
          </a:xfrm>
        </p:spPr>
        <p:txBody>
          <a:bodyPr/>
          <a:lstStyle/>
          <a:p>
            <a:r>
              <a:rPr lang="en-US"/>
              <a:t>Mohamed Kerbachi</a:t>
            </a:r>
          </a:p>
        </p:txBody>
      </p:sp>
      <p:pic>
        <p:nvPicPr>
          <p:cNvPr id="3" name="Picture Placeholder 2">
            <a:extLst>
              <a:ext uri="{FF2B5EF4-FFF2-40B4-BE49-F238E27FC236}">
                <a16:creationId xmlns:a16="http://schemas.microsoft.com/office/drawing/2014/main" id="{C6500F7A-9C4D-B24B-9939-40391B62934B}"/>
              </a:ext>
            </a:extLst>
          </p:cNvPr>
          <p:cNvPicPr>
            <a:picLocks noGrp="1" noChangeAspect="1"/>
          </p:cNvPicPr>
          <p:nvPr>
            <p:ph type="pic" sz="quarter" idx="12"/>
          </p:nvPr>
        </p:nvPicPr>
        <p:blipFill>
          <a:blip r:embed="rId3">
            <a:extLst>
              <a:ext uri="{28A0092B-C50C-407E-A947-70E740481C1C}">
                <a14:useLocalDpi xmlns:a14="http://schemas.microsoft.com/office/drawing/2010/main" val="0"/>
              </a:ext>
            </a:extLst>
          </a:blip>
          <a:srcRect t="972" b="972"/>
          <a:stretch/>
        </p:blipFill>
        <p:spPr>
          <a:xfrm>
            <a:off x="4133604" y="1588625"/>
            <a:ext cx="8058396" cy="5275163"/>
          </a:xfrm>
        </p:spPr>
      </p:pic>
    </p:spTree>
    <p:extLst>
      <p:ext uri="{BB962C8B-B14F-4D97-AF65-F5344CB8AC3E}">
        <p14:creationId xmlns:p14="http://schemas.microsoft.com/office/powerpoint/2010/main" val="20520450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 picture containing table, sitting, computer, desk&#10;&#10;Description automatically generated">
            <a:extLst>
              <a:ext uri="{FF2B5EF4-FFF2-40B4-BE49-F238E27FC236}">
                <a16:creationId xmlns:a16="http://schemas.microsoft.com/office/drawing/2014/main" id="{8D69F1C6-4292-41BB-AB9E-1BCE464B2ADC}"/>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l="20580" r="20580"/>
          <a:stretch>
            <a:fillRect/>
          </a:stretch>
        </p:blipFill>
        <p:spPr>
          <a:xfrm>
            <a:off x="7499838" y="-1"/>
            <a:ext cx="4701689" cy="6863787"/>
          </a:xfrm>
        </p:spPr>
      </p:pic>
      <p:sp>
        <p:nvSpPr>
          <p:cNvPr id="3" name="Title 2">
            <a:extLst>
              <a:ext uri="{FF2B5EF4-FFF2-40B4-BE49-F238E27FC236}">
                <a16:creationId xmlns:a16="http://schemas.microsoft.com/office/drawing/2014/main" id="{02D1DD9F-61A5-4A07-90AF-D1FFD4374FE3}"/>
              </a:ext>
            </a:extLst>
          </p:cNvPr>
          <p:cNvSpPr>
            <a:spLocks noGrp="1"/>
          </p:cNvSpPr>
          <p:nvPr>
            <p:ph type="title"/>
          </p:nvPr>
        </p:nvSpPr>
        <p:spPr/>
        <p:txBody>
          <a:bodyPr/>
          <a:lstStyle/>
          <a:p>
            <a:r>
              <a:rPr lang="en-US"/>
              <a:t>Introduction</a:t>
            </a:r>
          </a:p>
        </p:txBody>
      </p:sp>
      <p:sp>
        <p:nvSpPr>
          <p:cNvPr id="6" name="Text Placeholder 5">
            <a:extLst>
              <a:ext uri="{FF2B5EF4-FFF2-40B4-BE49-F238E27FC236}">
                <a16:creationId xmlns:a16="http://schemas.microsoft.com/office/drawing/2014/main" id="{36C2B4C8-FF1B-4ABA-81A9-4DC8E2B9DE72}"/>
              </a:ext>
            </a:extLst>
          </p:cNvPr>
          <p:cNvSpPr>
            <a:spLocks noGrp="1"/>
          </p:cNvSpPr>
          <p:nvPr>
            <p:ph type="body" sz="quarter" idx="13"/>
          </p:nvPr>
        </p:nvSpPr>
        <p:spPr>
          <a:xfrm>
            <a:off x="579437" y="1202590"/>
            <a:ext cx="8019813" cy="4951629"/>
          </a:xfrm>
        </p:spPr>
        <p:txBody>
          <a:bodyPr lIns="0" tIns="0" rIns="0" bIns="0" anchor="t"/>
          <a:lstStyle/>
          <a:p>
            <a:pPr marL="0" marR="0" lvl="0" indent="0">
              <a:spcBef>
                <a:spcPts val="0"/>
              </a:spcBef>
              <a:spcAft>
                <a:spcPts val="0"/>
              </a:spcAft>
              <a:buSzPts val="1000"/>
              <a:buNone/>
              <a:tabLst>
                <a:tab pos="457200" algn="l"/>
              </a:tabLst>
            </a:pPr>
            <a:endParaRPr lang="en-US" sz="1800" b="1">
              <a:solidFill>
                <a:srgbClr val="000000"/>
              </a:solidFill>
              <a:effectLst/>
              <a:latin typeface="+mj-lt"/>
              <a:ea typeface="Times New Roman" panose="02020603050405020304" pitchFamily="18" charset="0"/>
            </a:endParaRPr>
          </a:p>
          <a:p>
            <a:pPr marL="0" marR="0" lvl="0" indent="0">
              <a:spcBef>
                <a:spcPts val="0"/>
              </a:spcBef>
              <a:spcAft>
                <a:spcPts val="0"/>
              </a:spcAft>
              <a:buSzPts val="1000"/>
              <a:buNone/>
              <a:tabLst>
                <a:tab pos="457200" algn="l"/>
              </a:tabLst>
            </a:pPr>
            <a:r>
              <a:rPr lang="en-US" sz="1800" b="1">
                <a:solidFill>
                  <a:schemeClr val="accent1"/>
                </a:solidFill>
                <a:effectLst/>
                <a:latin typeface="+mj-lt"/>
                <a:ea typeface="Times New Roman" panose="02020603050405020304" pitchFamily="18" charset="0"/>
              </a:rPr>
              <a:t>Overview</a:t>
            </a:r>
            <a:endParaRPr lang="en-US" sz="1800">
              <a:solidFill>
                <a:srgbClr val="000000"/>
              </a:solidFill>
              <a:effectLst/>
              <a:latin typeface="+mj-lt"/>
              <a:ea typeface="Times New Roman" panose="02020603050405020304" pitchFamily="18" charset="0"/>
              <a:cs typeface="Arial"/>
            </a:endParaRPr>
          </a:p>
          <a:p>
            <a:pPr marL="0" marR="0" lvl="0" indent="0">
              <a:spcBef>
                <a:spcPts val="0"/>
              </a:spcBef>
              <a:spcAft>
                <a:spcPts val="0"/>
              </a:spcAft>
              <a:buSzPts val="1000"/>
              <a:buNone/>
              <a:tabLst>
                <a:tab pos="457200" algn="l"/>
              </a:tabLst>
            </a:pPr>
            <a:endParaRPr lang="en-US" sz="2800">
              <a:solidFill>
                <a:srgbClr val="000000"/>
              </a:solidFill>
              <a:latin typeface="+mj-lt"/>
              <a:ea typeface="Times New Roman" panose="02020603050405020304" pitchFamily="18" charset="0"/>
            </a:endParaRPr>
          </a:p>
          <a:p>
            <a:pPr marL="0" indent="0">
              <a:spcBef>
                <a:spcPts val="600"/>
              </a:spcBef>
              <a:spcAft>
                <a:spcPts val="600"/>
              </a:spcAft>
              <a:buNone/>
            </a:pPr>
            <a:r>
              <a:rPr lang="en-US" sz="2400" b="0" i="0">
                <a:solidFill>
                  <a:srgbClr val="000000"/>
                </a:solidFill>
                <a:effectLst/>
                <a:latin typeface="Arial" panose="020B0604020202020204" pitchFamily="34" charset="0"/>
              </a:rPr>
              <a:t>This is a component standard for </a:t>
            </a:r>
            <a:r>
              <a:rPr lang="en-US" sz="2400" b="1" i="0">
                <a:solidFill>
                  <a:srgbClr val="000000"/>
                </a:solidFill>
                <a:effectLst/>
                <a:latin typeface="Arial" panose="020B0604020202020204" pitchFamily="34" charset="0"/>
              </a:rPr>
              <a:t>Velero</a:t>
            </a:r>
            <a:r>
              <a:rPr lang="en-US" sz="2400" b="0" i="0">
                <a:solidFill>
                  <a:srgbClr val="000000"/>
                </a:solidFill>
                <a:effectLst/>
                <a:latin typeface="Arial" panose="020B0604020202020204" pitchFamily="34" charset="0"/>
              </a:rPr>
              <a:t> used to backup Kubernetes</a:t>
            </a:r>
            <a:r>
              <a:rPr lang="en-US" sz="2400">
                <a:solidFill>
                  <a:srgbClr val="000000"/>
                </a:solidFill>
                <a:latin typeface="Arial" panose="020B0604020202020204" pitchFamily="34" charset="0"/>
              </a:rPr>
              <a:t>.</a:t>
            </a:r>
          </a:p>
          <a:p>
            <a:pPr marL="0" indent="0">
              <a:spcBef>
                <a:spcPts val="600"/>
              </a:spcBef>
              <a:spcAft>
                <a:spcPts val="600"/>
              </a:spcAft>
              <a:buNone/>
            </a:pPr>
            <a:r>
              <a:rPr lang="en-US" sz="2400" b="1">
                <a:solidFill>
                  <a:srgbClr val="000000"/>
                </a:solidFill>
                <a:latin typeface="Arial" panose="020B0604020202020204" pitchFamily="34" charset="0"/>
              </a:rPr>
              <a:t>Velero</a:t>
            </a:r>
            <a:r>
              <a:rPr lang="en-US" sz="2400">
                <a:solidFill>
                  <a:srgbClr val="000000"/>
                </a:solidFill>
                <a:latin typeface="Arial" panose="020B0604020202020204" pitchFamily="34" charset="0"/>
              </a:rPr>
              <a:t> is a comprehensive open-source backup and recovery tool designed for Kubernetes clusters, enabling organizations to protect their critical data applications.</a:t>
            </a:r>
            <a:endParaRPr lang="en-US" sz="1600" b="1">
              <a:solidFill>
                <a:srgbClr val="000000"/>
              </a:solidFill>
              <a:latin typeface="Aptos"/>
              <a:cs typeface="Calibri" panose="020F0502020204030204" pitchFamily="34" charset="0"/>
            </a:endParaRPr>
          </a:p>
        </p:txBody>
      </p:sp>
      <p:pic>
        <p:nvPicPr>
          <p:cNvPr id="2" name="Picture 1" descr="Graphical user interface&#10;&#10;Description automatically generated">
            <a:extLst>
              <a:ext uri="{FF2B5EF4-FFF2-40B4-BE49-F238E27FC236}">
                <a16:creationId xmlns:a16="http://schemas.microsoft.com/office/drawing/2014/main" id="{AD923D20-6500-6BE6-E512-90A8D1903D2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12585" y="6437790"/>
            <a:ext cx="2338388" cy="420209"/>
          </a:xfrm>
          <a:prstGeom prst="rect">
            <a:avLst/>
          </a:prstGeom>
        </p:spPr>
      </p:pic>
    </p:spTree>
    <p:extLst>
      <p:ext uri="{BB962C8B-B14F-4D97-AF65-F5344CB8AC3E}">
        <p14:creationId xmlns:p14="http://schemas.microsoft.com/office/powerpoint/2010/main" val="37884442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D1DD9F-61A5-4A07-90AF-D1FFD4374FE3}"/>
              </a:ext>
            </a:extLst>
          </p:cNvPr>
          <p:cNvSpPr>
            <a:spLocks noGrp="1"/>
          </p:cNvSpPr>
          <p:nvPr>
            <p:ph type="title"/>
          </p:nvPr>
        </p:nvSpPr>
        <p:spPr/>
        <p:txBody>
          <a:bodyPr/>
          <a:lstStyle/>
          <a:p>
            <a:r>
              <a:rPr lang="en-US"/>
              <a:t>Business Value</a:t>
            </a:r>
          </a:p>
        </p:txBody>
      </p:sp>
      <p:sp>
        <p:nvSpPr>
          <p:cNvPr id="6" name="Text Placeholder 5">
            <a:extLst>
              <a:ext uri="{FF2B5EF4-FFF2-40B4-BE49-F238E27FC236}">
                <a16:creationId xmlns:a16="http://schemas.microsoft.com/office/drawing/2014/main" id="{36C2B4C8-FF1B-4ABA-81A9-4DC8E2B9DE72}"/>
              </a:ext>
            </a:extLst>
          </p:cNvPr>
          <p:cNvSpPr>
            <a:spLocks noGrp="1"/>
          </p:cNvSpPr>
          <p:nvPr>
            <p:ph type="body" sz="quarter" idx="13"/>
          </p:nvPr>
        </p:nvSpPr>
        <p:spPr>
          <a:xfrm>
            <a:off x="579438" y="1202591"/>
            <a:ext cx="7143071" cy="4797808"/>
          </a:xfrm>
        </p:spPr>
        <p:txBody>
          <a:bodyPr lIns="0" tIns="0" rIns="0" bIns="0" anchor="t">
            <a:normAutofit lnSpcReduction="10000"/>
          </a:bodyPr>
          <a:lstStyle/>
          <a:p>
            <a:pPr marL="0" indent="0" fontAlgn="base">
              <a:lnSpc>
                <a:spcPct val="115000"/>
              </a:lnSpc>
              <a:spcBef>
                <a:spcPts val="0"/>
              </a:spcBef>
              <a:buSzPts val="1100"/>
              <a:buNone/>
              <a:defRPr/>
            </a:pPr>
            <a:endParaRPr lang="en-GB" sz="1800">
              <a:latin typeface="Arial" panose="020B060402020202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000" b="1" i="1">
                <a:effectLst/>
                <a:latin typeface="Arial" panose="020B0604020202020204" pitchFamily="34" charset="0"/>
                <a:ea typeface="Arial" panose="020B0604020202020204" pitchFamily="34" charset="0"/>
                <a:cs typeface="Times New Roman" panose="02020603050405020304" pitchFamily="18" charset="0"/>
              </a:rPr>
              <a:t>Disaster Recovery and Business Continuity (Secure &amp; Compliant)</a:t>
            </a:r>
            <a:r>
              <a:rPr lang="en-US" sz="1000" i="1">
                <a:effectLst/>
                <a:latin typeface="Arial" panose="020B0604020202020204" pitchFamily="34" charset="0"/>
                <a:ea typeface="Arial" panose="020B0604020202020204" pitchFamily="34" charset="0"/>
                <a:cs typeface="Times New Roman" panose="02020603050405020304" pitchFamily="18" charset="0"/>
              </a:rPr>
              <a:t>: </a:t>
            </a:r>
            <a:endParaRPr lang="en-US" sz="1000">
              <a:effectLst/>
              <a:latin typeface="Arial" panose="020B0604020202020204" pitchFamily="34" charset="0"/>
              <a:ea typeface="Arial" panose="020B0604020202020204" pitchFamily="34" charset="0"/>
              <a:cs typeface="Times New Roman" panose="02020603050405020304" pitchFamily="18" charset="0"/>
            </a:endParaRPr>
          </a:p>
          <a:p>
            <a:pPr marL="742950" marR="0" lvl="1" indent="-285750">
              <a:lnSpc>
                <a:spcPct val="115000"/>
              </a:lnSpc>
              <a:spcBef>
                <a:spcPts val="0"/>
              </a:spcBef>
              <a:spcAft>
                <a:spcPts val="0"/>
              </a:spcAft>
              <a:buFont typeface="Courier New" panose="02070309020205020404" pitchFamily="49" charset="0"/>
              <a:buChar char="o"/>
            </a:pPr>
            <a:r>
              <a:rPr lang="en-US" sz="1000" i="1">
                <a:effectLst/>
                <a:latin typeface="Arial" panose="020B0604020202020204" pitchFamily="34" charset="0"/>
                <a:ea typeface="Arial" panose="020B0604020202020204" pitchFamily="34" charset="0"/>
                <a:cs typeface="Times New Roman" panose="02020603050405020304" pitchFamily="18" charset="0"/>
              </a:rPr>
              <a:t>Enables performing regular backups and restore operations quickly in case of unexpected outages or disasters. </a:t>
            </a:r>
            <a:endParaRPr lang="en-US" sz="1000">
              <a:effectLst/>
              <a:latin typeface="Arial" panose="020B0604020202020204" pitchFamily="34" charset="0"/>
              <a:ea typeface="Arial" panose="020B0604020202020204" pitchFamily="34" charset="0"/>
              <a:cs typeface="Times New Roman" panose="02020603050405020304" pitchFamily="18" charset="0"/>
            </a:endParaRPr>
          </a:p>
          <a:p>
            <a:pPr marL="742950" marR="0" lvl="1" indent="-285750">
              <a:lnSpc>
                <a:spcPct val="115000"/>
              </a:lnSpc>
              <a:spcBef>
                <a:spcPts val="0"/>
              </a:spcBef>
              <a:spcAft>
                <a:spcPts val="0"/>
              </a:spcAft>
              <a:buFont typeface="Courier New" panose="02070309020205020404" pitchFamily="49" charset="0"/>
              <a:buChar char="o"/>
            </a:pPr>
            <a:r>
              <a:rPr lang="en-US" sz="1000" i="1">
                <a:effectLst/>
                <a:latin typeface="Arial" panose="020B0604020202020204" pitchFamily="34" charset="0"/>
                <a:ea typeface="Arial" panose="020B0604020202020204" pitchFamily="34" charset="0"/>
                <a:cs typeface="Times New Roman" panose="02020603050405020304" pitchFamily="18" charset="0"/>
              </a:rPr>
              <a:t>Ensures minimal downtime and data loss.</a:t>
            </a:r>
            <a:endParaRPr lang="en-US" sz="1000">
              <a:effectLst/>
              <a:latin typeface="Arial" panose="020B0604020202020204" pitchFamily="34" charset="0"/>
              <a:ea typeface="Arial" panose="020B0604020202020204" pitchFamily="34" charset="0"/>
              <a:cs typeface="Times New Roman" panose="02020603050405020304" pitchFamily="18" charset="0"/>
            </a:endParaRPr>
          </a:p>
          <a:p>
            <a:pPr marL="342900" marR="0" lvl="0" indent="-342900">
              <a:lnSpc>
                <a:spcPct val="115000"/>
              </a:lnSpc>
              <a:spcBef>
                <a:spcPts val="0"/>
              </a:spcBef>
              <a:spcAft>
                <a:spcPts val="0"/>
              </a:spcAft>
              <a:buFont typeface="Symbol" panose="05050102010706020507" pitchFamily="18" charset="2"/>
              <a:buChar char=""/>
            </a:pPr>
            <a:r>
              <a:rPr lang="en-US" sz="1000" b="1" i="1">
                <a:effectLst/>
                <a:latin typeface="Arial" panose="020B0604020202020204" pitchFamily="34" charset="0"/>
                <a:ea typeface="Arial" panose="020B0604020202020204" pitchFamily="34" charset="0"/>
                <a:cs typeface="Times New Roman" panose="02020603050405020304" pitchFamily="18" charset="0"/>
              </a:rPr>
              <a:t>Data Protection (Data as an Asset)</a:t>
            </a:r>
            <a:r>
              <a:rPr lang="en-US" sz="1000" i="1">
                <a:effectLst/>
                <a:latin typeface="Arial" panose="020B0604020202020204" pitchFamily="34" charset="0"/>
                <a:ea typeface="Arial" panose="020B0604020202020204" pitchFamily="34" charset="0"/>
                <a:cs typeface="Times New Roman" panose="02020603050405020304" pitchFamily="18" charset="0"/>
              </a:rPr>
              <a:t>:</a:t>
            </a:r>
            <a:endParaRPr lang="en-US" sz="1000">
              <a:effectLst/>
              <a:latin typeface="Arial" panose="020B0604020202020204" pitchFamily="34" charset="0"/>
              <a:ea typeface="Arial" panose="020B0604020202020204" pitchFamily="34" charset="0"/>
              <a:cs typeface="Times New Roman" panose="02020603050405020304" pitchFamily="18" charset="0"/>
            </a:endParaRPr>
          </a:p>
          <a:p>
            <a:pPr marL="742950" marR="0" lvl="1" indent="-285750">
              <a:lnSpc>
                <a:spcPct val="115000"/>
              </a:lnSpc>
              <a:spcBef>
                <a:spcPts val="0"/>
              </a:spcBef>
              <a:spcAft>
                <a:spcPts val="0"/>
              </a:spcAft>
              <a:buFont typeface="Courier New" panose="02070309020205020404" pitchFamily="49" charset="0"/>
              <a:buChar char="o"/>
            </a:pPr>
            <a:r>
              <a:rPr lang="en-US" sz="1000" i="1">
                <a:effectLst/>
                <a:latin typeface="Arial" panose="020B0604020202020204" pitchFamily="34" charset="0"/>
                <a:ea typeface="Arial" panose="020B0604020202020204" pitchFamily="34" charset="0"/>
                <a:cs typeface="Times New Roman" panose="02020603050405020304" pitchFamily="18" charset="0"/>
              </a:rPr>
              <a:t>By providing robust backup solutions, Velero help protect valuable Kubernetes resources from accidental deletions, corruptions, or other issues that could impact operations.</a:t>
            </a:r>
            <a:endParaRPr lang="en-US" sz="1000">
              <a:effectLst/>
              <a:latin typeface="Arial" panose="020B0604020202020204" pitchFamily="34" charset="0"/>
              <a:ea typeface="Arial" panose="020B0604020202020204" pitchFamily="34" charset="0"/>
              <a:cs typeface="Times New Roman" panose="02020603050405020304" pitchFamily="18" charset="0"/>
            </a:endParaRPr>
          </a:p>
          <a:p>
            <a:pPr marL="742950" marR="0" lvl="1" indent="-285750">
              <a:lnSpc>
                <a:spcPct val="115000"/>
              </a:lnSpc>
              <a:spcBef>
                <a:spcPts val="0"/>
              </a:spcBef>
              <a:spcAft>
                <a:spcPts val="0"/>
              </a:spcAft>
              <a:buFont typeface="Courier New" panose="02070309020205020404" pitchFamily="49" charset="0"/>
              <a:buChar char="o"/>
            </a:pPr>
            <a:r>
              <a:rPr lang="en-US" sz="1000" i="1">
                <a:effectLst/>
                <a:latin typeface="Arial" panose="020B0604020202020204" pitchFamily="34" charset="0"/>
                <a:ea typeface="Arial" panose="020B0604020202020204" pitchFamily="34" charset="0"/>
                <a:cs typeface="Times New Roman" panose="02020603050405020304" pitchFamily="18" charset="0"/>
              </a:rPr>
              <a:t>It allows organizations to safeguard their data assets and meet regulatory compliance requirements.</a:t>
            </a:r>
            <a:endParaRPr lang="en-US" sz="1000">
              <a:effectLst/>
              <a:latin typeface="Arial" panose="020B0604020202020204" pitchFamily="34" charset="0"/>
              <a:ea typeface="Arial" panose="020B0604020202020204" pitchFamily="34" charset="0"/>
              <a:cs typeface="Times New Roman" panose="02020603050405020304" pitchFamily="18" charset="0"/>
            </a:endParaRPr>
          </a:p>
          <a:p>
            <a:pPr marL="342900" marR="0" lvl="0" indent="-342900">
              <a:lnSpc>
                <a:spcPct val="115000"/>
              </a:lnSpc>
              <a:spcBef>
                <a:spcPts val="0"/>
              </a:spcBef>
              <a:spcAft>
                <a:spcPts val="0"/>
              </a:spcAft>
              <a:buFont typeface="Symbol" panose="05050102010706020507" pitchFamily="18" charset="2"/>
              <a:buChar char=""/>
            </a:pPr>
            <a:r>
              <a:rPr lang="en-US" sz="1000" b="1" i="1">
                <a:effectLst/>
                <a:latin typeface="Arial" panose="020B0604020202020204" pitchFamily="34" charset="0"/>
                <a:ea typeface="Arial" panose="020B0604020202020204" pitchFamily="34" charset="0"/>
                <a:cs typeface="Times New Roman" panose="02020603050405020304" pitchFamily="18" charset="0"/>
              </a:rPr>
              <a:t>Kubernetes Migration and Modernization (Future Fit)</a:t>
            </a:r>
            <a:r>
              <a:rPr lang="en-US" sz="1000" i="1">
                <a:effectLst/>
                <a:latin typeface="Arial" panose="020B0604020202020204" pitchFamily="34" charset="0"/>
                <a:ea typeface="Arial" panose="020B0604020202020204" pitchFamily="34" charset="0"/>
                <a:cs typeface="Times New Roman" panose="02020603050405020304" pitchFamily="18" charset="0"/>
              </a:rPr>
              <a:t>:</a:t>
            </a:r>
            <a:endParaRPr lang="en-US" sz="1000">
              <a:effectLst/>
              <a:latin typeface="Arial" panose="020B0604020202020204" pitchFamily="34" charset="0"/>
              <a:ea typeface="Arial" panose="020B0604020202020204" pitchFamily="34" charset="0"/>
              <a:cs typeface="Times New Roman" panose="02020603050405020304" pitchFamily="18" charset="0"/>
            </a:endParaRPr>
          </a:p>
          <a:p>
            <a:pPr marL="742950" marR="0" lvl="1" indent="-285750">
              <a:lnSpc>
                <a:spcPct val="115000"/>
              </a:lnSpc>
              <a:spcBef>
                <a:spcPts val="0"/>
              </a:spcBef>
              <a:spcAft>
                <a:spcPts val="0"/>
              </a:spcAft>
              <a:buFont typeface="Courier New" panose="02070309020205020404" pitchFamily="49" charset="0"/>
              <a:buChar char="o"/>
            </a:pPr>
            <a:r>
              <a:rPr lang="en-US" sz="1000" i="1">
                <a:effectLst/>
                <a:latin typeface="Arial" panose="020B0604020202020204" pitchFamily="34" charset="0"/>
                <a:ea typeface="Arial" panose="020B0604020202020204" pitchFamily="34" charset="0"/>
                <a:cs typeface="Times New Roman" panose="02020603050405020304" pitchFamily="18" charset="0"/>
              </a:rPr>
              <a:t>Velero simplifies the prose of migrating existing Kubernetes resources from one cluster to another, including cloud-to-cloud or on-premises migrations.</a:t>
            </a:r>
            <a:endParaRPr lang="en-US" sz="1000">
              <a:effectLst/>
              <a:latin typeface="Arial" panose="020B0604020202020204" pitchFamily="34" charset="0"/>
              <a:ea typeface="Arial" panose="020B0604020202020204" pitchFamily="34" charset="0"/>
              <a:cs typeface="Times New Roman" panose="02020603050405020304" pitchFamily="18" charset="0"/>
            </a:endParaRPr>
          </a:p>
          <a:p>
            <a:pPr marL="342900" marR="0" lvl="0" indent="-342900">
              <a:lnSpc>
                <a:spcPct val="115000"/>
              </a:lnSpc>
              <a:spcBef>
                <a:spcPts val="0"/>
              </a:spcBef>
              <a:spcAft>
                <a:spcPts val="0"/>
              </a:spcAft>
              <a:buFont typeface="Symbol" panose="05050102010706020507" pitchFamily="18" charset="2"/>
              <a:buChar char=""/>
            </a:pPr>
            <a:r>
              <a:rPr lang="en-US" sz="1000" b="1" i="1">
                <a:effectLst/>
                <a:latin typeface="Arial" panose="020B0604020202020204" pitchFamily="34" charset="0"/>
                <a:ea typeface="Arial" panose="020B0604020202020204" pitchFamily="34" charset="0"/>
                <a:cs typeface="Times New Roman" panose="02020603050405020304" pitchFamily="18" charset="0"/>
              </a:rPr>
              <a:t>Testing and Development Environments (Standardized)</a:t>
            </a:r>
            <a:r>
              <a:rPr lang="en-US" sz="1000" i="1">
                <a:effectLst/>
                <a:latin typeface="Arial" panose="020B0604020202020204" pitchFamily="34" charset="0"/>
                <a:ea typeface="Arial" panose="020B0604020202020204" pitchFamily="34" charset="0"/>
                <a:cs typeface="Times New Roman" panose="02020603050405020304" pitchFamily="18" charset="0"/>
              </a:rPr>
              <a:t>: </a:t>
            </a:r>
            <a:endParaRPr lang="en-US" sz="1000">
              <a:effectLst/>
              <a:latin typeface="Arial" panose="020B0604020202020204" pitchFamily="34" charset="0"/>
              <a:ea typeface="Arial" panose="020B0604020202020204" pitchFamily="34" charset="0"/>
              <a:cs typeface="Times New Roman" panose="02020603050405020304" pitchFamily="18" charset="0"/>
            </a:endParaRPr>
          </a:p>
          <a:p>
            <a:pPr marL="742950" marR="0" lvl="1" indent="-285750">
              <a:lnSpc>
                <a:spcPct val="115000"/>
              </a:lnSpc>
              <a:spcBef>
                <a:spcPts val="0"/>
              </a:spcBef>
              <a:spcAft>
                <a:spcPts val="0"/>
              </a:spcAft>
              <a:buFont typeface="Courier New" panose="02070309020205020404" pitchFamily="49" charset="0"/>
              <a:buChar char="o"/>
            </a:pPr>
            <a:r>
              <a:rPr lang="en-US" sz="1000" i="1">
                <a:effectLst/>
                <a:latin typeface="Arial" panose="020B0604020202020204" pitchFamily="34" charset="0"/>
                <a:ea typeface="Arial" panose="020B0604020202020204" pitchFamily="34" charset="0"/>
                <a:cs typeface="Times New Roman" panose="02020603050405020304" pitchFamily="18" charset="0"/>
              </a:rPr>
              <a:t>Velero can be used to create consistent and isolated development environments for testing new features without impacting production data. This ensures that changes are thoroughly tested before being deployed in production, reducing the risk of issues in live systems.</a:t>
            </a:r>
            <a:endParaRPr lang="en-US" sz="1000">
              <a:effectLst/>
              <a:latin typeface="Arial" panose="020B0604020202020204" pitchFamily="34" charset="0"/>
              <a:ea typeface="Arial" panose="020B0604020202020204" pitchFamily="34" charset="0"/>
              <a:cs typeface="Times New Roman" panose="02020603050405020304" pitchFamily="18" charset="0"/>
            </a:endParaRPr>
          </a:p>
          <a:p>
            <a:pPr marL="342900" marR="0" lvl="0" indent="-342900">
              <a:lnSpc>
                <a:spcPct val="115000"/>
              </a:lnSpc>
              <a:spcBef>
                <a:spcPts val="0"/>
              </a:spcBef>
              <a:spcAft>
                <a:spcPts val="0"/>
              </a:spcAft>
              <a:buFont typeface="Symbol" panose="05050102010706020507" pitchFamily="18" charset="2"/>
              <a:buChar char=""/>
            </a:pPr>
            <a:r>
              <a:rPr lang="en-US" sz="1000" b="1" i="1">
                <a:effectLst/>
                <a:latin typeface="Arial" panose="020B0604020202020204" pitchFamily="34" charset="0"/>
                <a:ea typeface="Arial" panose="020B0604020202020204" pitchFamily="34" charset="0"/>
                <a:cs typeface="Times New Roman" panose="02020603050405020304" pitchFamily="18" charset="0"/>
              </a:rPr>
              <a:t>Compliance and Auditability (Secure &amp; Compliant)</a:t>
            </a:r>
            <a:r>
              <a:rPr lang="en-US" sz="1000" i="1">
                <a:effectLst/>
                <a:latin typeface="Arial" panose="020B0604020202020204" pitchFamily="34" charset="0"/>
                <a:ea typeface="Arial" panose="020B0604020202020204" pitchFamily="34" charset="0"/>
                <a:cs typeface="Times New Roman" panose="02020603050405020304" pitchFamily="18" charset="0"/>
              </a:rPr>
              <a:t>:</a:t>
            </a:r>
            <a:endParaRPr lang="en-US" sz="1000">
              <a:effectLst/>
              <a:latin typeface="Arial" panose="020B0604020202020204" pitchFamily="34" charset="0"/>
              <a:ea typeface="Arial" panose="020B0604020202020204" pitchFamily="34" charset="0"/>
              <a:cs typeface="Times New Roman" panose="02020603050405020304" pitchFamily="18" charset="0"/>
            </a:endParaRPr>
          </a:p>
          <a:p>
            <a:pPr marL="742950" marR="0" lvl="1" indent="-285750">
              <a:lnSpc>
                <a:spcPct val="115000"/>
              </a:lnSpc>
              <a:spcBef>
                <a:spcPts val="0"/>
              </a:spcBef>
              <a:spcAft>
                <a:spcPts val="0"/>
              </a:spcAft>
              <a:buFont typeface="Courier New" panose="02070309020205020404" pitchFamily="49" charset="0"/>
              <a:buChar char="o"/>
            </a:pPr>
            <a:r>
              <a:rPr lang="en-US" sz="1000" i="1">
                <a:effectLst/>
                <a:latin typeface="Arial" panose="020B0604020202020204" pitchFamily="34" charset="0"/>
                <a:ea typeface="Arial" panose="020B0604020202020204" pitchFamily="34" charset="0"/>
                <a:cs typeface="Times New Roman" panose="02020603050405020304" pitchFamily="18" charset="0"/>
              </a:rPr>
              <a:t>By maintaining detailed backups and logs, Velero supports compliance with industry regulations (such as GDPR, HIPAA) and internal policies by providing and audit trail for data management activities.</a:t>
            </a:r>
            <a:endParaRPr lang="en-US" sz="1000">
              <a:effectLst/>
              <a:latin typeface="Arial" panose="020B0604020202020204" pitchFamily="34" charset="0"/>
              <a:ea typeface="Arial" panose="020B0604020202020204" pitchFamily="34" charset="0"/>
              <a:cs typeface="Times New Roman" panose="02020603050405020304" pitchFamily="18" charset="0"/>
            </a:endParaRPr>
          </a:p>
          <a:p>
            <a:pPr marL="342900" marR="0" lvl="0" indent="-342900">
              <a:lnSpc>
                <a:spcPct val="115000"/>
              </a:lnSpc>
              <a:spcBef>
                <a:spcPts val="0"/>
              </a:spcBef>
              <a:spcAft>
                <a:spcPts val="0"/>
              </a:spcAft>
              <a:buFont typeface="Symbol" panose="05050102010706020507" pitchFamily="18" charset="2"/>
              <a:buChar char=""/>
            </a:pPr>
            <a:r>
              <a:rPr lang="en-US" sz="1000" b="1" i="1">
                <a:effectLst/>
                <a:latin typeface="Arial" panose="020B0604020202020204" pitchFamily="34" charset="0"/>
                <a:ea typeface="Arial" panose="020B0604020202020204" pitchFamily="34" charset="0"/>
                <a:cs typeface="Times New Roman" panose="02020603050405020304" pitchFamily="18" charset="0"/>
              </a:rPr>
              <a:t>Automation and DevOps practices (Future Fit)</a:t>
            </a:r>
            <a:r>
              <a:rPr lang="en-US" sz="1000" i="1">
                <a:effectLst/>
                <a:latin typeface="Arial" panose="020B0604020202020204" pitchFamily="34" charset="0"/>
                <a:ea typeface="Arial" panose="020B0604020202020204" pitchFamily="34" charset="0"/>
                <a:cs typeface="Times New Roman" panose="02020603050405020304" pitchFamily="18" charset="0"/>
              </a:rPr>
              <a:t>:</a:t>
            </a:r>
            <a:endParaRPr lang="en-US" sz="1000">
              <a:effectLst/>
              <a:latin typeface="Arial" panose="020B0604020202020204" pitchFamily="34" charset="0"/>
              <a:ea typeface="Arial" panose="020B0604020202020204" pitchFamily="34" charset="0"/>
              <a:cs typeface="Times New Roman" panose="02020603050405020304" pitchFamily="18" charset="0"/>
            </a:endParaRPr>
          </a:p>
          <a:p>
            <a:pPr marL="742950" marR="0" lvl="1" indent="-285750">
              <a:lnSpc>
                <a:spcPct val="115000"/>
              </a:lnSpc>
              <a:spcBef>
                <a:spcPts val="0"/>
              </a:spcBef>
              <a:spcAft>
                <a:spcPts val="0"/>
              </a:spcAft>
              <a:buFont typeface="Courier New" panose="02070309020205020404" pitchFamily="49" charset="0"/>
              <a:buChar char="o"/>
            </a:pPr>
            <a:r>
              <a:rPr lang="en-US" sz="1000" i="1">
                <a:effectLst/>
                <a:latin typeface="Arial" panose="020B0604020202020204" pitchFamily="34" charset="0"/>
                <a:ea typeface="Arial" panose="020B0604020202020204" pitchFamily="34" charset="0"/>
                <a:cs typeface="Times New Roman" panose="02020603050405020304" pitchFamily="18" charset="0"/>
              </a:rPr>
              <a:t>Scheduled Backups: Velero can be configured to perform automated backups at regular intervals without manual intervention.</a:t>
            </a:r>
            <a:endParaRPr lang="en-US" sz="1000">
              <a:effectLst/>
              <a:latin typeface="Arial" panose="020B0604020202020204" pitchFamily="34" charset="0"/>
              <a:ea typeface="Arial" panose="020B0604020202020204" pitchFamily="34" charset="0"/>
              <a:cs typeface="Times New Roman" panose="02020603050405020304" pitchFamily="18" charset="0"/>
            </a:endParaRPr>
          </a:p>
          <a:p>
            <a:pPr marL="742950" marR="0" lvl="1" indent="-285750">
              <a:lnSpc>
                <a:spcPct val="115000"/>
              </a:lnSpc>
              <a:spcBef>
                <a:spcPts val="0"/>
              </a:spcBef>
              <a:spcAft>
                <a:spcPts val="0"/>
              </a:spcAft>
              <a:buFont typeface="Courier New" panose="02070309020205020404" pitchFamily="49" charset="0"/>
              <a:buChar char="o"/>
            </a:pPr>
            <a:r>
              <a:rPr lang="en-US" sz="1000" i="1">
                <a:effectLst/>
                <a:latin typeface="Arial" panose="020B0604020202020204" pitchFamily="34" charset="0"/>
                <a:ea typeface="Arial" panose="020B0604020202020204" pitchFamily="34" charset="0"/>
                <a:cs typeface="Times New Roman" panose="02020603050405020304" pitchFamily="18" charset="0"/>
              </a:rPr>
              <a:t>DevOps Practices: Velero can be integrated into continuous integration (CI) and continuous deployment (CD) pipeline to ensure that backups are taken before critical changes are made to production environments.</a:t>
            </a:r>
            <a:endParaRPr lang="en-US" sz="1000">
              <a:effectLst/>
              <a:latin typeface="Arial" panose="020B0604020202020204" pitchFamily="34" charset="0"/>
              <a:ea typeface="Arial" panose="020B0604020202020204" pitchFamily="34" charset="0"/>
              <a:cs typeface="Times New Roman" panose="02020603050405020304" pitchFamily="18" charset="0"/>
            </a:endParaRPr>
          </a:p>
          <a:p>
            <a:pPr marL="742950" marR="0" lvl="1" indent="-285750">
              <a:lnSpc>
                <a:spcPct val="115000"/>
              </a:lnSpc>
              <a:spcBef>
                <a:spcPts val="0"/>
              </a:spcBef>
              <a:spcAft>
                <a:spcPts val="0"/>
              </a:spcAft>
              <a:buFont typeface="Courier New" panose="02070309020205020404" pitchFamily="49" charset="0"/>
              <a:buChar char="o"/>
            </a:pPr>
            <a:r>
              <a:rPr lang="en-US" sz="1000" i="1">
                <a:effectLst/>
                <a:latin typeface="Arial" panose="020B0604020202020204" pitchFamily="34" charset="0"/>
                <a:ea typeface="Arial" panose="020B0604020202020204" pitchFamily="34" charset="0"/>
                <a:cs typeface="Times New Roman" panose="02020603050405020304" pitchFamily="18" charset="0"/>
              </a:rPr>
              <a:t>Agility: Faster Recovery Times and flexible deployment strategies for different environments (test/dev/prod)</a:t>
            </a:r>
            <a:endParaRPr lang="en-US" sz="1000">
              <a:effectLst/>
              <a:latin typeface="Arial" panose="020B0604020202020204" pitchFamily="34" charset="0"/>
              <a:ea typeface="Arial" panose="020B0604020202020204" pitchFamily="34" charset="0"/>
              <a:cs typeface="Times New Roman" panose="02020603050405020304" pitchFamily="18" charset="0"/>
            </a:endParaRPr>
          </a:p>
          <a:p>
            <a:pPr marL="342900" marR="0" lvl="0" indent="-342900">
              <a:lnSpc>
                <a:spcPct val="115000"/>
              </a:lnSpc>
              <a:spcBef>
                <a:spcPts val="0"/>
              </a:spcBef>
              <a:spcAft>
                <a:spcPts val="0"/>
              </a:spcAft>
              <a:buFont typeface="Symbol" panose="05050102010706020507" pitchFamily="18" charset="2"/>
              <a:buChar char=""/>
            </a:pPr>
            <a:r>
              <a:rPr lang="en-US" sz="1000" b="1" i="1">
                <a:effectLst/>
                <a:latin typeface="Arial" panose="020B0604020202020204" pitchFamily="34" charset="0"/>
                <a:ea typeface="Arial" panose="020B0604020202020204" pitchFamily="34" charset="0"/>
                <a:cs typeface="Times New Roman" panose="02020603050405020304" pitchFamily="18" charset="0"/>
              </a:rPr>
              <a:t>Scalability (Reliable and Scalable):</a:t>
            </a:r>
            <a:endParaRPr lang="en-US" sz="1000">
              <a:effectLst/>
              <a:latin typeface="Arial" panose="020B0604020202020204" pitchFamily="34" charset="0"/>
              <a:ea typeface="Arial" panose="020B0604020202020204" pitchFamily="34" charset="0"/>
              <a:cs typeface="Times New Roman" panose="02020603050405020304" pitchFamily="18" charset="0"/>
            </a:endParaRPr>
          </a:p>
          <a:p>
            <a:pPr marL="742950" marR="0" lvl="1" indent="-285750">
              <a:lnSpc>
                <a:spcPct val="115000"/>
              </a:lnSpc>
              <a:spcBef>
                <a:spcPts val="0"/>
              </a:spcBef>
              <a:spcAft>
                <a:spcPts val="300"/>
              </a:spcAft>
              <a:buFont typeface="Courier New" panose="02070309020205020404" pitchFamily="49" charset="0"/>
              <a:buChar char="o"/>
            </a:pPr>
            <a:r>
              <a:rPr lang="en-US" sz="1000" i="1">
                <a:effectLst/>
                <a:latin typeface="Arial" panose="020B0604020202020204" pitchFamily="34" charset="0"/>
                <a:ea typeface="Arial" panose="020B0604020202020204" pitchFamily="34" charset="0"/>
                <a:cs typeface="Times New Roman" panose="02020603050405020304" pitchFamily="18" charset="0"/>
              </a:rPr>
              <a:t>Velero support elastic resource management and enables multi-cloud environments efficiently without compromising backup and recovery. For seamless scaling and ensures</a:t>
            </a:r>
            <a:endParaRPr lang="en-US" sz="1000">
              <a:effectLst/>
              <a:latin typeface="Arial" panose="020B0604020202020204" pitchFamily="34" charset="0"/>
              <a:ea typeface="Arial" panose="020B0604020202020204" pitchFamily="34" charset="0"/>
              <a:cs typeface="Times New Roman" panose="02020603050405020304" pitchFamily="18" charset="0"/>
            </a:endParaRPr>
          </a:p>
          <a:p>
            <a:pPr fontAlgn="base">
              <a:lnSpc>
                <a:spcPct val="115000"/>
              </a:lnSpc>
              <a:spcBef>
                <a:spcPts val="0"/>
              </a:spcBef>
              <a:buSzPts val="1100"/>
              <a:defRPr/>
            </a:pPr>
            <a:endParaRPr lang="en-GB" sz="1800">
              <a:latin typeface="Arial" panose="020B0604020202020204" pitchFamily="34" charset="0"/>
            </a:endParaRPr>
          </a:p>
          <a:p>
            <a:pPr marL="342900" marR="0" lvl="0" indent="-342900">
              <a:lnSpc>
                <a:spcPct val="115000"/>
              </a:lnSpc>
              <a:spcBef>
                <a:spcPts val="0"/>
              </a:spcBef>
              <a:spcAft>
                <a:spcPts val="0"/>
              </a:spcAft>
              <a:buFont typeface="Symbol" panose="05050102010706020507" pitchFamily="18" charset="2"/>
              <a:buChar char=""/>
            </a:pPr>
            <a:endParaRPr lang="en-US">
              <a:cs typeface="Arial" panose="020B0604020202020204"/>
            </a:endParaRPr>
          </a:p>
        </p:txBody>
      </p:sp>
      <p:pic>
        <p:nvPicPr>
          <p:cNvPr id="21" name="Picture Placeholder 20" descr="Diagram&#10;&#10;Description automatically generated">
            <a:extLst>
              <a:ext uri="{FF2B5EF4-FFF2-40B4-BE49-F238E27FC236}">
                <a16:creationId xmlns:a16="http://schemas.microsoft.com/office/drawing/2014/main" id="{F3F00E22-05A1-4E2F-A54B-E558D5FCC2D1}"/>
              </a:ext>
            </a:extLst>
          </p:cNvPr>
          <p:cNvPicPr>
            <a:picLocks noGrp="1" noChangeAspect="1"/>
          </p:cNvPicPr>
          <p:nvPr>
            <p:ph type="pic" sz="quarter" idx="12"/>
          </p:nvPr>
        </p:nvPicPr>
        <p:blipFill>
          <a:blip r:embed="rId3">
            <a:extLst>
              <a:ext uri="{28A0092B-C50C-407E-A947-70E740481C1C}">
                <a14:useLocalDpi xmlns:a14="http://schemas.microsoft.com/office/drawing/2010/main" val="0"/>
              </a:ext>
            </a:extLst>
          </a:blip>
          <a:srcRect l="22049" r="22049"/>
          <a:stretch>
            <a:fillRect/>
          </a:stretch>
        </p:blipFill>
        <p:spPr>
          <a:xfrm>
            <a:off x="7272997" y="0"/>
            <a:ext cx="4928530" cy="6863786"/>
          </a:xfrm>
        </p:spPr>
      </p:pic>
      <p:pic>
        <p:nvPicPr>
          <p:cNvPr id="2" name="Picture 1" descr="Graphical user interface&#10;&#10;Description automatically generated">
            <a:extLst>
              <a:ext uri="{FF2B5EF4-FFF2-40B4-BE49-F238E27FC236}">
                <a16:creationId xmlns:a16="http://schemas.microsoft.com/office/drawing/2014/main" id="{CAA28519-7A99-974B-95B5-AAA03BA8155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12585" y="6437790"/>
            <a:ext cx="2338388" cy="420209"/>
          </a:xfrm>
          <a:prstGeom prst="rect">
            <a:avLst/>
          </a:prstGeom>
        </p:spPr>
      </p:pic>
    </p:spTree>
    <p:extLst>
      <p:ext uri="{BB962C8B-B14F-4D97-AF65-F5344CB8AC3E}">
        <p14:creationId xmlns:p14="http://schemas.microsoft.com/office/powerpoint/2010/main" val="14565916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8D69F1C6-4292-41BB-AB9E-1BCE464B2ADC}"/>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l="20533" r="20533"/>
          <a:stretch/>
        </p:blipFill>
        <p:spPr>
          <a:xfrm>
            <a:off x="6114448" y="0"/>
            <a:ext cx="6087079" cy="6863786"/>
          </a:xfrm>
          <a:noFill/>
        </p:spPr>
      </p:pic>
      <p:sp>
        <p:nvSpPr>
          <p:cNvPr id="3" name="Title 2">
            <a:extLst>
              <a:ext uri="{FF2B5EF4-FFF2-40B4-BE49-F238E27FC236}">
                <a16:creationId xmlns:a16="http://schemas.microsoft.com/office/drawing/2014/main" id="{02D1DD9F-61A5-4A07-90AF-D1FFD4374FE3}"/>
              </a:ext>
            </a:extLst>
          </p:cNvPr>
          <p:cNvSpPr>
            <a:spLocks noGrp="1"/>
          </p:cNvSpPr>
          <p:nvPr>
            <p:ph type="title"/>
          </p:nvPr>
        </p:nvSpPr>
        <p:spPr>
          <a:xfrm>
            <a:off x="579438" y="1"/>
            <a:ext cx="8572726" cy="1180618"/>
          </a:xfrm>
        </p:spPr>
        <p:txBody>
          <a:bodyPr anchor="b">
            <a:normAutofit/>
          </a:bodyPr>
          <a:lstStyle/>
          <a:p>
            <a:r>
              <a:rPr lang="en-US"/>
              <a:t>Functionality</a:t>
            </a:r>
          </a:p>
        </p:txBody>
      </p:sp>
      <p:sp>
        <p:nvSpPr>
          <p:cNvPr id="4" name="Text Placeholder 5">
            <a:extLst>
              <a:ext uri="{FF2B5EF4-FFF2-40B4-BE49-F238E27FC236}">
                <a16:creationId xmlns:a16="http://schemas.microsoft.com/office/drawing/2014/main" id="{4EB0133A-01E4-42A0-0293-0510F4499A6B}"/>
              </a:ext>
            </a:extLst>
          </p:cNvPr>
          <p:cNvSpPr txBox="1">
            <a:spLocks/>
          </p:cNvSpPr>
          <p:nvPr/>
        </p:nvSpPr>
        <p:spPr>
          <a:xfrm>
            <a:off x="579439" y="1202591"/>
            <a:ext cx="11360924" cy="5543266"/>
          </a:xfrm>
          <a:prstGeom prst="rect">
            <a:avLst/>
          </a:prstGeom>
          <a:solidFill>
            <a:schemeClr val="bg1"/>
          </a:solidFill>
        </p:spPr>
        <p:txBody>
          <a:bodyPr lIns="0" tIns="0" rIns="0" bIns="0" anchor="t">
            <a:noAutofit/>
          </a:bodyPr>
          <a:lstStyle>
            <a:lvl1pPr marL="266700" indent="-2667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25475" indent="-266700" algn="l" defTabSz="914400" rtl="0" eaLnBrk="1" latinLnBrk="0" hangingPunct="1">
              <a:lnSpc>
                <a:spcPct val="90000"/>
              </a:lnSpc>
              <a:spcBef>
                <a:spcPts val="500"/>
              </a:spcBef>
              <a:buClr>
                <a:schemeClr val="accent1"/>
              </a:buClr>
              <a:buFont typeface="Calibri" panose="020F0502020204030204" pitchFamily="34" charset="0"/>
              <a:buChar char="-"/>
              <a:defRPr sz="1800" kern="1200">
                <a:solidFill>
                  <a:schemeClr val="tx1">
                    <a:lumMod val="50000"/>
                    <a:lumOff val="50000"/>
                  </a:schemeClr>
                </a:solidFill>
                <a:latin typeface="+mn-lt"/>
                <a:ea typeface="+mn-ea"/>
                <a:cs typeface="+mn-cs"/>
              </a:defRPr>
            </a:lvl2pPr>
            <a:lvl3pPr marL="890588" indent="-265113" algn="l" defTabSz="914400" rtl="0" eaLnBrk="1" latinLnBrk="0" hangingPunct="1">
              <a:lnSpc>
                <a:spcPct val="90000"/>
              </a:lnSpc>
              <a:spcBef>
                <a:spcPts val="500"/>
              </a:spcBef>
              <a:buClr>
                <a:schemeClr val="accent1"/>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pPr>
            <a:r>
              <a:rPr lang="en-US" sz="1500" b="1">
                <a:latin typeface="Arial" panose="020B0604020202020204" pitchFamily="34" charset="0"/>
                <a:ea typeface="Arial" panose="020B0604020202020204" pitchFamily="34" charset="0"/>
                <a:cs typeface="Arial" panose="020B0604020202020204" pitchFamily="34" charset="0"/>
              </a:rPr>
              <a:t>Dynamic Node Provisioning</a:t>
            </a:r>
            <a:r>
              <a:rPr lang="en-US" sz="1500">
                <a:latin typeface="Arial" panose="020B0604020202020204" pitchFamily="34" charset="0"/>
                <a:ea typeface="Arial" panose="020B0604020202020204" pitchFamily="34" charset="0"/>
                <a:cs typeface="Arial" panose="020B0604020202020204" pitchFamily="34" charset="0"/>
              </a:rPr>
              <a:t>: Automatically spins up Kubernetes nodes instantly based on real-time workload demands.</a:t>
            </a:r>
          </a:p>
          <a:p>
            <a:pPr>
              <a:lnSpc>
                <a:spcPct val="115000"/>
              </a:lnSpc>
            </a:pPr>
            <a:r>
              <a:rPr lang="en-US" sz="1500" b="1">
                <a:latin typeface="Arial" panose="020B0604020202020204" pitchFamily="34" charset="0"/>
                <a:ea typeface="Arial" panose="020B0604020202020204" pitchFamily="34" charset="0"/>
                <a:cs typeface="Arial" panose="020B0604020202020204" pitchFamily="34" charset="0"/>
              </a:rPr>
              <a:t>Intelligent Node Selection</a:t>
            </a:r>
            <a:r>
              <a:rPr lang="en-US" sz="1500">
                <a:latin typeface="Arial" panose="020B0604020202020204" pitchFamily="34" charset="0"/>
                <a:ea typeface="Arial" panose="020B0604020202020204" pitchFamily="34" charset="0"/>
                <a:cs typeface="Arial" panose="020B0604020202020204" pitchFamily="34" charset="0"/>
              </a:rPr>
              <a:t>: Chooses optimal EC2 instance types (CPU, memory, GPU, etc.) tailored explicitly for workloads.</a:t>
            </a:r>
          </a:p>
          <a:p>
            <a:pPr>
              <a:lnSpc>
                <a:spcPct val="115000"/>
              </a:lnSpc>
            </a:pPr>
            <a:r>
              <a:rPr lang="en-US" sz="1500" b="1">
                <a:latin typeface="Arial" panose="020B0604020202020204" pitchFamily="34" charset="0"/>
                <a:ea typeface="Arial" panose="020B0604020202020204" pitchFamily="34" charset="0"/>
                <a:cs typeface="Arial" panose="020B0604020202020204" pitchFamily="34" charset="0"/>
              </a:rPr>
              <a:t>Resource Optimization</a:t>
            </a:r>
            <a:r>
              <a:rPr lang="en-US" sz="1500">
                <a:latin typeface="Arial" panose="020B0604020202020204" pitchFamily="34" charset="0"/>
                <a:ea typeface="Arial" panose="020B0604020202020204" pitchFamily="34" charset="0"/>
                <a:cs typeface="Arial" panose="020B0604020202020204" pitchFamily="34" charset="0"/>
              </a:rPr>
              <a:t>: Continuously analyzes and eliminate underutilized infrastructure, optimizing cloud expenditure.</a:t>
            </a:r>
          </a:p>
          <a:p>
            <a:pPr>
              <a:lnSpc>
                <a:spcPct val="115000"/>
              </a:lnSpc>
            </a:pPr>
            <a:r>
              <a:rPr lang="en-US" sz="1500" b="1">
                <a:latin typeface="Arial" panose="020B0604020202020204" pitchFamily="34" charset="0"/>
                <a:ea typeface="Arial" panose="020B0604020202020204" pitchFamily="34" charset="0"/>
                <a:cs typeface="Arial" panose="020B0604020202020204" pitchFamily="34" charset="0"/>
              </a:rPr>
              <a:t>Provisioner Constraints and Policies</a:t>
            </a:r>
            <a:r>
              <a:rPr lang="en-US" sz="1500">
                <a:latin typeface="Arial" panose="020B0604020202020204" pitchFamily="34" charset="0"/>
                <a:ea typeface="Arial" panose="020B0604020202020204" pitchFamily="34" charset="0"/>
                <a:cs typeface="Arial" panose="020B0604020202020204" pitchFamily="34" charset="0"/>
              </a:rPr>
              <a:t>: Allow users to enforce compliance such instance types, regions, budgets, and security constraints.</a:t>
            </a:r>
          </a:p>
          <a:p>
            <a:pPr>
              <a:lnSpc>
                <a:spcPct val="115000"/>
              </a:lnSpc>
            </a:pPr>
            <a:r>
              <a:rPr lang="en-US" sz="1500" b="1">
                <a:latin typeface="Arial" panose="020B0604020202020204" pitchFamily="34" charset="0"/>
                <a:ea typeface="Arial" panose="020B0604020202020204" pitchFamily="34" charset="0"/>
                <a:cs typeface="Arial" panose="020B0604020202020204" pitchFamily="34" charset="0"/>
              </a:rPr>
              <a:t>Simplified Operations</a:t>
            </a:r>
            <a:r>
              <a:rPr lang="en-US" sz="1500">
                <a:latin typeface="Arial" panose="020B0604020202020204" pitchFamily="34" charset="0"/>
                <a:ea typeface="Arial" panose="020B0604020202020204" pitchFamily="34" charset="0"/>
                <a:cs typeface="Arial" panose="020B0604020202020204" pitchFamily="34" charset="0"/>
              </a:rPr>
              <a:t>: Reduces infrastructure management overhead by automating the node lifecycle, enhancing administrator and developers' productivity.</a:t>
            </a:r>
          </a:p>
          <a:p>
            <a:pPr>
              <a:lnSpc>
                <a:spcPct val="115000"/>
              </a:lnSpc>
            </a:pPr>
            <a:r>
              <a:rPr lang="en-US" sz="1500" b="1">
                <a:latin typeface="Arial" panose="020B0604020202020204" pitchFamily="34" charset="0"/>
                <a:ea typeface="Arial" panose="020B0604020202020204" pitchFamily="34" charset="0"/>
                <a:cs typeface="Arial" panose="020B0604020202020204" pitchFamily="34" charset="0"/>
              </a:rPr>
              <a:t>Security and IAM integration</a:t>
            </a:r>
            <a:r>
              <a:rPr lang="en-US" sz="1500">
                <a:latin typeface="Arial" panose="020B0604020202020204" pitchFamily="34" charset="0"/>
                <a:ea typeface="Arial" panose="020B0604020202020204" pitchFamily="34" charset="0"/>
                <a:cs typeface="Arial" panose="020B0604020202020204" pitchFamily="34" charset="0"/>
              </a:rPr>
              <a:t>: Seamless integration with IAM roles, and AWS security best practices to ensure secure deployments and node management.</a:t>
            </a:r>
          </a:p>
          <a:p>
            <a:pPr>
              <a:lnSpc>
                <a:spcPct val="115000"/>
              </a:lnSpc>
            </a:pPr>
            <a:r>
              <a:rPr lang="en-US" sz="1500" b="1">
                <a:latin typeface="Arial" panose="020B0604020202020204" pitchFamily="34" charset="0"/>
                <a:ea typeface="Arial" panose="020B0604020202020204" pitchFamily="34" charset="0"/>
                <a:cs typeface="Arial" panose="020B0604020202020204" pitchFamily="34" charset="0"/>
              </a:rPr>
              <a:t>Availability Zone Management</a:t>
            </a:r>
            <a:r>
              <a:rPr lang="en-US" sz="1500">
                <a:latin typeface="Arial" panose="020B0604020202020204" pitchFamily="34" charset="0"/>
                <a:ea typeface="Arial" panose="020B0604020202020204" pitchFamily="34" charset="0"/>
                <a:cs typeface="Arial" panose="020B0604020202020204" pitchFamily="34" charset="0"/>
              </a:rPr>
              <a:t>: Automated AZ balancing and enables flexible capacity management across multiple </a:t>
            </a:r>
            <a:r>
              <a:rPr lang="en-US" sz="1500" err="1">
                <a:latin typeface="Arial" panose="020B0604020202020204" pitchFamily="34" charset="0"/>
                <a:ea typeface="Arial" panose="020B0604020202020204" pitchFamily="34" charset="0"/>
                <a:cs typeface="Arial" panose="020B0604020202020204" pitchFamily="34" charset="0"/>
              </a:rPr>
              <a:t>Azs</a:t>
            </a:r>
            <a:r>
              <a:rPr lang="en-US" sz="1500">
                <a:latin typeface="Arial" panose="020B0604020202020204" pitchFamily="34" charset="0"/>
                <a:ea typeface="Arial" panose="020B0604020202020204" pitchFamily="34" charset="0"/>
                <a:cs typeface="Arial" panose="020B0604020202020204" pitchFamily="34" charset="0"/>
              </a:rPr>
              <a:t>.</a:t>
            </a:r>
          </a:p>
          <a:p>
            <a:pPr>
              <a:lnSpc>
                <a:spcPct val="115000"/>
              </a:lnSpc>
            </a:pPr>
            <a:r>
              <a:rPr lang="en-US" sz="1500" b="1">
                <a:latin typeface="Arial" panose="020B0604020202020204" pitchFamily="34" charset="0"/>
                <a:ea typeface="Arial" panose="020B0604020202020204" pitchFamily="34" charset="0"/>
                <a:cs typeface="Arial" panose="020B0604020202020204" pitchFamily="34" charset="0"/>
              </a:rPr>
              <a:t>Observability and Monitoring</a:t>
            </a:r>
            <a:r>
              <a:rPr lang="en-US" sz="1500">
                <a:latin typeface="Arial" panose="020B0604020202020204" pitchFamily="34" charset="0"/>
                <a:ea typeface="Arial" panose="020B0604020202020204" pitchFamily="34" charset="0"/>
                <a:cs typeface="Arial" panose="020B0604020202020204" pitchFamily="34" charset="0"/>
              </a:rPr>
              <a:t>: Integrates with CloudWatch, and AWS tolls for monitoring and audit logging.</a:t>
            </a:r>
          </a:p>
          <a:p>
            <a:pPr>
              <a:lnSpc>
                <a:spcPct val="115000"/>
              </a:lnSpc>
            </a:pPr>
            <a:r>
              <a:rPr lang="en-US" sz="1500" b="1">
                <a:latin typeface="Arial" panose="020B0604020202020204" pitchFamily="34" charset="0"/>
                <a:ea typeface="Arial" panose="020B0604020202020204" pitchFamily="34" charset="0"/>
                <a:cs typeface="Arial" panose="020B0604020202020204" pitchFamily="34" charset="0"/>
              </a:rPr>
              <a:t>Extensibility and Customization</a:t>
            </a:r>
            <a:r>
              <a:rPr lang="en-US" sz="1500">
                <a:latin typeface="Arial" panose="020B0604020202020204" pitchFamily="34" charset="0"/>
                <a:ea typeface="Arial" panose="020B0604020202020204" pitchFamily="34" charset="0"/>
                <a:cs typeface="Arial" panose="020B0604020202020204" pitchFamily="34" charset="0"/>
              </a:rPr>
              <a:t>: Allows flexible customization through provisioner specs to meet specific technical or compliance needs.</a:t>
            </a:r>
          </a:p>
          <a:p>
            <a:pPr>
              <a:lnSpc>
                <a:spcPct val="115000"/>
              </a:lnSpc>
            </a:pPr>
            <a:r>
              <a:rPr lang="en-US" sz="1500" b="1">
                <a:latin typeface="Arial" panose="020B0604020202020204" pitchFamily="34" charset="0"/>
                <a:ea typeface="Arial" panose="020B0604020202020204" pitchFamily="34" charset="0"/>
                <a:cs typeface="Arial" panose="020B0604020202020204" pitchFamily="34" charset="0"/>
              </a:rPr>
              <a:t>Environment Sustainability</a:t>
            </a:r>
            <a:r>
              <a:rPr lang="en-US" sz="1500">
                <a:latin typeface="Arial" panose="020B0604020202020204" pitchFamily="34" charset="0"/>
                <a:ea typeface="Arial" panose="020B0604020202020204" pitchFamily="34" charset="0"/>
                <a:cs typeface="Arial" panose="020B0604020202020204" pitchFamily="34" charset="0"/>
              </a:rPr>
              <a:t>: Reduces idle infrastructure and environment footprint by dynamically matching workload demands to resource provisioning.</a:t>
            </a:r>
          </a:p>
          <a:p>
            <a:pPr>
              <a:lnSpc>
                <a:spcPct val="115000"/>
              </a:lnSpc>
            </a:pPr>
            <a:endParaRPr lang="en-US" sz="1500">
              <a:latin typeface="Arial" panose="020B0604020202020204" pitchFamily="34" charset="0"/>
              <a:ea typeface="Arial" panose="020B0604020202020204" pitchFamily="34" charset="0"/>
              <a:cs typeface="Arial" panose="020B0604020202020204" pitchFamily="34" charset="0"/>
            </a:endParaRPr>
          </a:p>
        </p:txBody>
      </p:sp>
      <p:pic>
        <p:nvPicPr>
          <p:cNvPr id="2" name="Picture 1" descr="Graphical user interface&#10;&#10;Description automatically generated">
            <a:extLst>
              <a:ext uri="{FF2B5EF4-FFF2-40B4-BE49-F238E27FC236}">
                <a16:creationId xmlns:a16="http://schemas.microsoft.com/office/drawing/2014/main" id="{0A0D0C69-12EE-2E2E-AE06-7CB3FD76025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12585" y="6437790"/>
            <a:ext cx="2338388" cy="420209"/>
          </a:xfrm>
          <a:prstGeom prst="rect">
            <a:avLst/>
          </a:prstGeom>
        </p:spPr>
      </p:pic>
    </p:spTree>
    <p:extLst>
      <p:ext uri="{BB962C8B-B14F-4D97-AF65-F5344CB8AC3E}">
        <p14:creationId xmlns:p14="http://schemas.microsoft.com/office/powerpoint/2010/main" val="171926855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AD03F57-FA26-A2F9-BCA8-C2B6BDA2E386}"/>
              </a:ext>
            </a:extLst>
          </p:cNvPr>
          <p:cNvSpPr txBox="1"/>
          <p:nvPr/>
        </p:nvSpPr>
        <p:spPr>
          <a:xfrm>
            <a:off x="528065" y="1180618"/>
            <a:ext cx="9715269" cy="615553"/>
          </a:xfrm>
          <a:prstGeom prst="rect">
            <a:avLst/>
          </a:prstGeom>
          <a:noFill/>
        </p:spPr>
        <p:txBody>
          <a:bodyPr wrap="square">
            <a:spAutoFit/>
          </a:bodyPr>
          <a:lstStyle/>
          <a:p>
            <a:endParaRPr lang="en-US" sz="1600" u="sng"/>
          </a:p>
          <a:p>
            <a:endParaRPr lang="en-US"/>
          </a:p>
        </p:txBody>
      </p:sp>
      <p:sp>
        <p:nvSpPr>
          <p:cNvPr id="5" name="Title 1">
            <a:extLst>
              <a:ext uri="{FF2B5EF4-FFF2-40B4-BE49-F238E27FC236}">
                <a16:creationId xmlns:a16="http://schemas.microsoft.com/office/drawing/2014/main" id="{3A6BFC39-E63E-5FBF-419D-C62614E36036}"/>
              </a:ext>
            </a:extLst>
          </p:cNvPr>
          <p:cNvSpPr>
            <a:spLocks noGrp="1"/>
          </p:cNvSpPr>
          <p:nvPr>
            <p:ph type="title"/>
          </p:nvPr>
        </p:nvSpPr>
        <p:spPr>
          <a:xfrm>
            <a:off x="579438" y="140067"/>
            <a:ext cx="10515600" cy="540128"/>
          </a:xfrm>
        </p:spPr>
        <p:txBody>
          <a:bodyPr/>
          <a:lstStyle/>
          <a:p>
            <a:r>
              <a:rPr lang="en-US" sz="3000"/>
              <a:t>Guardrails: Security</a:t>
            </a:r>
          </a:p>
        </p:txBody>
      </p:sp>
      <p:graphicFrame>
        <p:nvGraphicFramePr>
          <p:cNvPr id="8" name="Table 7">
            <a:extLst>
              <a:ext uri="{FF2B5EF4-FFF2-40B4-BE49-F238E27FC236}">
                <a16:creationId xmlns:a16="http://schemas.microsoft.com/office/drawing/2014/main" id="{0193A0DE-5483-915B-B494-A28F7BAA3F17}"/>
              </a:ext>
            </a:extLst>
          </p:cNvPr>
          <p:cNvGraphicFramePr>
            <a:graphicFrameLocks/>
          </p:cNvGraphicFramePr>
          <p:nvPr>
            <p:extLst>
              <p:ext uri="{D42A27DB-BD31-4B8C-83A1-F6EECF244321}">
                <p14:modId xmlns:p14="http://schemas.microsoft.com/office/powerpoint/2010/main" val="3971950084"/>
              </p:ext>
            </p:extLst>
          </p:nvPr>
        </p:nvGraphicFramePr>
        <p:xfrm>
          <a:off x="579438" y="709556"/>
          <a:ext cx="10138838" cy="3678232"/>
        </p:xfrm>
        <a:graphic>
          <a:graphicData uri="http://schemas.openxmlformats.org/drawingml/2006/table">
            <a:tbl>
              <a:tblPr firstRow="1" firstCol="1" bandRow="1">
                <a:tableStyleId>{5C22544A-7EE6-4342-B048-85BDC9FD1C3A}</a:tableStyleId>
              </a:tblPr>
              <a:tblGrid>
                <a:gridCol w="2287847">
                  <a:extLst>
                    <a:ext uri="{9D8B030D-6E8A-4147-A177-3AD203B41FA5}">
                      <a16:colId xmlns:a16="http://schemas.microsoft.com/office/drawing/2014/main" val="3988132890"/>
                    </a:ext>
                  </a:extLst>
                </a:gridCol>
                <a:gridCol w="7850991">
                  <a:extLst>
                    <a:ext uri="{9D8B030D-6E8A-4147-A177-3AD203B41FA5}">
                      <a16:colId xmlns:a16="http://schemas.microsoft.com/office/drawing/2014/main" val="2486407952"/>
                    </a:ext>
                  </a:extLst>
                </a:gridCol>
              </a:tblGrid>
              <a:tr h="401942">
                <a:tc>
                  <a:txBody>
                    <a:bodyPr/>
                    <a:lstStyle/>
                    <a:p>
                      <a:pPr marL="0" marR="0">
                        <a:lnSpc>
                          <a:spcPct val="115000"/>
                        </a:lnSpc>
                        <a:spcBef>
                          <a:spcPts val="0"/>
                        </a:spcBef>
                        <a:spcAft>
                          <a:spcPts val="0"/>
                        </a:spcAft>
                      </a:pPr>
                      <a:r>
                        <a:rPr lang="en-US" sz="1200">
                          <a:effectLst/>
                          <a:latin typeface="Arial"/>
                          <a:ea typeface="Arial" panose="020B0604020202020204" pitchFamily="34" charset="0"/>
                          <a:cs typeface="Arial"/>
                        </a:rPr>
                        <a:t>Attributes</a:t>
                      </a:r>
                    </a:p>
                  </a:txBody>
                  <a:tcPr marL="68580" marR="68580" marT="0" marB="0" anchor="ctr"/>
                </a:tc>
                <a:tc>
                  <a:txBody>
                    <a:bodyPr/>
                    <a:lstStyle/>
                    <a:p>
                      <a:pPr marL="0" marR="0">
                        <a:lnSpc>
                          <a:spcPct val="115000"/>
                        </a:lnSpc>
                        <a:spcBef>
                          <a:spcPts val="0"/>
                        </a:spcBef>
                        <a:spcAft>
                          <a:spcPts val="0"/>
                        </a:spcAft>
                      </a:pPr>
                      <a:r>
                        <a:rPr lang="en-US" sz="1200">
                          <a:effectLst/>
                          <a:latin typeface="Arial" panose="020B0604020202020204" pitchFamily="34" charset="0"/>
                          <a:cs typeface="Arial" panose="020B0604020202020204" pitchFamily="34" charset="0"/>
                        </a:rPr>
                        <a:t>Description</a:t>
                      </a:r>
                      <a:endParaRPr lang="en-US" sz="12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612291144"/>
                  </a:ext>
                </a:extLst>
              </a:tr>
              <a:tr h="899890">
                <a:tc>
                  <a:txBody>
                    <a:bodyPr/>
                    <a:lstStyle/>
                    <a:p>
                      <a:pPr marL="0" marR="0">
                        <a:lnSpc>
                          <a:spcPct val="115000"/>
                        </a:lnSpc>
                        <a:spcBef>
                          <a:spcPts val="0"/>
                        </a:spcBef>
                        <a:spcAft>
                          <a:spcPts val="0"/>
                        </a:spcAft>
                      </a:pPr>
                      <a:r>
                        <a:rPr lang="en-US" sz="1200">
                          <a:effectLst/>
                          <a:latin typeface="Arial"/>
                          <a:cs typeface="Arial"/>
                        </a:rPr>
                        <a:t>Access control</a:t>
                      </a:r>
                      <a:endParaRPr lang="en-US" sz="1200">
                        <a:effectLst/>
                        <a:latin typeface="Arial"/>
                        <a:ea typeface="+mn-ea"/>
                        <a:cs typeface="Arial"/>
                      </a:endParaRPr>
                    </a:p>
                  </a:txBody>
                  <a:tcPr marL="68580" marR="68580" marT="0" marB="0" anchor="ctr"/>
                </a:tc>
                <a:tc>
                  <a:txBody>
                    <a:bodyPr/>
                    <a:lstStyle/>
                    <a:p>
                      <a:pPr marL="171450" marR="0" lvl="0" indent="-171450" algn="l" rtl="0" eaLnBrk="1" fontAlgn="auto" latinLnBrk="0" hangingPunct="1">
                        <a:lnSpc>
                          <a:spcPct val="115000"/>
                        </a:lnSpc>
                        <a:spcBef>
                          <a:spcPts val="0"/>
                        </a:spcBef>
                        <a:spcAft>
                          <a:spcPts val="0"/>
                        </a:spcAft>
                        <a:buClrTx/>
                        <a:buSzTx/>
                        <a:buFont typeface="Arial" panose="020B0604020202020204" pitchFamily="34" charset="0"/>
                        <a:buChar char="•"/>
                      </a:pPr>
                      <a:r>
                        <a:rPr lang="en-US" sz="1300" kern="1200">
                          <a:solidFill>
                            <a:schemeClr val="dk1"/>
                          </a:solidFill>
                          <a:latin typeface="Arial"/>
                          <a:ea typeface="+mn-ea"/>
                          <a:cs typeface="Arial"/>
                        </a:rPr>
                        <a:t>Authentication and authorizations for </a:t>
                      </a:r>
                      <a:r>
                        <a:rPr lang="en-US" sz="1300" kern="1200" err="1">
                          <a:solidFill>
                            <a:schemeClr val="dk1"/>
                          </a:solidFill>
                          <a:latin typeface="Arial"/>
                          <a:ea typeface="+mn-ea"/>
                          <a:cs typeface="Arial"/>
                        </a:rPr>
                        <a:t>Velero</a:t>
                      </a:r>
                      <a:r>
                        <a:rPr lang="en-US" sz="1300" kern="1200">
                          <a:solidFill>
                            <a:schemeClr val="dk1"/>
                          </a:solidFill>
                          <a:latin typeface="Arial"/>
                          <a:ea typeface="+mn-ea"/>
                          <a:cs typeface="Arial"/>
                        </a:rPr>
                        <a:t> relies on Kubernetes RBAC. Therefore, following Amazon  EKS best security practices is key to ensure proper access management for </a:t>
                      </a:r>
                      <a:r>
                        <a:rPr lang="en-US" sz="1300" kern="1200" err="1">
                          <a:solidFill>
                            <a:schemeClr val="dk1"/>
                          </a:solidFill>
                          <a:latin typeface="Arial"/>
                          <a:ea typeface="+mn-ea"/>
                          <a:cs typeface="Arial"/>
                        </a:rPr>
                        <a:t>Velero</a:t>
                      </a:r>
                      <a:r>
                        <a:rPr lang="en-US" sz="1300" kern="1200">
                          <a:solidFill>
                            <a:schemeClr val="dk1"/>
                          </a:solidFill>
                          <a:latin typeface="Arial"/>
                          <a:ea typeface="+mn-ea"/>
                          <a:cs typeface="Arial"/>
                        </a:rPr>
                        <a:t>.</a:t>
                      </a:r>
                    </a:p>
                  </a:txBody>
                  <a:tcPr marL="68580" marR="68580" marT="91440" marB="91440" anchor="ctr"/>
                </a:tc>
                <a:extLst>
                  <a:ext uri="{0D108BD9-81ED-4DB2-BD59-A6C34878D82A}">
                    <a16:rowId xmlns:a16="http://schemas.microsoft.com/office/drawing/2014/main" val="2361702035"/>
                  </a:ext>
                </a:extLst>
              </a:tr>
              <a:tr h="615263">
                <a:tc>
                  <a:txBody>
                    <a:bodyPr/>
                    <a:lstStyle/>
                    <a:p>
                      <a:pPr marL="0" marR="0">
                        <a:lnSpc>
                          <a:spcPct val="115000"/>
                        </a:lnSpc>
                        <a:spcBef>
                          <a:spcPts val="0"/>
                        </a:spcBef>
                        <a:spcAft>
                          <a:spcPts val="0"/>
                        </a:spcAft>
                      </a:pPr>
                      <a:r>
                        <a:rPr lang="en-US" sz="1200" b="1" kern="1200">
                          <a:solidFill>
                            <a:schemeClr val="lt1"/>
                          </a:solidFill>
                          <a:effectLst/>
                          <a:latin typeface="Arial"/>
                          <a:ea typeface="+mn-ea"/>
                          <a:cs typeface="Arial"/>
                        </a:rPr>
                        <a:t>Encryption</a:t>
                      </a:r>
                    </a:p>
                  </a:txBody>
                  <a:tcPr marL="68580" marR="68580" marT="0" marB="0"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300">
                          <a:latin typeface="Arial" panose="020B0604020202020204" pitchFamily="34" charset="0"/>
                          <a:cs typeface="Arial" panose="020B0604020202020204" pitchFamily="34" charset="0"/>
                        </a:rPr>
                        <a:t>Encryption at transit: </a:t>
                      </a:r>
                      <a:r>
                        <a:rPr lang="en-US" sz="1300" kern="1200">
                          <a:solidFill>
                            <a:schemeClr val="dk1"/>
                          </a:solidFill>
                          <a:latin typeface="Arial" panose="020B0604020202020204" pitchFamily="34" charset="0"/>
                          <a:ea typeface="+mn-ea"/>
                          <a:cs typeface="Arial" panose="020B0604020202020204" pitchFamily="34" charset="0"/>
                        </a:rPr>
                        <a:t>Enforce standard TLS encryption (TLS 1.2 or 1.3 preferred) to secure communications.</a:t>
                      </a:r>
                    </a:p>
                  </a:txBody>
                  <a:tcPr marL="68580" marR="68580" marT="91440" marB="91440" anchor="ctr"/>
                </a:tc>
                <a:extLst>
                  <a:ext uri="{0D108BD9-81ED-4DB2-BD59-A6C34878D82A}">
                    <a16:rowId xmlns:a16="http://schemas.microsoft.com/office/drawing/2014/main" val="3296789994"/>
                  </a:ext>
                </a:extLst>
              </a:tr>
              <a:tr h="415775">
                <a:tc>
                  <a:txBody>
                    <a:bodyPr/>
                    <a:lstStyle/>
                    <a:p>
                      <a:pPr marL="0" marR="0">
                        <a:lnSpc>
                          <a:spcPct val="115000"/>
                        </a:lnSpc>
                        <a:spcBef>
                          <a:spcPts val="0"/>
                        </a:spcBef>
                        <a:spcAft>
                          <a:spcPts val="0"/>
                        </a:spcAft>
                      </a:pPr>
                      <a:r>
                        <a:rPr lang="en-US" sz="1200" b="1" kern="1200">
                          <a:solidFill>
                            <a:schemeClr val="lt1"/>
                          </a:solidFill>
                          <a:effectLst/>
                          <a:latin typeface="Arial"/>
                          <a:ea typeface="+mn-ea"/>
                          <a:cs typeface="Arial"/>
                        </a:rPr>
                        <a:t>Regular reviews</a:t>
                      </a:r>
                    </a:p>
                  </a:txBody>
                  <a:tcPr marL="68580" marR="68580" marT="0" marB="0" anchor="ctr"/>
                </a:tc>
                <a:tc>
                  <a:txBody>
                    <a:bodyPr/>
                    <a:lstStyle/>
                    <a:p>
                      <a:pPr marL="171450" marR="0" indent="-171450">
                        <a:lnSpc>
                          <a:spcPct val="115000"/>
                        </a:lnSpc>
                        <a:spcBef>
                          <a:spcPts val="0"/>
                        </a:spcBef>
                        <a:spcAft>
                          <a:spcPts val="0"/>
                        </a:spcAft>
                        <a:buFont typeface="Arial" panose="020B0604020202020204" pitchFamily="34" charset="0"/>
                        <a:buChar char="•"/>
                      </a:pPr>
                      <a:r>
                        <a:rPr lang="en-US" sz="1300" kern="1200">
                          <a:solidFill>
                            <a:schemeClr val="dk1"/>
                          </a:solidFill>
                          <a:effectLst/>
                          <a:latin typeface="Arial"/>
                          <a:ea typeface="+mn-ea"/>
                          <a:cs typeface="Arial"/>
                        </a:rPr>
                        <a:t>Periodically perform recovery tests of the backups to ensure data integrity.</a:t>
                      </a:r>
                    </a:p>
                    <a:p>
                      <a:pPr marL="171450" marR="0" lvl="0" indent="-171450">
                        <a:lnSpc>
                          <a:spcPct val="114999"/>
                        </a:lnSpc>
                        <a:spcBef>
                          <a:spcPts val="0"/>
                        </a:spcBef>
                        <a:spcAft>
                          <a:spcPts val="0"/>
                        </a:spcAft>
                        <a:buFont typeface="Arial" panose="020B0604020202020204" pitchFamily="34" charset="0"/>
                        <a:buChar char="•"/>
                      </a:pPr>
                      <a:r>
                        <a:rPr lang="en-US" sz="1300" kern="1200">
                          <a:solidFill>
                            <a:schemeClr val="dk1"/>
                          </a:solidFill>
                          <a:effectLst/>
                          <a:latin typeface="Arial"/>
                          <a:ea typeface="+mn-ea"/>
                          <a:cs typeface="Arial"/>
                        </a:rPr>
                        <a:t>Periodically review role assignments to ensure they are still appropriate and adjust as needed.</a:t>
                      </a:r>
                    </a:p>
                  </a:txBody>
                  <a:tcPr marL="68580" marR="68580" marT="91440" marB="91440" anchor="ctr"/>
                </a:tc>
                <a:extLst>
                  <a:ext uri="{0D108BD9-81ED-4DB2-BD59-A6C34878D82A}">
                    <a16:rowId xmlns:a16="http://schemas.microsoft.com/office/drawing/2014/main" val="3532351991"/>
                  </a:ext>
                </a:extLst>
              </a:tr>
              <a:tr h="1141948">
                <a:tc>
                  <a:txBody>
                    <a:bodyPr/>
                    <a:lstStyle/>
                    <a:p>
                      <a:pPr marL="0" marR="0">
                        <a:lnSpc>
                          <a:spcPct val="115000"/>
                        </a:lnSpc>
                        <a:spcBef>
                          <a:spcPts val="0"/>
                        </a:spcBef>
                        <a:spcAft>
                          <a:spcPts val="0"/>
                        </a:spcAft>
                      </a:pPr>
                      <a:r>
                        <a:rPr lang="en-US" sz="1200" b="1" kern="1200">
                          <a:solidFill>
                            <a:schemeClr val="lt1"/>
                          </a:solidFill>
                          <a:effectLst/>
                          <a:latin typeface="Arial"/>
                          <a:ea typeface="+mn-ea"/>
                          <a:cs typeface="Arial"/>
                        </a:rPr>
                        <a:t>Network</a:t>
                      </a:r>
                    </a:p>
                  </a:txBody>
                  <a:tcPr marL="68580" marR="68580" marT="0" marB="0" anchor="ctr"/>
                </a:tc>
                <a:tc>
                  <a:txBody>
                    <a:bodyPr/>
                    <a:lstStyle/>
                    <a:p>
                      <a:pPr marL="171450" marR="0" lvl="0" indent="-171450" algn="l" rtl="0" eaLnBrk="1" fontAlgn="auto" latinLnBrk="0" hangingPunct="1">
                        <a:lnSpc>
                          <a:spcPct val="115000"/>
                        </a:lnSpc>
                        <a:spcBef>
                          <a:spcPts val="0"/>
                        </a:spcBef>
                        <a:spcAft>
                          <a:spcPts val="0"/>
                        </a:spcAft>
                        <a:buClrTx/>
                        <a:buSzTx/>
                        <a:buFont typeface="Arial" panose="020B0604020202020204" pitchFamily="34" charset="0"/>
                        <a:buChar char="•"/>
                      </a:pPr>
                      <a:r>
                        <a:rPr lang="en-US" sz="1300" kern="1200">
                          <a:solidFill>
                            <a:schemeClr val="dk1"/>
                          </a:solidFill>
                          <a:effectLst/>
                          <a:latin typeface="Arial"/>
                          <a:ea typeface="+mn-ea"/>
                          <a:cs typeface="Arial"/>
                        </a:rPr>
                        <a:t>EKS cluster location (hosting </a:t>
                      </a:r>
                      <a:r>
                        <a:rPr lang="en-US" sz="1300" kern="1200" err="1">
                          <a:solidFill>
                            <a:schemeClr val="dk1"/>
                          </a:solidFill>
                          <a:effectLst/>
                          <a:latin typeface="Arial"/>
                          <a:ea typeface="+mn-ea"/>
                          <a:cs typeface="Arial"/>
                        </a:rPr>
                        <a:t>Velero</a:t>
                      </a:r>
                      <a:r>
                        <a:rPr lang="en-US" sz="1300" kern="1200">
                          <a:solidFill>
                            <a:schemeClr val="dk1"/>
                          </a:solidFill>
                          <a:effectLst/>
                          <a:latin typeface="Arial"/>
                          <a:ea typeface="+mn-ea"/>
                          <a:cs typeface="Arial"/>
                        </a:rPr>
                        <a:t>) and backup location must be compliant with data residency requirements.</a:t>
                      </a:r>
                    </a:p>
                  </a:txBody>
                  <a:tcPr marL="68580" marR="68580" marT="91440" marB="91440" anchor="ctr"/>
                </a:tc>
                <a:extLst>
                  <a:ext uri="{0D108BD9-81ED-4DB2-BD59-A6C34878D82A}">
                    <a16:rowId xmlns:a16="http://schemas.microsoft.com/office/drawing/2014/main" val="1562197487"/>
                  </a:ext>
                </a:extLst>
              </a:tr>
            </a:tbl>
          </a:graphicData>
        </a:graphic>
      </p:graphicFrame>
      <p:graphicFrame>
        <p:nvGraphicFramePr>
          <p:cNvPr id="6" name="Table 5">
            <a:extLst>
              <a:ext uri="{FF2B5EF4-FFF2-40B4-BE49-F238E27FC236}">
                <a16:creationId xmlns:a16="http://schemas.microsoft.com/office/drawing/2014/main" id="{8BBF1055-B003-16CE-8058-712098CEE709}"/>
              </a:ext>
            </a:extLst>
          </p:cNvPr>
          <p:cNvGraphicFramePr>
            <a:graphicFrameLocks/>
          </p:cNvGraphicFramePr>
          <p:nvPr>
            <p:extLst>
              <p:ext uri="{D42A27DB-BD31-4B8C-83A1-F6EECF244321}">
                <p14:modId xmlns:p14="http://schemas.microsoft.com/office/powerpoint/2010/main" val="2874772721"/>
              </p:ext>
            </p:extLst>
          </p:nvPr>
        </p:nvGraphicFramePr>
        <p:xfrm>
          <a:off x="579438" y="4793730"/>
          <a:ext cx="10138838" cy="1623793"/>
        </p:xfrm>
        <a:graphic>
          <a:graphicData uri="http://schemas.openxmlformats.org/drawingml/2006/table">
            <a:tbl>
              <a:tblPr firstRow="1" firstCol="1" bandRow="1">
                <a:tableStyleId>{5C22544A-7EE6-4342-B048-85BDC9FD1C3A}</a:tableStyleId>
              </a:tblPr>
              <a:tblGrid>
                <a:gridCol w="2444618">
                  <a:extLst>
                    <a:ext uri="{9D8B030D-6E8A-4147-A177-3AD203B41FA5}">
                      <a16:colId xmlns:a16="http://schemas.microsoft.com/office/drawing/2014/main" val="3988132890"/>
                    </a:ext>
                  </a:extLst>
                </a:gridCol>
                <a:gridCol w="7694220">
                  <a:extLst>
                    <a:ext uri="{9D8B030D-6E8A-4147-A177-3AD203B41FA5}">
                      <a16:colId xmlns:a16="http://schemas.microsoft.com/office/drawing/2014/main" val="2486407952"/>
                    </a:ext>
                  </a:extLst>
                </a:gridCol>
              </a:tblGrid>
              <a:tr h="450313">
                <a:tc>
                  <a:txBody>
                    <a:bodyPr/>
                    <a:lstStyle/>
                    <a:p>
                      <a:pPr marL="0" marR="0">
                        <a:lnSpc>
                          <a:spcPct val="115000"/>
                        </a:lnSpc>
                        <a:spcBef>
                          <a:spcPts val="0"/>
                        </a:spcBef>
                        <a:spcAft>
                          <a:spcPts val="0"/>
                        </a:spcAft>
                      </a:pPr>
                      <a:r>
                        <a:rPr lang="en-US" sz="1200">
                          <a:effectLst/>
                          <a:latin typeface="Arial"/>
                          <a:cs typeface="Arial"/>
                        </a:rPr>
                        <a:t>Attributes</a:t>
                      </a:r>
                      <a:endParaRPr lang="en-US" sz="1200">
                        <a:effectLst/>
                        <a:latin typeface="Arial"/>
                        <a:ea typeface="Arial" panose="020B0604020202020204" pitchFamily="34" charset="0"/>
                        <a:cs typeface="Arial"/>
                      </a:endParaRPr>
                    </a:p>
                  </a:txBody>
                  <a:tcPr marL="68580" marR="68580" marT="0" marB="0" anchor="ctr"/>
                </a:tc>
                <a:tc>
                  <a:txBody>
                    <a:bodyPr/>
                    <a:lstStyle/>
                    <a:p>
                      <a:pPr marL="0" marR="0">
                        <a:lnSpc>
                          <a:spcPct val="115000"/>
                        </a:lnSpc>
                        <a:spcBef>
                          <a:spcPts val="0"/>
                        </a:spcBef>
                        <a:spcAft>
                          <a:spcPts val="0"/>
                        </a:spcAft>
                      </a:pPr>
                      <a:r>
                        <a:rPr lang="en-US" sz="1200">
                          <a:effectLst/>
                          <a:latin typeface="Arial" panose="020B0604020202020204" pitchFamily="34" charset="0"/>
                          <a:cs typeface="Arial" panose="020B0604020202020204" pitchFamily="34" charset="0"/>
                        </a:rPr>
                        <a:t>Description</a:t>
                      </a:r>
                      <a:endParaRPr lang="en-US" sz="12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612291144"/>
                  </a:ext>
                </a:extLst>
              </a:tr>
              <a:tr h="719570">
                <a:tc>
                  <a:txBody>
                    <a:bodyPr/>
                    <a:lstStyle/>
                    <a:p>
                      <a:pPr marL="0" marR="0">
                        <a:lnSpc>
                          <a:spcPct val="115000"/>
                        </a:lnSpc>
                        <a:spcBef>
                          <a:spcPts val="0"/>
                        </a:spcBef>
                        <a:spcAft>
                          <a:spcPts val="0"/>
                        </a:spcAft>
                      </a:pPr>
                      <a:r>
                        <a:rPr lang="en-US" sz="1200" b="1" kern="1200">
                          <a:solidFill>
                            <a:schemeClr val="lt1"/>
                          </a:solidFill>
                          <a:effectLst/>
                          <a:latin typeface="Arial"/>
                          <a:ea typeface="+mn-ea"/>
                          <a:cs typeface="Arial"/>
                        </a:rPr>
                        <a:t>Resiliency</a:t>
                      </a:r>
                    </a:p>
                  </a:txBody>
                  <a:tcPr marL="68580" marR="68580" marT="91440" marB="91440" anchor="ctr"/>
                </a:tc>
                <a:tc>
                  <a:txBody>
                    <a:bodyPr/>
                    <a:lstStyle/>
                    <a:p>
                      <a:pPr marL="285750" lvl="0" indent="-285750" algn="l">
                        <a:lnSpc>
                          <a:spcPct val="100000"/>
                        </a:lnSpc>
                        <a:buFont typeface="Arial" panose="020B0604020202020204" pitchFamily="34" charset="0"/>
                        <a:buChar char="•"/>
                      </a:pPr>
                      <a:r>
                        <a:rPr lang="en-US" sz="1300" b="0" i="0" u="none" strike="noStrike" kern="1200" baseline="0" noProof="0">
                          <a:solidFill>
                            <a:srgbClr val="000000"/>
                          </a:solidFill>
                          <a:effectLst/>
                          <a:latin typeface="Arial"/>
                        </a:rPr>
                        <a:t>Aegon is in the process of creating its open-source policy to establish guidelines for using open-source tools like </a:t>
                      </a:r>
                      <a:r>
                        <a:rPr lang="en-US" sz="1300" b="0" i="0" u="none" strike="noStrike" kern="1200" baseline="0" noProof="0" err="1">
                          <a:solidFill>
                            <a:srgbClr val="000000"/>
                          </a:solidFill>
                          <a:effectLst/>
                          <a:latin typeface="Arial"/>
                        </a:rPr>
                        <a:t>Velero</a:t>
                      </a:r>
                      <a:r>
                        <a:rPr lang="en-US" sz="1300" b="0" i="0" u="none" strike="noStrike" kern="1200" baseline="0" noProof="0">
                          <a:solidFill>
                            <a:srgbClr val="000000"/>
                          </a:solidFill>
                          <a:effectLst/>
                          <a:latin typeface="Arial"/>
                        </a:rPr>
                        <a:t>. However, since </a:t>
                      </a:r>
                      <a:r>
                        <a:rPr lang="en-US" sz="1300" b="0" i="0" u="none" strike="noStrike" kern="1200" baseline="0" noProof="0" err="1">
                          <a:solidFill>
                            <a:srgbClr val="000000"/>
                          </a:solidFill>
                          <a:effectLst/>
                          <a:latin typeface="Arial"/>
                        </a:rPr>
                        <a:t>Velero</a:t>
                      </a:r>
                      <a:r>
                        <a:rPr lang="en-US" sz="1300" b="0" i="0" u="none" strike="noStrike" kern="1200" baseline="0" noProof="0">
                          <a:solidFill>
                            <a:srgbClr val="000000"/>
                          </a:solidFill>
                          <a:effectLst/>
                          <a:latin typeface="Arial"/>
                        </a:rPr>
                        <a:t> is currently used to back up production data without support, a risk assessment should be conducted to evaluate and clarify the associated risks with these backups.</a:t>
                      </a:r>
                    </a:p>
                    <a:p>
                      <a:pPr marL="285750" indent="-285750">
                        <a:buFont typeface="Arial" panose="020B0604020202020204" pitchFamily="34" charset="0"/>
                        <a:buChar char="•"/>
                      </a:pPr>
                      <a:endParaRPr lang="en-US" sz="1300" kern="1200">
                        <a:solidFill>
                          <a:schemeClr val="dk1"/>
                        </a:solidFill>
                        <a:effectLst/>
                        <a:latin typeface="Arial" panose="020B0604020202020204" pitchFamily="34" charset="0"/>
                        <a:ea typeface="+mn-ea"/>
                        <a:cs typeface="Arial" panose="020B0604020202020204" pitchFamily="34" charset="0"/>
                      </a:endParaRPr>
                    </a:p>
                  </a:txBody>
                  <a:tcPr marL="68580" marR="68580" marT="91440" marB="91440" anchor="ctr"/>
                </a:tc>
                <a:extLst>
                  <a:ext uri="{0D108BD9-81ED-4DB2-BD59-A6C34878D82A}">
                    <a16:rowId xmlns:a16="http://schemas.microsoft.com/office/drawing/2014/main" val="2361702035"/>
                  </a:ext>
                </a:extLst>
              </a:tr>
            </a:tbl>
          </a:graphicData>
        </a:graphic>
      </p:graphicFrame>
      <p:sp>
        <p:nvSpPr>
          <p:cNvPr id="9" name="TextBox 8">
            <a:extLst>
              <a:ext uri="{FF2B5EF4-FFF2-40B4-BE49-F238E27FC236}">
                <a16:creationId xmlns:a16="http://schemas.microsoft.com/office/drawing/2014/main" id="{5F693375-8D0E-89F5-465D-9D6118372627}"/>
              </a:ext>
            </a:extLst>
          </p:cNvPr>
          <p:cNvSpPr txBox="1"/>
          <p:nvPr/>
        </p:nvSpPr>
        <p:spPr>
          <a:xfrm>
            <a:off x="550607" y="4349082"/>
            <a:ext cx="2501041" cy="553998"/>
          </a:xfrm>
          <a:prstGeom prst="rect">
            <a:avLst/>
          </a:prstGeom>
          <a:noFill/>
        </p:spPr>
        <p:txBody>
          <a:bodyPr wrap="square" rtlCol="0">
            <a:spAutoFit/>
          </a:bodyPr>
          <a:lstStyle/>
          <a:p>
            <a:r>
              <a:rPr lang="en-GB" sz="3000">
                <a:solidFill>
                  <a:schemeClr val="accent1"/>
                </a:solidFill>
                <a:latin typeface="+mj-lt"/>
                <a:ea typeface="+mj-ea"/>
                <a:cs typeface="+mj-cs"/>
              </a:rPr>
              <a:t>Resiliency</a:t>
            </a:r>
            <a:endParaRPr lang="en-US" sz="3000">
              <a:solidFill>
                <a:schemeClr val="accent1"/>
              </a:solidFill>
              <a:latin typeface="+mj-lt"/>
              <a:ea typeface="+mj-ea"/>
              <a:cs typeface="+mj-cs"/>
            </a:endParaRPr>
          </a:p>
        </p:txBody>
      </p:sp>
      <p:pic>
        <p:nvPicPr>
          <p:cNvPr id="2" name="Picture 1" descr="Graphical user interface&#10;&#10;Description automatically generated">
            <a:extLst>
              <a:ext uri="{FF2B5EF4-FFF2-40B4-BE49-F238E27FC236}">
                <a16:creationId xmlns:a16="http://schemas.microsoft.com/office/drawing/2014/main" id="{155C488A-9E1D-6548-C05B-40216A1015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45446" y="6437791"/>
            <a:ext cx="2338388" cy="420209"/>
          </a:xfrm>
          <a:prstGeom prst="rect">
            <a:avLst/>
          </a:prstGeom>
        </p:spPr>
      </p:pic>
    </p:spTree>
    <p:extLst>
      <p:ext uri="{BB962C8B-B14F-4D97-AF65-F5344CB8AC3E}">
        <p14:creationId xmlns:p14="http://schemas.microsoft.com/office/powerpoint/2010/main" val="313165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picture containing outdoor, hydrant, tree, fire&#10;&#10;Description automatically generated">
            <a:extLst>
              <a:ext uri="{FF2B5EF4-FFF2-40B4-BE49-F238E27FC236}">
                <a16:creationId xmlns:a16="http://schemas.microsoft.com/office/drawing/2014/main" id="{B16FCB1F-5E5F-4B4B-927D-AFFFF2F2BF77}"/>
              </a:ext>
            </a:extLst>
          </p:cNvPr>
          <p:cNvPicPr>
            <a:picLocks noChangeAspect="1"/>
          </p:cNvPicPr>
          <p:nvPr/>
        </p:nvPicPr>
        <p:blipFill rotWithShape="1">
          <a:blip r:embed="rId2">
            <a:extLst>
              <a:ext uri="{28A0092B-C50C-407E-A947-70E740481C1C}">
                <a14:useLocalDpi xmlns:a14="http://schemas.microsoft.com/office/drawing/2010/main" val="0"/>
              </a:ext>
            </a:extLst>
          </a:blip>
          <a:srcRect l="24820" r="16171" b="-1"/>
          <a:stretch/>
        </p:blipFill>
        <p:spPr>
          <a:xfrm>
            <a:off x="6096000" y="-16779"/>
            <a:ext cx="6105527" cy="6880565"/>
          </a:xfrm>
          <a:custGeom>
            <a:avLst/>
            <a:gdLst>
              <a:gd name="connsiteX0" fmla="*/ 2353342 w 6087079"/>
              <a:gd name="connsiteY0" fmla="*/ 0 h 6885758"/>
              <a:gd name="connsiteX1" fmla="*/ 6077554 w 6087079"/>
              <a:gd name="connsiteY1" fmla="*/ 10395 h 6885758"/>
              <a:gd name="connsiteX2" fmla="*/ 6087079 w 6087079"/>
              <a:gd name="connsiteY2" fmla="*/ 4007761 h 6885758"/>
              <a:gd name="connsiteX3" fmla="*/ 5101422 w 6087079"/>
              <a:gd name="connsiteY3" fmla="*/ 6885758 h 6885758"/>
              <a:gd name="connsiteX4" fmla="*/ 0 w 6087079"/>
              <a:gd name="connsiteY4" fmla="*/ 6879986 h 68857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87079" h="6885758">
                <a:moveTo>
                  <a:pt x="2353342" y="0"/>
                </a:moveTo>
                <a:lnTo>
                  <a:pt x="6077554" y="10395"/>
                </a:lnTo>
                <a:lnTo>
                  <a:pt x="6087079" y="4007761"/>
                </a:lnTo>
                <a:lnTo>
                  <a:pt x="5101422" y="6885758"/>
                </a:lnTo>
                <a:lnTo>
                  <a:pt x="0" y="6879986"/>
                </a:lnTo>
                <a:close/>
              </a:path>
            </a:pathLst>
          </a:custGeom>
          <a:noFill/>
        </p:spPr>
      </p:pic>
      <p:sp>
        <p:nvSpPr>
          <p:cNvPr id="8" name="Title 2">
            <a:extLst>
              <a:ext uri="{FF2B5EF4-FFF2-40B4-BE49-F238E27FC236}">
                <a16:creationId xmlns:a16="http://schemas.microsoft.com/office/drawing/2014/main" id="{DFBE2B0B-FE61-4C75-AE3D-3D527F1E512A}"/>
              </a:ext>
            </a:extLst>
          </p:cNvPr>
          <p:cNvSpPr txBox="1">
            <a:spLocks/>
          </p:cNvSpPr>
          <p:nvPr/>
        </p:nvSpPr>
        <p:spPr>
          <a:xfrm>
            <a:off x="1812585" y="2248382"/>
            <a:ext cx="7143071" cy="1180618"/>
          </a:xfrm>
          <a:prstGeom prst="rect">
            <a:avLst/>
          </a:prstGeom>
        </p:spPr>
        <p:txBody>
          <a:bodyPr lIns="0" tIns="0" rIns="0" bIns="7200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3600">
                <a:solidFill>
                  <a:schemeClr val="accent1"/>
                </a:solidFill>
              </a:rPr>
              <a:t>Questions</a:t>
            </a:r>
          </a:p>
        </p:txBody>
      </p:sp>
      <p:pic>
        <p:nvPicPr>
          <p:cNvPr id="14" name="Picture 13" descr="Graphical user interface&#10;&#10;Description automatically generated">
            <a:extLst>
              <a:ext uri="{FF2B5EF4-FFF2-40B4-BE49-F238E27FC236}">
                <a16:creationId xmlns:a16="http://schemas.microsoft.com/office/drawing/2014/main" id="{DB0C883F-51FD-4BB3-9545-7A20C251F5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12585" y="6437790"/>
            <a:ext cx="2338388" cy="420209"/>
          </a:xfrm>
          <a:prstGeom prst="rect">
            <a:avLst/>
          </a:prstGeom>
        </p:spPr>
      </p:pic>
    </p:spTree>
    <p:extLst>
      <p:ext uri="{BB962C8B-B14F-4D97-AF65-F5344CB8AC3E}">
        <p14:creationId xmlns:p14="http://schemas.microsoft.com/office/powerpoint/2010/main" val="13432861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Keyword xmlns="7bc1719e-3073-4a83-a8aa-5d9b5543732c" xsi:nil="true"/>
    <_ip_UnifiedCompliancePolicyUIAction xmlns="http://schemas.microsoft.com/sharepoint/v3" xsi:nil="true"/>
    <AppDomain xmlns="7bc1719e-3073-4a83-a8aa-5d9b5543732c" xsi:nil="true"/>
    <lcf76f155ced4ddcb4097134ff3c332f xmlns="7bc1719e-3073-4a83-a8aa-5d9b5543732c">
      <Terms xmlns="http://schemas.microsoft.com/office/infopath/2007/PartnerControls"/>
    </lcf76f155ced4ddcb4097134ff3c332f>
    <Technology xmlns="7bc1719e-3073-4a83-a8aa-5d9b5543732c" xsi:nil="true"/>
    <TaxCatchAll xmlns="bfe6e0b6-a5a6-435d-956e-8490d4b03c3e" xsi:nil="true"/>
    <Model1 xmlns="7bc1719e-3073-4a83-a8aa-5d9b5543732c" xsi:nil="true"/>
    <_ip_UnifiedCompliancePolicyProperties xmlns="http://schemas.microsoft.com/sharepoint/v3" xsi:nil="true"/>
    <Pattern xmlns="7bc1719e-3073-4a83-a8aa-5d9b5543732c" xsi:nil="true"/>
    <Business_x0020_App xmlns="7bc1719e-3073-4a83-a8aa-5d9b5543732c">Unknown</Business_x0020_App>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BDAF3E3634C144D9EC799C876E6F9A3" ma:contentTypeVersion="32" ma:contentTypeDescription="Create a new document." ma:contentTypeScope="" ma:versionID="60e1596b470e64c977d1e4ce9ac99787">
  <xsd:schema xmlns:xsd="http://www.w3.org/2001/XMLSchema" xmlns:xs="http://www.w3.org/2001/XMLSchema" xmlns:p="http://schemas.microsoft.com/office/2006/metadata/properties" xmlns:ns1="http://schemas.microsoft.com/sharepoint/v3" xmlns:ns2="7bc1719e-3073-4a83-a8aa-5d9b5543732c" xmlns:ns3="290f8d83-fd29-439e-ae91-cfcefa340f30" xmlns:ns4="bfe6e0b6-a5a6-435d-956e-8490d4b03c3e" targetNamespace="http://schemas.microsoft.com/office/2006/metadata/properties" ma:root="true" ma:fieldsID="2bba0ad704353081834050430544496a" ns1:_="" ns2:_="" ns3:_="" ns4:_="">
    <xsd:import namespace="http://schemas.microsoft.com/sharepoint/v3"/>
    <xsd:import namespace="7bc1719e-3073-4a83-a8aa-5d9b5543732c"/>
    <xsd:import namespace="290f8d83-fd29-439e-ae91-cfcefa340f30"/>
    <xsd:import namespace="bfe6e0b6-a5a6-435d-956e-8490d4b03c3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1:_ip_UnifiedCompliancePolicyProperties" minOccurs="0"/>
                <xsd:element ref="ns1:_ip_UnifiedCompliancePolicyUIAction" minOccurs="0"/>
                <xsd:element ref="ns2:MediaServiceDateTaken" minOccurs="0"/>
                <xsd:element ref="ns2:MediaServiceAutoKeyPoints" minOccurs="0"/>
                <xsd:element ref="ns2:MediaServiceKeyPoints" minOccurs="0"/>
                <xsd:element ref="ns2:Model1" minOccurs="0"/>
                <xsd:element ref="ns2:Technology" minOccurs="0"/>
                <xsd:element ref="ns2:AppDomain" minOccurs="0"/>
                <xsd:element ref="ns2:Business_x0020_App" minOccurs="0"/>
                <xsd:element ref="ns2:Keyword" minOccurs="0"/>
                <xsd:element ref="ns2:Pattern" minOccurs="0"/>
                <xsd:element ref="ns2:lcf76f155ced4ddcb4097134ff3c332f" minOccurs="0"/>
                <xsd:element ref="ns4:TaxCatchAll"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bc1719e-3073-4a83-a8aa-5d9b5543732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odel1" ma:index="21" nillable="true" ma:displayName="Hosting" ma:description="Operational Hosting Model of the Solution" ma:format="Dropdown" ma:internalName="Model1">
      <xsd:simpleType>
        <xsd:restriction base="dms:Choice">
          <xsd:enumeration value="IAAS"/>
          <xsd:enumeration value="PAAS"/>
          <xsd:enumeration value="SAAS"/>
          <xsd:enumeration value="DAAS"/>
          <xsd:enumeration value="AWS"/>
          <xsd:enumeration value="AZURE"/>
          <xsd:enumeration value="GCP"/>
          <xsd:enumeration value="THIRD PARTY"/>
          <xsd:enumeration value="DC"/>
          <xsd:enumeration value="HYBRID"/>
        </xsd:restriction>
      </xsd:simpleType>
    </xsd:element>
    <xsd:element name="Technology" ma:index="22" nillable="true" ma:displayName="Service" ma:description="Architecture or Technology Stack or GTS Service Area" ma:format="Dropdown" ma:internalName="Technology">
      <xsd:simpleType>
        <xsd:union memberTypes="dms:Text">
          <xsd:simpleType>
            <xsd:restriction base="dms:Choice">
              <xsd:enumeration value="SSO"/>
              <xsd:enumeration value="AD"/>
              <xsd:enumeration value="Security"/>
              <xsd:enumeration value="Storage"/>
              <xsd:enumeration value="Container"/>
              <xsd:enumeration value="Windows"/>
              <xsd:enumeration value="Appliance"/>
              <xsd:enumeration value="SQL"/>
              <xsd:enumeration value="MySQL"/>
              <xsd:enumeration value="DB2"/>
              <xsd:enumeration value="ORACLE"/>
              <xsd:enumeration value="Apple"/>
              <xsd:enumeration value="Citrix"/>
              <xsd:enumeration value="VDI"/>
              <xsd:enumeration value="Workspace"/>
              <xsd:enumeration value="O365"/>
              <xsd:enumeration value="Data Lake"/>
              <xsd:enumeration value="Ecosysyem"/>
              <xsd:enumeration value="Network"/>
              <xsd:enumeration value="RA"/>
              <xsd:enumeration value="MQ"/>
              <xsd:enumeration value="SFTP"/>
              <xsd:enumeration value="ISAM"/>
              <xsd:enumeration value="TEL"/>
              <xsd:enumeration value="Service"/>
              <xsd:enumeration value="Application"/>
              <xsd:enumeration value="Development"/>
              <xsd:enumeration value="Plugin"/>
              <xsd:enumeration value="Risk"/>
              <xsd:enumeration value="ITSM"/>
              <xsd:enumeration value="Messaging"/>
              <xsd:enumeration value="Jira"/>
              <xsd:enumeration value="Migration"/>
              <xsd:enumeration value="VPN"/>
              <xsd:enumeration value="PING"/>
              <xsd:enumeration value="OKTA"/>
              <xsd:enumeration value="Web"/>
              <xsd:enumeration value="Social"/>
              <xsd:enumeration value="Chat"/>
              <xsd:enumeration value="Phone"/>
              <xsd:enumeration value="SMS"/>
              <xsd:enumeration value="Video"/>
              <xsd:enumeration value="DR"/>
              <xsd:enumeration value="DLP"/>
              <xsd:enumeration value="CICD"/>
              <xsd:enumeration value="ETL"/>
              <xsd:enumeration value="Compute"/>
              <xsd:enumeration value="Classification"/>
              <xsd:enumeration value="Data"/>
              <xsd:enumeration value="End Point"/>
              <xsd:enumeration value="API"/>
              <xsd:enumeration value="Search"/>
              <xsd:enumeration value="Data Gateway"/>
              <xsd:enumeration value="Mobile"/>
              <xsd:enumeration value="M365"/>
              <xsd:enumeration value="D365"/>
              <xsd:enumeration value="Docker"/>
              <xsd:enumeration value="DNS"/>
              <xsd:enumeration value="LMS"/>
              <xsd:enumeration value="SMTP"/>
              <xsd:enumeration value="LDAP"/>
              <xsd:enumeration value="SIEM"/>
              <xsd:enumeration value="OVA"/>
              <xsd:enumeration value="Identity"/>
              <xsd:enumeration value="Data Protection"/>
              <xsd:enumeration value="ITAM"/>
              <xsd:enumeration value="Cyber Security"/>
            </xsd:restriction>
          </xsd:simpleType>
        </xsd:union>
      </xsd:simpleType>
    </xsd:element>
    <xsd:element name="AppDomain" ma:index="23" nillable="true" ma:displayName="Application" ma:description="Application Area" ma:format="Dropdown" ma:internalName="AppDomain">
      <xsd:simpleType>
        <xsd:restriction base="dms:Choice">
          <xsd:enumeration value="WFM"/>
          <xsd:enumeration value="DMS"/>
          <xsd:enumeration value="CMS"/>
          <xsd:enumeration value="COL"/>
          <xsd:enumeration value="SNOW"/>
          <xsd:enumeration value="LOG"/>
          <xsd:enumeration value="MON"/>
          <xsd:enumeration value="DBA"/>
          <xsd:enumeration value="APM"/>
          <xsd:enumeration value="AM"/>
          <xsd:enumeration value="DLP"/>
          <xsd:enumeration value="SECRETS"/>
          <xsd:enumeration value="PAM"/>
          <xsd:enumeration value="ROB"/>
          <xsd:enumeration value="WEB"/>
          <xsd:enumeration value="SCH"/>
          <xsd:enumeration value="O365"/>
          <xsd:enumeration value="PBI"/>
          <xsd:enumeration value="TEL"/>
          <xsd:enumeration value="AI"/>
          <xsd:enumeration value="FIN"/>
          <xsd:enumeration value="CLD"/>
          <xsd:enumeration value="RA"/>
          <xsd:enumeration value="REF"/>
          <xsd:enumeration value="PS"/>
          <xsd:enumeration value="NET"/>
          <xsd:enumeration value="LIC"/>
          <xsd:enumeration value="RPA"/>
          <xsd:enumeration value="LMS"/>
          <xsd:enumeration value="ERM"/>
          <xsd:enumeration value="ESign"/>
          <xsd:enumeration value="DIR"/>
          <xsd:enumeration value="CRM"/>
          <xsd:enumeration value="DNS"/>
          <xsd:enumeration value="WRK"/>
          <xsd:enumeration value="ANA"/>
          <xsd:enumeration value="CICD"/>
          <xsd:enumeration value="DVM"/>
          <xsd:enumeration value="SFTP"/>
          <xsd:enumeration value="ML"/>
        </xsd:restriction>
      </xsd:simpleType>
    </xsd:element>
    <xsd:element name="Business_x0020_App" ma:index="24" nillable="true" ma:displayName="Domain" ma:default="Unknown" ma:description="Short description of business function, used for seach function" ma:format="Dropdown" ma:internalName="Business_x0020_App">
      <xsd:simpleType>
        <xsd:union memberTypes="dms:Text">
          <xsd:simpleType>
            <xsd:restriction base="dms:Choice">
              <xsd:enumeration value="Pension Calculation"/>
              <xsd:enumeration value="Actuarial"/>
              <xsd:enumeration value="Unknown"/>
              <xsd:enumeration value="Legal"/>
              <xsd:enumeration value="Finance"/>
              <xsd:enumeration value="Mortgages"/>
              <xsd:enumeration value="Funds"/>
              <xsd:enumeration value="Health"/>
              <xsd:enumeration value="Advice"/>
              <xsd:enumeration value="Other"/>
              <xsd:enumeration value="Non-Life"/>
              <xsd:enumeration value="Life"/>
              <xsd:enumeration value="Loan Services"/>
              <xsd:enumeration value="Facilities"/>
              <xsd:enumeration value="Fraud"/>
              <xsd:enumeration value="Global"/>
              <xsd:enumeration value="Assets Management"/>
              <xsd:enumeration value="Service Management"/>
              <xsd:enumeration value="Workplace"/>
              <xsd:enumeration value="Investment Management"/>
              <xsd:enumeration value="Bank"/>
              <xsd:enumeration value="Risk"/>
              <xsd:enumeration value="Security"/>
              <xsd:enumeration value="Sales"/>
              <xsd:enumeration value="External"/>
              <xsd:enumeration value="SIEM"/>
              <xsd:enumeration value="Call Center"/>
              <xsd:enumeration value="Human Resource"/>
              <xsd:enumeration value="Pension"/>
            </xsd:restriction>
          </xsd:simpleType>
        </xsd:union>
      </xsd:simpleType>
    </xsd:element>
    <xsd:element name="Keyword" ma:index="25" nillable="true" ma:displayName="Keyword" ma:description="Unique keyword for search usage" ma:format="Dropdown" ma:internalName="Keyword">
      <xsd:simpleType>
        <xsd:union memberTypes="dms:Text">
          <xsd:simpleType>
            <xsd:restriction base="dms:Choice">
              <xsd:enumeration value="Unknown"/>
            </xsd:restriction>
          </xsd:simpleType>
        </xsd:union>
      </xsd:simpleType>
    </xsd:element>
    <xsd:element name="Pattern" ma:index="26" nillable="true" ma:displayName="Pattern" ma:description="Approved or know pattern" ma:format="Dropdown" ma:internalName="Pattern">
      <xsd:simpleType>
        <xsd:restriction base="dms:Choice">
          <xsd:enumeration value="iChannel"/>
          <xsd:enumeration value="ISAM"/>
          <xsd:enumeration value="B2B"/>
          <xsd:enumeration value="B2C"/>
          <xsd:enumeration value="Hosting"/>
          <xsd:enumeration value="Browsing"/>
          <xsd:enumeration value="EKS"/>
          <xsd:enumeration value="SSO"/>
          <xsd:enumeration value="Inter VPC"/>
          <xsd:enumeration value="AWS to DC"/>
          <xsd:enumeration value="AWS Region"/>
          <xsd:enumeration value="ClamAV"/>
          <xsd:enumeration value="VPC"/>
          <xsd:enumeration value="ServiceNow"/>
          <xsd:enumeration value="Salesforce"/>
          <xsd:enumeration value="Third Party Access"/>
          <xsd:enumeration value="Ping"/>
          <xsd:enumeration value="WAF"/>
          <xsd:enumeration value="Mobile"/>
          <xsd:enumeration value="API"/>
          <xsd:enumeration value="Data Lake"/>
        </xsd:restriction>
      </xsd:simpleType>
    </xsd:element>
    <xsd:element name="lcf76f155ced4ddcb4097134ff3c332f" ma:index="28" nillable="true" ma:taxonomy="true" ma:internalName="lcf76f155ced4ddcb4097134ff3c332f" ma:taxonomyFieldName="MediaServiceImageTags" ma:displayName="Image Tags" ma:readOnly="false" ma:fieldId="{5cf76f15-5ced-4ddc-b409-7134ff3c332f}" ma:taxonomyMulti="true" ma:sspId="33ecf46e-890a-4d8f-8227-d99d79ddb869" ma:termSetId="09814cd3-568e-fe90-9814-8d621ff8fb84" ma:anchorId="fba54fb3-c3e1-fe81-a776-ca4b69148c4d" ma:open="true" ma:isKeyword="false">
      <xsd:complexType>
        <xsd:sequence>
          <xsd:element ref="pc:Terms" minOccurs="0" maxOccurs="1"/>
        </xsd:sequence>
      </xsd:complexType>
    </xsd:element>
    <xsd:element name="MediaLengthInSeconds" ma:index="30" nillable="true" ma:displayName="MediaLengthInSeconds" ma:hidden="true" ma:internalName="MediaLengthInSeconds" ma:readOnly="true">
      <xsd:simpleType>
        <xsd:restriction base="dms:Unknown"/>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90f8d83-fd29-439e-ae91-cfcefa340f30"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fe6e0b6-a5a6-435d-956e-8490d4b03c3e" elementFormDefault="qualified">
    <xsd:import namespace="http://schemas.microsoft.com/office/2006/documentManagement/types"/>
    <xsd:import namespace="http://schemas.microsoft.com/office/infopath/2007/PartnerControls"/>
    <xsd:element name="TaxCatchAll" ma:index="29" nillable="true" ma:displayName="Taxonomy Catch All Column" ma:hidden="true" ma:list="{d1e4a496-b8a4-4beb-a473-f4a6df7ad317}" ma:internalName="TaxCatchAll" ma:showField="CatchAllData" ma:web="290f8d83-fd29-439e-ae91-cfcefa340f3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C569A86-130D-4200-9120-A89A6F7A3F85}">
  <ds:schemaRefs>
    <ds:schemaRef ds:uri="7bc1719e-3073-4a83-a8aa-5d9b5543732c"/>
    <ds:schemaRef ds:uri="bfe6e0b6-a5a6-435d-956e-8490d4b03c3e"/>
    <ds:schemaRef ds:uri="http://schemas.microsoft.com/office/2006/metadata/properties"/>
    <ds:schemaRef ds:uri="http://schemas.microsoft.com/office/infopath/2007/PartnerControls"/>
    <ds:schemaRef ds:uri="http://schemas.microsoft.com/sharepoint/v3"/>
  </ds:schemaRefs>
</ds:datastoreItem>
</file>

<file path=customXml/itemProps2.xml><?xml version="1.0" encoding="utf-8"?>
<ds:datastoreItem xmlns:ds="http://schemas.openxmlformats.org/officeDocument/2006/customXml" ds:itemID="{3A8C0DB3-4CAE-433C-B137-6C2240E54615}">
  <ds:schemaRefs>
    <ds:schemaRef ds:uri="http://schemas.microsoft.com/sharepoint/v3/contenttype/forms"/>
  </ds:schemaRefs>
</ds:datastoreItem>
</file>

<file path=customXml/itemProps3.xml><?xml version="1.0" encoding="utf-8"?>
<ds:datastoreItem xmlns:ds="http://schemas.openxmlformats.org/officeDocument/2006/customXml" ds:itemID="{A61F291B-3057-4602-BB0C-C854963CF6FF}">
  <ds:schemaRefs>
    <ds:schemaRef ds:uri="290f8d83-fd29-439e-ae91-cfcefa340f30"/>
    <ds:schemaRef ds:uri="7bc1719e-3073-4a83-a8aa-5d9b5543732c"/>
    <ds:schemaRef ds:uri="bfe6e0b6-a5a6-435d-956e-8490d4b03c3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6</Slides>
  <Notes>3</Notes>
  <HiddenSlides>0</HiddenSlide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  Velero Component Standard</vt:lpstr>
      <vt:lpstr>Introduction</vt:lpstr>
      <vt:lpstr>Business Value</vt:lpstr>
      <vt:lpstr>Functionality</vt:lpstr>
      <vt:lpstr>Guardrails: Security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Kerbachi, Mohamed - GTS Global ENG &amp; ARCH</dc:creator>
  <cp:revision>1</cp:revision>
  <dcterms:created xsi:type="dcterms:W3CDTF">2025-03-20T14:48:51Z</dcterms:created>
  <dcterms:modified xsi:type="dcterms:W3CDTF">2025-04-07T12:44:36Z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0x0101006BDAF3E3634C144D9EC799C876E6F9A3</vt:lpwstr>
  </property>
  <property fmtid="{D5CDD505-2E9C-101B-9397-08002B2CF9AE}" pid="3" name="MediaServiceImageTags">
    <vt:lpwstr/>
  </property>
</Properties>
</file>